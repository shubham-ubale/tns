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23:14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34 230 3504,'-5'4'511,"-14"11"7080,18-17-7550,-1 0-1,1 0 1,0 0-1,0 0 1,1 0-1,-1-1 1,0 1-1,1 0 1,-1 0-1,1-1 1,-1 1-1,1 0 1,0-1-1,0 1 1,0 0-1,1-4 0,4-6-24,0 0-1,0 1 1,1-1-1,0 1 0,1 1 1,1-1-1,0 1 1,0 1-1,0-1 0,1 1 1,1 1-1,0 0 1,0 0-1,0 1 0,1 0 1,0 1-1,0 0 1,22-7-1,-14 6-20,0 2 0,0 0 0,0 1 0,1 1 0,-1 1-1,1 1 1,-1 1 0,1 0 0,-1 1 0,1 1 0,27 7 0,-37-5 4,0-1-1,0 2 1,-1-1 0,0 1 0,0 0 0,0 1 0,0 0-1,-1 1 1,0 0 0,-1 0 0,1 0 0,-1 1 0,-1 0-1,1 1 1,-2 0 0,8 13 0,7 17 44,-1 0 1,20 67-1,-32-87-29,1 4-8,2 6-20,11 49-1,-20-70 3,-2-1 0,1 0-1,-1 1 1,0-1 0,-1 0 0,0 1-1,0-1 1,-1 0 0,1-1 0,-6 11 0,-4 10 43,-6 38-42,2 0-1,3 1 0,-7 99 1,16-137 73,-1 0 1,-1-1-1,-2 0 1,-1 0-1,-17 36 1,-1 6-67,-5 22 156,31-88-178,-9 32 2,-7 20 378,16-52-322,-14 38 113,9-25-71,-1 0 0,-1 0 0,0-1-1,-1 0 1,-19 23 0,27-36 78,-2 1-58,1 1 0,-1-1 0,1 0 0,-1-1 0,0 1 0,0 0 0,-1-1 0,1 0 0,-5 3 0,8-5-166,0 0 1,0 1 0,0-1-1,-1 0 1,1 0-1,0 0 1,0 1-1,0-1 1,-1 0 0,1 0-1,0 0 1,-1 0-1,1 1 1,0-1 0,0 0-1,-1 0 1,1 0-1,0 0 1,0 0 0,-1 0-1,1 0 1,0 0-1,-1 0 1,1 0 0,0 0-1,-1 0 1,1 0-1,0 0 1,0 0 0,-1 0-1,1 0 1,0 0-1,-1-1 1,1 1 0,0 0-1,0 0 1,-1 0-1,1 0 1,0-1 0,0 1-1,0 0 1,-1 0-1,1 0 1,0-1 0,0 1-1,0 0 1,0 0-1,-1-1 1,1 1 0,0 0-1,0 0 1,0-1-1,0 1 1,2-18-6109,-1 14 6159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23:1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 4992,'0'0'1415,"-23"21"941,23-20-2322,0-1 0,0 1-1,-1-1 1,1 1-1,0-1 1,-1 1-1,1-1 1,0 1 0,-1-1-1,1 0 1,-1 1-1,1-1 1,-1 1-1,1-1 1,-1 0 0,1 1-1,-1-1 1,1 0-1,-1 0 1,0 0-1,1 1 1,-1-1-1,1 0 1,-1 0 0,0 0-1,1 0 1,-1 0-1,1 0 1,-1 0-1,0 0 1,1 0 0,-1 0-1,1 0 1,-1-1-1,0 1 1,1 0-1,-1 0 1,1-1 0,-1 1-1,1 0 1,-1-1-1,1 1 1,-1 0-1,1-1 1,-1 1 0,1-1-1,-1 1 1,1-1-1,0 1 1,-1-1-1,1 1 1,0-1-1,0 1 1,-1-1 0,1 0-1,-17-19 489,16 20-511,1 0-1,-1 0 1,1-1 0,-1 1 0,0 0-1,1 0 1,-1 0 0,1-1-1,-1 1 1,0 0 0,1 0 0,-1 0-1,1 0 1,-1 0 0,0 0-1,1 0 1,-1 1 0,0-1 0,1 0-1,-1 0 1,1 0 0,-1 1-1,1-1 1,-1 0 0,1 1-1,-1-1 1,1 0 0,-1 1 0,1-1-1,-1 0 1,1 1 0,-1-1-1,1 1 1,0-1 0,-1 1 0,1-1-1,0 1 1,-1 0 0,1-1-1,0 1 1,0-1 5,2-8 158,3 1 69,-8 23-135,1-11-187,2-2 291,17 10-1222,-19-40-10246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5:59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6 1960,'-19'-5'1402,"3"31"-2961,8-16 855,2 1-383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14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67 3296,'0'0'3781,"-16"11"-3595,8-8 4128,5-2-4286,0 0 1,1 1-1,-1-1 1,0 0-1,0 1 0,0 0 1,1-1-1,-1 1 1,1 0-1,0 0 0,-1 1 1,1-1-1,-3 4 0,4-4 52,-3 3-53,0 1-1,1 0 0,-1 0 0,1 0 0,0 0 0,1 0 0,0 1 0,-2 6 0,0-2 59,-8 27 136,-13 76 1,23-100-188,1-11-12,-3 30 600,-5-19-315,6-27-34,1 2-395,2 7 145,-1-37-62,-7-63 22,19 44 22,-10 57 17,2-30-67,17-22 84,-19 52 21,14-26-85,29-3-15,-42 30 39,-1 2-53,-1-1 49,1 0 0,-1 1 0,1-1 1,-1 1-1,1-1 0,-1 1 0,1-1 0,-1 1 1,1-1-1,0 1 0,-1 0 0,1-1 1,0 1-1,-1 0 0,1 0 0,0-1 1,0 1-1,-1 0 0,1 0 0,0 0 1,0 0-1,-1 0 0,1 0 0,0 0 1,0 0-1,-1 0 0,2 0 0,21 3-85,-19-2 82,0 1 1,-1 0-1,1 1 1,-1-1-1,1 0 1,-1 1-1,0 0 0,0 0 1,0 0-1,0 0 1,0 0-1,-1 1 1,4 6-1,-4-7-5,0-1-14,1 3 30,-1 0-1,1 0 0,-1 0 1,0 1-1,3 10 0,-4-14 4,1 10-33,1-1 0,-1 0 0,-1 1 0,0 19 0,-1-28 37,-15 40-74,10-35 60,0 0 0,-1-1 0,1 0 1,-2 0-1,1-1 0,-1 0 0,0 0 0,0 0 0,0-1 1,-1 0-1,-13 6 0,5-4 8,0 0 1,0-1 0,0-1-1,-1-1 1,-18 3-1,32-7 26,-33 5-2129,17-15 888,14 4-4864,10-7 2119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16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18 2512,'-18'3'2571,"1"7"-2133,11-5 3275,2 2-3665,1 0-1,-1 0 1,1 0 0,1 1-1,-1-1 1,1 1 0,1 0-1,-1 0 1,2-1-1,-1 14 1,-2 5 204,2-23-163,4 14-10,-3-1-107,0-13 68,14 26 135,-13-28-149,-1 0-1,1 0 1,0 0-1,-1 0 1,1 0 0,0 0-1,0 0 1,0 0-1,0 0 1,0-1 0,0 1-1,0 0 1,0-1-1,0 1 1,0-1 0,0 1-1,0-1 1,1 0-1,-1 1 1,0-1 0,0 0-1,0 0 1,1 0-1,-1 0 1,0 0 0,0 0-1,0 0 1,1 0-1,1-1 1,17-1-63,0-22 63,-7-29-15,-12 51-23,5-31 198,-5 32-197,5-44 12,-8 35 70,-8 28-43,9-15-34,0 1 0,1-1 0,-1 1 0,1 0 0,0-1 0,0 1 0,0-1-1,1 6 1,0 8 17,-1-9-1,0-1 0,1 0-1,0 1 1,0-1-1,0 0 1,1 0 0,0 1-1,0-1 1,1-1-1,0 1 1,0 0 0,1-1-1,0 1 1,0-1-1,0 0 1,1 0 0,0-1-1,0 0 1,0 1 0,1-2-1,10 8 1,-14-10 12,3 2-11,-1 0 0,1-1 0,0 0 1,0 0-1,11 5 0,-13-7 4,0-1-1,1 1 1,-1 0-1,1-1 1,-1 0-1,1 0 1,-1 0-1,1 0 1,-1-1 0,6-1-1,-9 2-14,2 0 27,21-25 196,-21 18-175,-1 0-1,1-1 1,-1 1-1,-1-1 1,1 1 0,-1-1-1,-1 1 1,1-1-1,-1 1 1,-1-1-1,1 1 1,-1 0 0,-6-13-1,-4-11 105,-32-52 1,35 65-91,8 16-81,-4-7 104,-7-4-30,10 11-7,-11-11-100,10 9 33,10 13 16,-2-4 3,1-1-1,0 1 1,-1-1-1,2 0 1,-1-1-1,0 0 1,1 0-1,-1 0 1,1-1-1,0 1 1,0-2 0,0 1-1,8 0 1,35 13-30,-47-13 22,1 0-1,0 1 1,0-1 0,-1 1-1,1 0 1,-1 0 0,0 0-1,0 1 1,0-1 0,0 1-1,-1 0 1,1 0 0,2 7-1,21 59 51,-14-31-40,-10-34 3,0 0 0,0-1-1,1 1 1,0 0 0,0-1 0,0 1 0,0-1 0,1 0-1,-1 0 1,1 0 0,0 0 0,1-1 0,-1 0 0,1 0-1,-1 0 1,1 0 0,0-1 0,0 0 0,0 0 0,0 0-1,0 0 1,0-1 0,1 0 0,-1 0 0,0 0 0,1-1 0,-1 0-1,1 0 1,-1 0 0,8-2 0,-11 1-1,0 1 0,0-1-1,0 0 1,-1 0 0,1 0 0,0-1 0,0 1-1,-1 0 1,1 0 0,-1-1 0,1 1 0,-1-1 0,0 0-1,0 1 1,0-1 0,0 0 0,2-2 0,10-28 42,-11 21-54,0 0 0,-1 0 0,0 0 0,-1 0-1,-1-1 1,0 1 0,0 0 0,-1 0 0,-5-18 0,5 20 3,1 7-15,0-1 0,0 1 0,0-1 0,-1 1 1,1 0-1,-1-1 0,1 1 0,-1 0 0,0 0 1,0 0-1,0 0 0,0 0 0,0 1 0,0-1 1,-1 0-1,1 1 0,-3-2 0,-2-1 11,5 3-87,-27 11 147,26 0-67,0 0 0,0-1 0,0 1 0,1 0 0,1 0 0,0 1 0,0-1 0,1 0 0,0 0 0,1 0 1,0 0-1,1 0 0,0 0 0,0 0 0,7 17 0,-7-22-186,1 1 0,-1-1 0,1 0 0,0 0 0,0-1 0,0 1 0,1-1 0,-1 1 0,1-1 0,0 0 0,0-1 0,1 1 0,-1-1 0,1 1 0,0-1 0,0-1 0,0 1 0,0-1 0,0 0 0,1 0 0,-1 0 0,1-1 0,-1 0 0,1 0 0,-1 0 0,1-1 0,0 0 0,-1 0 0,1 0 0,6-2 0,9 0-2131,-3 2-1655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18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156 250 3400,'-18'3'4789,"-6"23"-3963,14-17-749,0 1-1,0 0 1,1 0-1,1 1 1,-1 0-1,2 0 0,-1 1 1,2 0-1,0 0 1,0 1-1,1 0 1,0 0-1,2 0 0,-1 0 1,1 1-1,1-1 1,1 1-1,-1 20 1,2-30-45,5 7 2,9 9 30,-10-14-68,1-1-1,0 0 1,0 0 0,1 0 0,-1 0 0,8 3 0,6 7-155,-17-13 1,-2-2 155,1 1-1,-1 0 0,1-1 0,0 1 0,-1-1 1,1 1-1,0-1 0,0 1 0,-1-1 1,1 1-1,0-1 0,0 0 0,0 1 1,-1-1-1,1 0 0,0 0 0,0 0 1,0 0-1,0 0 0,0 0 0,-1 0 0,1 0 1,0 0-1,1 0 0,21-1-94,-19-1 92,1-1 0,-1 1 1,0-1-1,0 0 0,0 0 0,0 0 1,-1 0-1,1 0 0,-1-1 1,0 0-1,0 0 0,0 0 1,-1 0-1,1 0 0,-1 0 0,0-1 1,0 1-1,-1-1 0,1 0 1,1-9-1,3-11 27,-2-1 0,3-40 1,-7 60-17,2-48 48,-9-81-1,0 1 131,-2 78-143,2 21-165,-17 70 172,18-11 8,0 1 1,1-1 0,2 1-1,1 0 1,0 0-1,2-1 1,1 1-1,1 0 1,1 0-1,9 35 1,69 226-1930,-69-261-3064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18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60 3640,'0'0'4621,"-17"-26"-3901,15 23-679,0 0 0,0 0-1,-1 1 1,1-1-1,-1 1 1,0 0-1,1 0 1,-1 0-1,0 0 1,0 0-1,-1 0 1,1 1-1,0 0 1,0-1-1,-5 0 1,6 2-24,-1 1 1,0-1-1,1 0 0,-1 1 1,0-1-1,1 1 1,-1 0-1,1 0 0,0 0 1,-1 0-1,1 0 1,0 1-1,-1-1 1,1 1-1,0-1 0,0 1 1,0 0-1,0 0 1,1 0-1,-1 0 1,-2 4-1,-2 3 18,1 1 1,0 0 0,0 0-1,1 1 1,1-1-1,0 1 1,0 0-1,1 0 1,0 0-1,1 0 1,0 0-1,1 0 1,0 0 0,1 1-1,0-1 1,1 0-1,0 0 1,7 20-1,-7-27-21,-1-1 0,2 1-1,-1 0 1,0-1 0,1 1 0,0-1-1,0 0 1,0 1 0,0-2-1,0 1 1,1 0 0,-1-1-1,1 1 1,0-1 0,0 0 0,-1 0-1,1 0 1,7 1 0,6 1-209,0 0 1,0-1 0,24 1-1,-3 0-959,-33-4 578,0 0 0,0 0-1,0-1 1,0 0-1,0 1 1,-1-1 0,1-1-1,7-2 1,1-1-3242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20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3908,'0'0'5088,"-9"30"-4884,6-2-138,1-1 0,1 0 0,4 49 0,0-4 266,6 2 394,-9-71 340,-5-39-1034,7 16-33,1 0 1,2 1 0,0-1 0,0 1-1,2 0 1,1 0 0,0 1-1,1 0 1,1 0 0,17-23-1,-25 39 9,-2 2-10,1 0 0,0 0 0,-1 0 0,1 0 0,-1 0 0,1-1 0,0 1 0,-1 0 0,1 0 0,-1-1 0,1 1 0,-1 0 0,1-1 0,0 1 0,-1-1 0,0 1 0,1-1 0,-1 1 0,1-1 0,-1 1 0,0-1 0,1 1 0,-1-1 0,1 0 0,-1 1 0,0-1-1,0 1 1,0-1 0,0 1 0,1 0 0,-1-1 0,0 1 0,0 0 0,1-1 0,-1 1 0,0 0 0,0 0 0,1-1 0,-1 1 0,0 0 0,1 0 0,-1-1 0,0 1 0,1 0 0,-1 0 0,1 0 0,-1 0 0,0 0 0,1-1 0,-1 1-1,1 0 1,-1 0 0,0 0 0,1 0 0,-1 0 0,1 0 0,-1 0 0,0 1 0,1-1 0,-1 0 0,1 0 0,-1 0 0,0 0 0,1 0 0,-1 1 0,0-1 0,1 0 0,-1 0 0,0 0 0,1 1 0,-1-1 0,0 0 0,1 1 0,-1-1-1,0 0 1,0 1 0,1-1 0,-1 0 0,0 1 0,0-1 0,0 0 0,0 1 0,0-1 0,1 1 0,4 6 2,0-1 1,0 1-1,-1 1 1,0-1-1,0 1 0,-1-1 1,1 1-1,2 13 1,14 71 67,-17-74-75,11 43 19,-13-58 1036,20-34-946,3-10-129,-10 16 11,1 0 0,1 1-1,1 0 1,1 1-1,23-21 1,-39 42-37,1 3-10,0 1 45,0 0 0,-1 0 0,1 0 0,0 0 0,-1 0 0,0 0 0,5 6-1,-6 25 51,2 0 0,1 0 0,2-1 0,2 1 0,0-1-1,19 45 1,-22-61-395,0 3-625,1-10-5485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20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4400,'-3'1'145,"1"0"-1,-1 1 1,1-1-1,-1 0 1,1 1-1,0 0 1,-1-1-1,1 1 1,0 0-1,0 0 0,0 0 1,1 1-1,-1-1 1,0 0-1,1 1 1,0-1-1,-1 1 1,1-1-1,0 1 1,0 0-1,0-1 1,1 1-1,-1 4 0,-13 79 540,12-62-287,-1-8-291,1 0-1,1 0 0,1 0 1,0 1-1,1-1 1,1 0-1,7 30 0,-7-40-30,0 0 0,0-1 0,1 1 0,0-1 1,0 1-1,1-1 0,-1 0 0,1 0 0,0-1 0,1 1 0,-1-1 0,1 0 0,0 0 0,0 0 0,0-1 0,0 0 0,1 0 0,-1 0 0,1-1 0,0 1 0,-1-1 0,1-1 0,9 2 0,-11-1-51,0-1-1,0 0 0,1-1 0,-1 1 0,0-1 0,1 0 0,-1 0 1,0 0-1,1-1 0,-1 1 0,0-1 0,0 0 0,1 0 0,-1-1 1,0 1-1,0-1 0,0 0 0,-1 0 0,1 0 0,0-1 0,5-4 1,-6 3-13,0 1 0,-1-1 1,1 0-1,-1 0 1,0 0-1,0 0 1,-1 0-1,1 0 1,-1-1-1,0 1 1,0 0-1,-1-1 1,1 1-1,-1-1 1,0 1-1,0 0 0,0-1 1,-1 1-1,1-1 1,-1 1-1,-2-6 1,0-1-54,0-1 0,-1 1 0,0 0 0,0 0-1,-1 1 1,-1-1 0,-13-17 0,16 24-239,0 0 0,-1 0 0,1 0 0,-1 1 0,0-1 0,0 1 0,0 0-1,-1 0 1,1 1 0,-1 0 0,0-1 0,1 1 0,-1 1 0,0-1 0,0 1 0,0 0 0,0 0-1,0 0 1,-7 0 0,5 1-2074,-8-2-1673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2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 2984,'0'0'3959,"-34"-5"-1560,31 6-2385,-1 0 1,0 0 0,0 0-1,1 1 1,-1-1 0,1 1 0,-1 0-1,1 0 1,-1 0 0,1 0-1,0 1 1,0-1 0,0 1 0,1 0-1,-1 0 1,1 0 0,-1 0 0,1 0-1,0 1 1,0-1 0,0 0-1,1 1 1,-1 0 0,1-1 0,0 1-1,0 0 1,-1 7 0,0 5 100,0-1 0,1 1 1,1 0-1,1 0 0,4 31 1,-3-39-95,0 0 0,0 1 0,1-1 0,0 0 0,0 0 0,1-1 0,0 1 0,0-1 0,1 1 0,0-2 0,0 1 0,1 0 0,6 5 0,6 4 50,0-2 0,1 0 1,28 15-1,-42-27-67,0 0 1,0 0-1,1-1 0,-1 0 1,0 0-1,1 0 0,-1 0 0,1-1 1,-1 0-1,1 0 0,-1-1 1,7-1-1,-5 0-12,-1 0 0,0 0 1,0 0-1,1-1 0,-2 0 0,1-1 1,0 1-1,-1-1 0,1 0 0,5-6 0,4-2 29,-12 9-12,0 0 0,0 0 0,0-1 0,0 1 0,-1-1 0,1 0 0,-1 0 0,0 0 0,2-5 0,5-10-67,-7 16 58,0-1 1,-1 0-1,0 0 1,0 0-1,0 0 1,0 0-1,0-1 1,-1 1-1,0 0 1,0 0-1,0 0 1,-1 0-1,1-1 1,-1 1-1,-1-4 1,-19-60-44,20 64 70,-20-52-122,20 54 72,-2-7 144,2 8-156,0 0-1,0 0 1,1 0 0,-1-1-1,0 1 1,1 0-1,-1 0 1,1 0 0,0-1-1,-1 1 1,1 0 0,0 0-1,0-1 1,0 1-1,0-2 1,1 2 24,1-1 0,-1 1 0,1-1 1,0 1-1,0 0 0,0-1 0,0 1 0,0 0 0,0 0 0,0 1 1,0-1-1,0 0 0,0 1 0,0-1 0,1 1 0,-1-1 1,0 1-1,3 0 0,2 1 10,0-1 1,0 1-1,0 0 0,-1 1 1,14 4-1,3 3-25,0 2-1,30 18 1,-42-22 30,0 1 1,-1 0 0,0 1 0,-1 0 0,0 0 0,0 1-1,-1 0 1,0 0 0,-1 1 0,6 11 0,5 14-431,25 70-1,-33-78-142,-9-25-51,19 14-4204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23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3800,'0'0'2477,"-24"15"-509,-26 5-1074,48-19-883,-21 28 32,20-20-8,-1-1 0,1 1-1,0-1 1,1 1 0,0 0 0,0 0 0,1 0 0,0 0 0,1 1-1,1 11 1,1-9-24,0-1 0,1 0 0,1 0 0,0-1 0,0 1 0,1-1 0,1 0 0,0 0 0,0-1 0,9 11 0,-14-18 132,16 16-153,-16-17 3,0 0 9,0 0 0,-1-1 0,1 1 0,0 0 0,-1-1 0,1 1 0,0 0 0,0-1 0,0 1 0,0-1 0,-1 1 0,1-1 0,0 1 0,0-1 0,0 0 0,0 0 0,0 1 0,0-1 0,0 0 1,0 0-1,0 0 0,1 0 0,24 1 94,-23-1-90,0 0-1,0 0 0,0-1 0,0 1 1,0-1-1,0 0 0,0 0 0,-1 0 1,1 0-1,0-1 0,0 1 1,-1-1-1,1 0 0,-1 1 0,1-1 1,-1 0-1,0 0 0,0-1 0,0 1 1,3-5-1,-2 2 13,-1 0 1,0 0-1,0 0 1,0 0-1,-1 0 0,0-1 1,0 1-1,0 0 1,-1-1-1,0-10 0,-1-4 19,-2-1 0,0 1 0,-2-1-1,0 1 1,-9-22 0,7 25-36,4 10-40,0-1 0,0 1 0,0-1 0,1 0 0,-2-11 0,-5 63 8,11-19 43,2 0 0,0 1 0,1-1 0,14 37 0,-13-42 22,32 60-2187,-37-77 996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2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3404,'-5'4'312,"0"-1"-1,1 1 0,-1 0 0,1 0 0,0 0 1,0 0-1,0 1 0,0 0 0,1 0 1,0 0-1,0 0 0,0 0 0,1 0 0,-1 1 1,1 0-1,-2 10 0,-2 8-84,1 1 1,-4 39-1,8-57-209,1-1 0,-1 1 0,1 0 1,0-1-1,1 1 0,-1 0 0,2-1 0,-1 1 0,0-1 1,1 1-1,0-1 0,1 0 0,0 1 0,0-1 0,0-1 1,0 1-1,1 0 0,0-1 0,0 0 0,1 0 0,-1 0 1,1 0-1,0-1 0,0 1 0,1-2 0,-1 1 1,1 0-1,0-1 0,0 0 0,0 0 0,0-1 0,1 0 1,-1 0-1,12 2 0,-11-3-26,0 0 0,-1 0 0,1-1 0,0 1 0,0-2 0,-1 1 0,1-1 0,0 0 0,-1 0 0,1-1 0,-1 1 0,1-1 0,-1-1 0,0 0 0,0 0 0,0 0 0,0 0 0,-1-1 0,1 0 0,-1 0 0,0 0 0,0-1 0,0 0 0,-1 0 0,0 0 1,0-1-1,7-10 0,-9 10 81,0 0 1,0 0 0,-1 0 0,0 0 0,0 0 0,0 0 0,0-9 0,0-6 6,0 18-29,-2-41 453,-6 23-565,1 33-86,0 40-43,5-44 124,2 0 0,-1 1 0,1-1 0,1 0 0,0 0 0,0 0 0,0 0 0,1 0 0,0 0 0,0-1 0,1 0 0,8 12 0,-11-17 46,1-1 0,0 1 0,-1-1 0,1 1 1,0-1-1,0 1 0,0-1 0,0 0 0,0 0 0,0 0 1,1 0-1,-1-1 0,0 1 0,0-1 0,1 1 1,-1-1-1,0 0 0,1 1 0,-1-1 0,0-1 1,1 1-1,-1 0 0,0 0 0,4-2 0,4-1-1,-1 0 1,0-1-1,0 0 0,11-6 0,-16 7 17,1-1 49,0-1 1,0 0 0,-1 0 0,0 0 0,0 0 0,0-1 0,-1 0 0,0 0 0,0 0 0,0 0 0,-1 0-1,0 0 1,0-1 0,1-10 0,12-90 588,-15 105-357,0-2-175,0-1 0,0 1 0,0 0-1,-1-1 1,0 1 0,0 0 0,0 0 0,0-1 0,-3-3 0,-8-17 281,12 25-380,0 0 1,0-1-1,0 1 0,0 0 1,-1 0-1,1 0 0,0 0 1,0 0-1,0 0 0,0 0 1,0 0-1,0-1 0,-1 1 1,1 0-1,0 0 0,0 0 1,0 0-1,0 0 0,-1 0 1,1 0-1,0 0 0,0 0 1,0 0-1,0 0 1,0 0-1,-1 0 0,1 0 1,0 0-1,0 0 0,0 0 1,0 0-1,-1 0 0,1 0 1,0 1-1,0-1 0,0 0 1,0 0-1,0 0 0,0 0 1,-1 0-1,1 0 0,0 0 1,0 0-1,0 1 0,0-1 1,0 0-1,0 0 1,0 0-1,0 0 0,0 0 1,-1 1-1,1-1 0,0 0 1,0 0-1,0 0 0,0 0 1,0 1-1,0-1 0,0 0 1,0 0-1,-4 48 76,3-23-100,-2 43 60,-10 98 434,0-81-165,5-36 421,-4 88 0,13-110-648,9 48 0,-6-57-62,-1 0-1,-1 0 1,-1 1 0,0-1 0,-1 1-1,-4 24 1,3-37-18,-1 0 0,0-1 0,0 1 0,-1-1 0,0 1 0,1-1 0,-2 0 0,1 0-1,-1 0 1,1 0 0,-1-1 0,-1 0 0,1 0 0,-1 0 0,1 0 0,-1 0 0,0-1 0,0 0 0,-1 0 0,1-1 0,-12 5 0,12-5 4,0-1 0,0 0 1,-1 0-1,1 0 1,-1 0-1,1-1 0,0 0 1,-1 0-1,1 0 0,-1-1 1,1 0-1,0 0 0,-1 0 1,1 0-1,0-1 0,0 0 1,0 0-1,0-1 1,0 1-1,1-1 0,-1 0 1,1-1-1,-1 1 0,-5-7 1,2 1 10,0-1 0,1 1 1,0-2-1,1 1 0,0-1 1,1 0-1,0 0 0,1 0 0,0-1 1,0 0-1,1 0 0,1 0 1,-2-24-1,4 27-291,0-1 1,0 1-1,1 0 0,0-1 0,1 1 1,0 0-1,1-1 0,-1 1 0,2 0 1,-1 1-1,1-1 0,1 1 0,-1-1 1,2 1-1,-1 1 0,1-1 0,0 1 1,9-9-1,-3-2-4572,0 4-447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26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3204,'0'0'2052,"30"17"1258,-16-12-2938,1-1-1,-1 0 1,1-1 0,0-1-1,0 0 1,1-1 0,21-2-1,13 3-172,-12 2-72,0 3 0,0 1 0,-1 2 0,37 15 0,-34-11-95,0-2 1,80 14-1,-43-21 42,0-3 0,0-3 0,126-19 1,-148 16-47,1 2 0,0 3 0,100 14 0,-22-2-25,158 16 123,-255-23-94,45 12-1,-79-17-14,6-1-8,1-1 0,-1 2 1,0-1-1,13 4 0,26 0 75,-28-3-94,1 1 1,-1 1-1,0 1 0,0 1 1,21 7-1,-15-4 22,0-1 0,30 3 1,130 4 103,-108-10 11,45-2-84,-81-4-41,1 1 1,-1 2-1,1 2 1,58 12-1,-59-9 24,0-2 0,47 0 0,34 0-20,1 6 0,184 38 0,-141-23 117,-163-24-156,35 5-28,251 28 486,-287-33-11,15-1-287,-5-1-1944,-29-5-3088,-2-1 2486,0-1-3014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56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17 2788,'0'0'1774,"-19"-17"156,-24 79 2809,41-60-4780,-18 22 103,-147 186 413,165-208-385,-35 42-193,21-27 11,14-15-54,-5 20-965,-7-25-9242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6:5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5248,'0'0'2170,"7"23"-1135,-4-14 1861,17 22-2755,2-1 0,1-1 0,0-1 0,3-1 0,52 44 1,-76-69-136,76 62-1044,-76-63 562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15 4192,'-1'-1'366,"0"-1"0,1 1 0,-1 0 0,0 0 0,0 0-1,0 1 1,0-1 0,0 0 0,0 0 0,0 0 0,0 1-1,0-1 1,0 0 0,0 1 0,0-1 0,-3 0 0,-5 6 3429,2 3-5218,5-6 1602,-25 9 259,19-7-373,1 1 0,0 0 0,1 0 0,-1 0 0,1 1 1,0 0-1,0 1 0,1-1 0,0 1 0,0 0 1,1 0-1,0 1 0,0-1 0,0 1 0,1 0 0,0 0 1,1 0-1,-2 11 0,-4 19 155,1 0 1,-2 60-1,9-94-197,-1 13 53,1 0-1,0 0 1,1 1 0,4 20-1,-3-32-107,-1 1 0,2 0 0,-1-1 0,0 1 0,1-1 0,1 1 0,-1-1-1,1 0 1,0-1 0,0 1 0,0-1 0,9 9 0,-11-13-321,1-1-273,-1 0 432,0 0 0,1 0 0,-1 0 0,0 0 0,0 0 0,1 0 0,-1-1 0,0 1 0,0-1 0,1 0 0,-1 1 0,0-1 0,0 0 1,0 0-1,0 0 0,4-3 0,11-26-5073,-8 13-462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4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5513,'3'2'189,"0"-1"0,-1 1 0,1 0 0,-1 0 1,1 0-1,-1 0 0,1 0 0,-1 0 0,0 1 1,0-1-1,0 1 0,-1-1 0,1 1 1,-1 0-1,1 0 0,-1 0 0,0 0 0,0 0 1,0 0-1,0 0 0,-1 0 0,1 0 1,-1 0-1,0 1 0,0-1 0,0 0 0,0 0 1,-1 0-1,0 4 0,-3 19 339,2 0 0,0 0 1,4 46-1,-2-69-435,3 30 56,-2-30 622,-1-6-777,2-11-5,1 1 0,0 0 0,1 0-1,0 0 1,1 1 0,0-1-1,1 1 1,1 0 0,13-19 0,-19 29-20,9-12 70,-3 3-81,-5 9 25,0 4-70,0 1 109,0-1 1,0 1-1,-1 0 1,1 0-1,-1 0 1,1 0-1,-1 0 1,0 0 0,0 0-1,0 4 1,7 38 378,2 88 1,-11-81-1465,0-47-2930,0-31-652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6429,'3'2'497,"-1"1"0,1-1 1,-1 1-1,0 0 0,1-1 1,-1 1-1,-1 0 1,1 0-1,0 0 0,-1 0 1,1 1-1,1 5 0,-2-5-1172,1-2 700,-1 1 0,1-1 0,-1 1 0,1-1 0,0 0 0,0 0 0,0 0 0,0 0 0,0 0 0,1 0 0,-1-1 0,1 1-1,-1-1 1,1 0 0,-1 1 0,1-1 0,3 1 0,51 11 184,-27-9-147,-27-3-7,12-23 1,-21-4-103,-1 0 1,-18-43-1,24 67-41,-15-11-383,8 10-3361,-23 5-242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5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4536,'-11'30'2555,"25"125"869,-5-52-2696,-8-100-764,6 23-52,-8-21-4863,-11-12 2681,-1-1-1616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6561,'0'0'5032,"12"-5"-5220,1-1-100,-10-16-10817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6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53 5096,'0'0'4970,"-9"33"-3098,-15 85-199,15-67-1242,9-47-386,-6 10 62,3-1-72,3-10 62,-4 12-4,1-5 37,7-19-72,29-88-47,24-59-362,-41 134 315,-14 20 26,0 0-1,0 0 0,0 0 1,0-1-1,-1 1 0,1-1 1,-1 1-1,0-1 0,0 1 1,1-4-1,26 44 88,23 143-1545,-50-178 718,10 22-6068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19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132 119 5176,'0'0'4764,"2"32"-3188,-11-9-1300,2 1 0,0-1 1,2 1-1,0 1 0,2-1 0,1 1 0,0-1 0,3 30 0,29 202 563,-29-250-805,15 97 462,4 167 1,-20-268-499,0 1 0,-1 0 0,1-1 0,-1 1 0,0-1 0,1 0 0,-1 1 0,0-1 0,-1 0 0,1 1 0,0-1 0,-1 0 0,1 0 0,-1 0 0,0 0 0,0 0 0,1-1 0,-1 1 0,-1 0 0,1-1 0,-3 2 0,3-1-82,-37-4 52,-14-25-248,50 26 280,-25-26-1140,27 24 1106,0 1 0,1 0 0,-1 0-1,0-1 1,0 1 0,1 0 0,0-1 0,-1 1-1,1 0 1,0-1 0,0 1 0,0-1 0,0 1-1,1 0 1,-1-1 0,1 1 0,-1 0 0,1-1-1,1-2 1,26-46-120,-11 23 139,1-6 64,1 1-1,46-58 1,-52 71 8,0 0 0,-1-1 0,-2 0 0,0-1 0,-1 0 0,7-25 0,-13 38-11,48-151 215,-37 119-315,-3-1 0,11-69 1,-19 29 88,-3 64-28,0 16-25,-6-40 97,-6-13 122,12 53-205,-16 34-26,6 31 392,-3 102 1,10-110-90,-4 241 647,8-285-905,0 0-1,1 1 0,0-1 0,1 0 0,6 16 0,3 15 44,-11-40-80,3 1-143,8 26 202,-11-27-47,0 0-1,-1 0 0,2 0 1,-1-1-1,0 1 1,0 0-1,0 0 1,1-1-1,-1 1 0,1-1 1,0 1-1,-1-1 1,1 0-1,0 0 1,0 1-1,-1-1 0,1-1 1,0 1-1,0 0 1,0 0-1,0-1 1,1 1-1,-1-1 0,0 1 1,0-1-1,0 0 1,0 0-1,0 0 1,0 0-1,1 0 0,-1-1 1,0 1-1,4-2 1,-3 1-6,0-1 18,0-1 0,0 0-1,0 0 1,0 0-1,-1 0 1,1-1-1,-1 1 1,0 0 0,0-1-1,0 0 1,0 1-1,-1-1 1,2-6-1,27-149-53,-27 115 289,-6 35-251,-4 35-129,4-11 151,1 1 0,0 0 0,1 1 1,1-1-1,1 0 0,3 27 0,-3-40 85,2 14-179,2-4 201,-4-10-104,0-1-9,-1 0-1,1 0 0,0 0 0,0 0 1,0 0-1,0 0 0,0 0 0,1-1 0,-1 1 1,0 0-1,3 1 0,-1-3 3,0 0 0,0-1 0,-1 0 0,1 0 0,0 1 0,-1-2 0,1 1 0,0 0 0,-1 0 0,0-1 0,1 1 1,-1-1-1,0 0 0,0 0 0,3-3 0,-1 0-7,0-1-1,-1 0 1,0 1 0,0-1 0,-1-1 0,3-7 0,7-40-6,-12 51 32,8-27-276,-3 48 280,2-1-1,0 0 0,1-1 1,1 0-1,0 0 1,1-1-1,1 0 0,19 21 1,-24-29-30,2 0-1,-1-1 1,1 0-1,0 0 1,0-1 0,0 0-1,1 0 1,0-1 0,0 0-1,0 0 1,0-1 0,0 0-1,1-1 1,0 0 0,-1-1-1,1 0 1,0 0-1,10-1 1,-15 0 7,-1-1 0,0 1-1,0-1 1,0 0 0,0 0 0,0-1 0,0 1-1,0-1 1,0 0 0,-1 0 0,1 0-1,0 0 1,-1-1 0,0 1 0,0-1-1,1 0 1,-2 0 0,1 0 0,0-1 0,-1 1-1,1-1 1,-1 1 0,3-6 0,1-6-25,-1 0 0,0 0 0,0-1 0,2-26 0,-4 27 10,-2 7 24,-1 0 0,0 1 0,0-1 0,-1 0 0,-1-9 0,-1-12-109,3 26 70,-14-31-268,12 32 292,1 1-1,-1-1 1,1 1-1,-1 0 0,0 0 1,0 0-1,1 0 0,-1 0 1,0 0-1,0 0 0,0 1 1,0-1-1,0 0 0,0 1 1,0 0-1,0 0 1,-1-1-1,1 1 0,0 0 1,0 1-1,0-1 0,0 0 1,0 1-1,-2 0 0,1 1-2,1 0 0,-1 0 0,1 1 0,0-1 0,0 1 0,0-1 0,0 1 0,1 0-1,-1 0 1,1 0 0,-1 0 0,1 0 0,0 0 0,0 4 0,-3 5-1,1-1-1,1 1 1,0 0 0,1 1 0,0-1 0,1 0-1,0 0 1,1 0 0,0 1 0,1-1 0,0 0 0,1 0-1,1-1 1,0 1 0,0-1 0,1 0 0,7 12-1,-10-20-62,0-1 0,0 1 0,1-1 0,-1 0 0,1 0-1,-1 0 1,1 0 0,0 0 0,-1 0 0,1-1-1,0 1 1,0-1 0,0 0 0,0 0 0,1 0 0,-1 0-1,0-1 1,6 1 0,-5 0-146,0-1 0,0 0 0,0 0 0,0 0 0,0 0 0,0-1 0,0 1 0,0-1 0,0 0 0,0 0 0,0 0 0,0-1 0,-1 0 0,5-2 0,-4 0-364,0 0 1,0-1-1,0 0 0,-1 0 1,0 0-1,0 0 1,0 0-1,0-1 1,-1 1-1,2-10 1,-2 11-104,4-13-3268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2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5100,'16'16'1101,"-13"-12"442,9 20 183,-14 3-981,-1-1 1,-12 51-1,9-49-57,0 2 1,-2 37-1,-4-46 1044,11-40-1781,2 0 1,0 0-1,1 0 1,1 0-1,1 1 1,0-1-1,2 1 1,0 0-1,1 0 1,11-20-1,-17 36 8,1 2-334,0 1 377,0 0 0,0 0-1,0 0 1,0 0 0,0 1 0,-1-1 0,1 0-1,0 1 1,-1-1 0,3 4 0,-2 32-458,1-1 0,13 61 1,-7-82-446,-5-10-645,-1 2-4902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20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32 6557,'0'0'961,"-11"33"1929,4-21-2618,1 1 0,0 0 0,0 1 0,2-1 0,0 1 0,0 0 0,1 0 0,-1 15 0,1 2-46,1 1 0,4 54 1,-1-81-225,-1 0 1,1-1 0,0 1-1,0 0 1,0-1 0,0 1 0,1-1-1,0 1 1,0-1 0,0 1-1,1-1 1,-1 0 0,1 0 0,0-1-1,0 1 1,1 0 0,-1-1-1,6 5 1,-3-5-30,-1 0 0,1 0-1,0 0 1,0-1 0,0 1 0,0-2-1,0 1 1,1-1 0,-1 0 0,1 0-1,-1 0 1,10-1 0,-4-1-32,0 0 0,0 0 0,0-2 0,-1 1 0,1-1 1,-1-1-1,0 0 0,0 0 0,0-1 0,0-1 0,-1 0 0,0 0 0,0-1 0,14-13 0,-17 12 81,-1 1-1,0-1 0,0-1 0,-1 1 0,0-1 0,-1 0 0,1 0 0,-2 0 0,1 0 0,-1-1 0,-1 1 0,0-1 0,0 0 0,0-19 0,-3-2 91,-1 1 0,-1-1 0,-11-42 0,7 34-33,7 38-79,0-1 0,-1 1 0,1-1 1,0 1-1,-1-1 0,1 1 0,-1-1 1,0 1-1,1 0 0,-1-1 0,0 1 1,0 0-1,0-1 0,0 1 1,0 0-1,0 0 0,0 0 0,-2-2 1,2 3 2,0-1 1,0 1 0,0 0 0,0 0-1,-1-1 1,1 1 0,0 0 0,0 0 0,0 0-1,0 0 1,0 1 0,0-1 0,0 0-1,0 0 1,0 1 0,0-1 0,0 0-1,0 1 1,0-1 0,-1 2 0,-2 0 42,1 1 1,-1-1 0,1 1-1,0 0 1,0 0 0,0 1-1,0-1 1,0 1 0,1-1-1,0 1 1,-3 6 0,-2 8 110,0 1 0,2 1 0,0-1 0,2 1 0,0-1 0,0 29-1,3-40-162,0 0-1,1-1 0,0 1 1,0 0-1,1 0 0,0 0 1,1-1-1,4 11 0,-5-14-96,0 0 0,0-1 0,1 1 0,0 0 0,0-1 0,0 1-1,0-1 1,0 0 0,1 0 0,-1 0 0,1-1 0,0 1 0,0-1-1,0 0 1,7 3 0,-6-4-276,0 0 0,1 0 0,-1-1 0,0 1 0,1-1 0,-1 0 0,1 0 0,-1-1 0,0 0 0,1 0-1,-1 0 1,0 0 0,0-1 0,0 0 0,0 0 0,0 0 0,0-1 0,-1 0 0,1 1 0,-1-2 0,7-5 0,5-7-4493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21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7225,'0'0'4483,"6"16"-2622,86 214 2324,-59-144-3680,-15-39-390,-2 1 1,-2 0-1,-2 1 1,-2 0-1,6 78 0,-15-110-296,-1 0 0,0 0 0,-1 0 0,-1 1 0,-1-2 0,0 1-1,-2 0 1,1-1 0,-2 1 0,0-1 0,-1-1 0,-1 1 0,0-1 0,-1-1-1,-1 1 1,0-2 0,-1 1 0,0-1 0,-22 19 0,27-29-375,0 1 1,0-1-1,0 0 1,-1-1-1,1 1 1,-1-1 0,1-1-1,-1 1 1,0-1-1,0 0 1,1-1-1,-1 1 1,0-1-1,0-1 1,0 1-1,-12-4 1,16 4 225,-22-3-5214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9:38:22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6805,'0'0'1341,"14"-16"1159,-8 15 2215,-1 8-4522,0-1 1,1 1 0,0-1-1,0 0 1,0 0 0,1-1-1,0 0 1,0 0 0,1 0-1,-1-1 1,1 0 0,0-1-1,0 1 1,11 2 0,12 1 217,-1-2 1,54 4-1,-23-3-245,53 3 24,154-9 1,-108-2-259,-17 5 68,61-1 126,259 6-175,-407-9 58,0-3 0,0-2 0,-1-3 0,79-22 0,52-8-97,-183 39 63,8-2 229,7-1-982,-16-33-12466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0:2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80 225 2928,'0'0'8075,"-3"17"-8155,1 38 105,3 0 1,2 0-1,16 85 0,11-20 119,-30-117 1941,-9-11-1931,8 7-154,0 1 1,0-1 0,0 1 0,0-1 0,-1 0 0,1 0 0,0 1 0,1-1 0,-1 0 0,0 0 0,0 0 0,0 0 0,0 0 0,1 0 0,-2-2 0,-54-238 75,43 197-107,3 0 1,1-1-1,2 0 1,3-1-1,1-75 1,17 73-6,-13 46 40,21-3-38,-20 4 31,0 0 0,1 0 0,-1 0 0,1 1 0,-1-1 0,1 1 0,-1-1 0,1 1 0,5 0 0,6 3-3,1 1 0,-1 0 0,1 1 0,-1 1 0,-1 0 0,1 1 0,-1 0 0,0 1 0,17 14 0,-21-16 4,-1 1-1,0 0 1,0 1-1,-1 0 1,0 0-1,-1 0 1,1 1 0,-2 0-1,1 0 1,-1 1-1,-1-1 1,0 1-1,0 0 1,2 11 0,-5-15-2,-1-1 1,0 0 0,0 0-1,0 0 1,-1 1-1,0-1 1,0 0 0,0 0-1,-1 0 1,1 0 0,-1-1-1,0 1 1,-1 0 0,1-1-1,-1 1 1,0-1 0,0 0-1,0 0 1,-1 0 0,1 0-1,-1-1 1,-8 7 0,3-3 9,0 0 1,-1-1-1,0 0 0,0-1 1,-1 0-1,1 0 1,-1-1-1,0-1 0,-13 3 1,19-5-105,0-1 1,0 0-1,0 0 1,0-1-1,0 0 1,0 0-1,1 0 1,-1 0 0,0-1-1,0 1 1,1-1-1,-1 0 1,-5-4-1,8 5-405,-8-4-862,-3 1 46,7-1-2961,1-6 14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0:26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126 178 3060,'-7'0'-19,"-1"0"484,1 0 0,-1 0 0,0 1 0,0 0 0,1 0 0,-10 4 0,14-4-372,-23 20 199,23-15-267,-1 0 1,1 0-1,0 1 0,0-1 1,1 1-1,0 0 1,0-1-1,1 1 1,-1 0-1,2 0 1,-1 0-1,1 0 1,0 0-1,0 0 0,1 0 1,0 0-1,0 0 1,1 0-1,0 0 1,0-1-1,0 1 1,1-1-1,0 1 1,0-1-1,1 0 0,0 0 1,0 0-1,0-1 1,0 1-1,1-1 1,0 0-1,7 5 1,-9-9-11,0 1 1,-1-1 0,1 0-1,0 0 1,0 0-1,-1-1 1,1 1 0,0 0-1,0-1 1,0 0-1,0 0 1,0 0 0,0 0-1,0 0 1,0-1-1,0 1 1,-1-1 0,1 0-1,0 0 1,0 0 0,0 0-1,-1 0 1,1-1-1,-1 1 1,1-1 0,-1 0-1,0 1 1,1-1-1,-1 0 1,0 0 0,0-1-1,0 1 1,-1 0-1,1-1 1,0 1 0,-1-1-1,0 1 1,0-1 0,1 0-1,0-5 1,-1 1 41,0-1 0,0 0 0,-1 0 0,0 1 0,0-1 0,-1 0 0,0 0 0,0 1 0,-5-15 0,0-7 253,-18-27-126,23 54-236,2 5-128,1 11 197,1 0 0,1-1 0,0 1 0,1-1 0,0 0 0,1 0 0,0-1 0,1 0 0,1 0 0,0 0 0,0-1 0,1-1 0,1 1 0,0-1 0,0-1 0,1 0 0,0 0 0,0-1-1,1-1 1,0 0 0,1 0 0,-1-1 0,17 5 0,-26-10 24,0 1-1,1-1 1,-1 0-1,1 0 1,0-1-1,-1 1 1,1-1-1,0 0 1,-1 0-1,1 0 1,-1 0-1,1-1 1,0 1 0,-1-1-1,1 0 1,-1 0-1,1 0 1,-1 0-1,0-1 1,1 0-1,-1 1 1,0-1-1,0 0 1,0-1-1,0 1 1,-1 0-1,1-1 1,0 1-1,-1-1 1,0 0-1,0 0 1,0 0-1,0 0 1,0 0-1,0-1 1,-1 1 0,0-1-1,2-4 1,-1-2 20,1-1 0,-2 1 1,1 0-1,-1-1 1,-1 1-1,0-1 1,-1 1-1,0-1 1,0 1-1,-1-1 1,0 1-1,-5-11 1,-7-10 9,-2 0 1,-1 2-1,-2 0 1,-1 0-1,-41-44 0,31 37-90,29 34 46,4 4-383,116 41 87,-75-28 148,70 33-1,-106-44 109,-1 0 0,1 1 0,-1 0 0,0 0 0,0 1 1,-1 0-1,0 0 0,0 1 0,0-1 0,6 12 0,-1 1 48,-1 1-1,13 39 0,-21-55-21,3 12-7,2-1 0,0-1 1,1 1-1,0-1 0,1-1 1,1 1-1,0-2 0,1 1 1,0-1-1,1-1 0,0 0 0,1-1 1,0 0-1,0-1 0,1 0 1,26 11-1,-36-19 20,-1 1 1,0-1-1,1 0 0,-1 0 1,1 0-1,0-1 0,-1 1 0,1-1 1,0 0-1,-1 0 0,1 0 1,-1-1-1,1 1 0,0-1 1,-1 0-1,1 0 0,-1 0 0,0 0 1,1-1-1,-1 1 0,0-1 1,0 0-1,0 0 0,0 0 1,0 0-1,0-1 0,0 1 0,-1-1 1,1 0-1,-1 1 0,0-1 1,0 0-1,0 0 0,0-1 1,-1 1-1,1 0 0,-1-1 0,0 1 1,0-1-1,0 1 0,0-1 1,0 1-1,-1-1 0,0 1 1,0-1-1,0-4 0,-1-4-12,-1 1-1,0-1 1,0 1-1,-1 0 1,-1-1 0,0 1-1,-1 1 1,0-1-1,0 1 1,-1 0 0,-13-17-1,-12-13-45,-49-49 0,60 68 42,-42-36-52,60 55-74,41 9-485,97 43 574,-29-8-71,-94-38 90,0 1 0,0 0 1,-1 1-1,0 0 0,0 1 1,0 0-1,-1 1 0,0 0 1,14 14-1,-18-14 17,0 1 0,0-1 1,-1 1-1,0 1 0,-1-1 0,0 1 1,0 0-1,-1 0 0,0 1 0,-1-1 1,0 1-1,1 11 0,-1-5-91,1 1 1,1-1-1,0 0 0,2-1 0,0 1 0,17 28 1,-19-36-478,1-1 0,-1 0 0,2 0 1,-1-1-1,1 0 0,0 0 0,1-1 0,0 1 1,0-2-1,0 1 0,1-1 0,-1 0 0,19 6 1,-9-5-2968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0:2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107 519 4032,'-26'10'1741,"22"-9"-1686,0 0-1,0 0 1,0 0 0,0 1 0,1-1-1,-1 1 1,0 0 0,1 0 0,-1 1 0,1-1-1,0 1 1,-1 0 0,1 0 0,1 0-1,-1 0 1,0 0 0,1 0 0,-1 1-1,1 0 1,0-1 0,0 1 0,1 0 0,-2 5-1,1-4-31,1-1 0,0 1 0,0 0 0,0-1 0,1 1-1,0 0 1,0 0 0,0 0 0,0-1 0,1 1 0,0 0 0,0 0 0,0-1-1,1 1 1,-1-1 0,1 1 0,0-1 0,3 5 0,0-1 25,0 0 1,1 0 0,0 0 0,0-1 0,1 0-1,0 0 1,14 10 0,-18-15 162,34-8 311,-35 5-503,-1 0 0,1-1-1,0 0 1,-1 1 0,1-1-1,-1 0 1,0 0 0,0 0-1,1 0 1,-1 0 0,-1 0-1,1 0 1,0 0 0,0 0-1,-1 0 1,1 0 0,-1-4 0,6-44 66,-6 40 11,0-15-47,-1-1 1,-1 1-1,-7-31 1,4 28 119,5 24-289,9 40 206,-2-14-73,2 0 0,1-1 0,0 0 0,21 31 0,-25-44 0,0-1 0,0 1-1,1-1 1,-1 0 0,2 0 0,-1-1-1,1 0 1,0 0 0,0-1 0,0 0-1,1 0 1,0-1 0,11 4 0,-17-7-7,0-1 1,0 0-1,0 1 1,0-1-1,0 0 1,0 0 0,0 0-1,0-1 1,0 1-1,0-1 1,0 0-1,0 0 1,0 0 0,0 0-1,0 0 1,-1-1-1,1 1 1,0-1-1,-1 0 1,1 0 0,-1 1-1,0-2 1,1 1-1,-1 0 1,0 0-1,2-5 1,1 1-2,-2 1 0,1-1 0,-1 0 0,1 0-1,-2-1 1,1 1 0,-1-1 0,0 1 0,0-1 0,1-9 0,-2-6 39,-2 1 1,0 0-1,-1 0 0,0 0 0,-10-31 1,-38-98 133,39 121-185,10 26 45,-9 43-152,11-25 141,1 1 1,0-1 0,1 0 0,1 0 0,7 21 0,35 74-90,-41-98 61,4 7 41,0 1-1,1-2 1,1 1 0,1-2-1,1 1 1,0-2 0,2 1-1,-1-2 1,21 17-1,-33-31-35,-1 0-1,0 0 0,1-1 0,-1 1 1,0 0-1,1-1 0,-1 1 0,1-1 1,0 1-1,-1-1 0,1 0 0,-1 0 1,1 1-1,-1-1 0,1 0 0,0-1 1,-1 1-1,1 0 0,-1 0 0,1-1 1,-1 1-1,1-1 0,-1 1 0,1-1 1,-1 1-1,1-1 0,-1 0 0,0 0 1,1 0-1,-1 0 0,0 0 0,0 0 1,0 0-1,0 0 0,0 0 0,0-1 1,0 1-1,0 0 0,0-1 0,0 1 1,0-2-1,3-5 1,-1 1 0,0-1 0,0 1 0,0-1 0,-1 0 1,2-12-1,-2-12 11,0-1 1,-2 1 0,-1-1 0,-7-37-1,-32-130-225,15 81 152,4 0-164,20 116 250,0 7-31,0-1 0,0 1 0,0 0 0,1-1 0,0 1-1,-1 0 1,1 0 0,0 0 0,1-1 0,-1 1 0,1 0 0,1 5-1,0 0 25,7 45 11,3 0 1,2 0 0,3-2-1,2 0 1,2 0 0,3-2-1,1-1 1,3-1 0,43 57-1,-55-86 26,0 0 0,2-2 0,0 1-1,27 18 1,-42-35-55,0 0 0,-1-1 0,1 1 0,0 0-1,0-1 1,0 1 0,0-1 0,0 0 0,0 0 0,0 0 0,0-1 0,0 1 0,0-1-1,-1 1 1,1-1 0,0 0 0,0 0 0,-1 0 0,1-1 0,4-2 0,-2-1 0,0 0 1,0 0 0,-1-1-1,0 0 1,0 0 0,-1 0 0,1 0-1,-1-1 1,-1 1 0,1-1-1,-1 0 1,0 0 0,-1 0-1,1 0 1,-1 0 0,-1 0 0,1 0-1,-1 0 1,-1 0 0,1 0-1,-3-9 1,-2-16-48,-1 1 0,-2 0 1,-14-37-1,17 54 15,-2 0 0,0 1 0,0 0 0,-10-13 0,16 24 28,0 0-3,0 1 0,0 0-1,0-1 1,0 1-1,0 0 1,0 0 0,0 0-1,0 0 1,0 0-1,0 0 1,0 0 0,-1 0-1,1 0 1,0 0-1,-1 1 1,1-1 0,-1 0-1,1 1 1,-1 0-1,1-1 1,-1 1 0,1 0-1,-1 0 1,1-1-1,-1 1 1,0 1 0,1-1-1,-1 0 1,1 0 0,-1 0-1,1 1 1,-1-1-1,1 1 1,-1-1 0,1 1-1,0 0 1,-1-1-1,1 1 1,0 0 0,-1 0-1,1 0 1,0 0-1,0 0 1,-2 2 0,0 0-3,0 0 0,0 0 0,1 1 0,-1-1 0,1 1 0,-1 0 1,1 0-1,0 0 0,1 0 0,-1 0 0,1 0 0,-1 0 0,1 0 1,0 7-1,2 2 23,1 1 0,0-1 0,1 1 0,1-1 0,0 0-1,1 0 1,0 0 0,1-1 0,0 1 0,1-1 0,1-1 0,0 0 0,0 0 0,1 0 0,0-1 0,1 0 0,0-1 0,1 0 0,0-1 0,0 0 0,15 7 0,-22-12-9,0-1-1,0-1 1,0 1 0,1-1 0,-1 1-1,0-1 1,1 0 0,-1-1-1,0 1 1,1-1 0,-1 0 0,1 0-1,-1 0 1,1-1 0,-1 1-1,0-1 1,1 0 0,-1 0 0,0-1-1,1 1 1,-1-1 0,0 0-1,0 0 1,-1-1 0,1 1 0,0-1-1,-1 1 1,1-1 0,-1 0-1,0-1 1,0 1 0,0-1 0,2-3-1,2-3 3,0-1-1,-1 1 0,-1-1 1,1 0-1,-2-1 0,0 1 1,0-1-1,-1 1 1,0-1-1,-1 0 0,1-16 1,-3-10-9,-2-1 1,-1 1-1,-16-72 1,-46-112-41,39 154 16,25 66 56,0 2-36,0 0 0,0 1-1,0-1 1,0 1-1,0-1 1,0 1-1,0 0 1,0-1 0,0 1-1,0 0 1,1 0-1,-1-1 1,0 1 0,0 0-1,1 0 1,-1 0-1,0 0 1,1 0-1,-1 0 1,1 0 0,-1 0-1,1 0 1,0 0-1,-1 1 1,1-1 0,0 0-1,0 2 1,-4 33 92,4 10-32,3-1 0,1 0 0,2-1 0,2 1 0,2-1-1,2-1 1,2 0 0,2-1 0,1 0 0,2-1 0,2-1 0,40 56 0,-48-82-413,0 0 1,1-1-1,0 0 0,1-1 1,0 0-1,1-2 0,0 0 1,1 0-1,21 7 0,-4-8-2532,-23-8 1719,17 4-3264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36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 1652,'0'0'6970,"33"-13"-6371,-23 5-563,0 0 1,1 1 0,0 0-1,1 1 1,-1 1 0,1 0-1,0 0 1,25-5-1,110-15 177,-100 19 39,-24 4-173,-1 0 0,1 1 0,31 3 0,-50-1-158,-1 0 94,1 0 0,0 1 0,-1-1 0,1 1 0,-1 0 1,0 0-1,0 0 0,0 1 0,0-1 0,0 1 0,3 3 1,-3-1-3,-1-1 1,0 1 0,-1-1 0,1 1 0,-1 0 0,0 0-1,0-1 1,0 1 0,-1 0 0,0 0 0,0 0 0,0 0-1,0 0 1,-1 0 0,0 0 0,0-1 0,0 1 0,0 0-1,-1-1 1,0 1 0,0 0 0,-4 6 0,-7 13 37,-1-1 1,-27 36 0,35-51-6,-210 266 38,191-239-58,2 0-1,2 2 1,-30 68-1,50-102-51,-6 29-102,4-25 144,1 0 1,0 0-1,1 0 1,-1 1-1,0 11 1,2-16 108,-3 12-69,0 0-1214,9-28-105,4-20-3666,-4 14 1026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37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97 3392,'-18'2'5701,"-11"-9"-5486,40-5-124,-8 10-15,-1 0-1,0 0 1,0 0 0,0-1-1,0 1 1,0 0 0,0-1-1,-1 0 1,1 1 0,-1-1-1,2-4 1,-3 7-69,0-1 0,0 0 1,0 1-1,0-1 0,1 0 1,-1 1-1,0-1 0,0 0 0,0 0 1,-1 1-1,1-1 0,0 0 1,0 1-1,0-1 0,0 0 0,-1 1 1,1-1-1,0 1 0,-1-1 0,1 0 1,0 1-1,-1-1 0,1 1 1,-1-1-1,1 1 0,-1-1 0,1 1 1,-1-1-1,1 1 0,-1 0 0,1-1 1,-1 1-1,0 0 0,1-1 1,-1 1-1,0 0 0,1 0 0,-1-1 1,0 1-1,1 0 0,-1 0 1,0 0-1,0 0 0,-27 2 130,26-2-85,-19 5-59,20-2 123,14-2-74,9-6 55,-21 5-81,0 0 1,0 0 0,0-1 0,-1 1-1,1 0 1,0 0 0,0-1 0,-1 1-1,1 0 1,0-1 0,0 1 0,-1-1-1,1 1 1,0 0 0,-1-1 0,1 0-1,0 1 1,-1-1 0,1 1 0,-1-1-1,1 0 1,-1 0 0,0 1 0,1-2-1,-1 1-10,-1 0 0,1 0-1,-1-1 1,1 1-1,-1 0 1,0 0 0,0 1-1,1-1 1,-1 0 0,0 0-1,0 0 1,0 0-1,0 1 1,0-1 0,0 1-1,0-1 1,0 0-1,0 1 1,-1 0 0,1-1-1,0 1 1,0 0-1,0-1 1,-2 1 0,-29-1-17,28 1 15,0 0 9,-7 2 50,9-3-169,1 1 0,-1 0 0,1 0 0,-1 1 0,0-1 0,1 0 0,-1 0 0,1 1 0,-1-1 0,1 1 0,-1 0 0,1-1 0,-1 1 0,-1 1 0,3-1-343,4 18 76,1-9-4668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42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2228,'0'0'7634,"3"0"-7702,283 16 79,-76-7 101,-206-9-31,25 1 227,-15 0-2645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4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4692,'0'0'1817,"1"2"-1687,1 1 1,0-1-1,0 0 0,0 0 0,0 0 0,0 0 1,0 0-1,0 0 0,1 0 0,3 1 0,286 18 1165,5 0-1771,-294-21 259,0 0-1,-1 0 1,1 0-1,-1-1 1,1 1 0,-1-1-1,1 1 1,-1-1-1,1 0 1,-1 0-1,0 0 1,1 0 0,-1 0-1,0 0 1,0-1-1,0 1 1,0-1-1,0 0 1,3-2 0,-1 0-815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4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3596,'24'5'689,"0"-2"-1,-1 0 0,1-1 1,0-1-1,43-5 0,37 2-113,-84 3-523,123 1-241,-122-3-788,0-1 1,30-7-1,-23-3-1541,-16 6-186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4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4112,'18'1'1154,"4"-1"-743,1-1 0,-1-1 0,28-5 0,40-3-1142,-48 7-850,-38 3 921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5:4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250 244 3340,'-17'5'475,"13"-4"2311,9-1-2564,298-44 918,-278 41-1156,-49 6 72,-10 0 22,-50 7-83,-150 10 316,231-20-175,31-5-250,31-4 242,86-2-1,-54 6-144,-81 2 631,-26-3-506,-29-3-14,-297 1 129,233 9-187,106-1-104,31-5-59,0 2 1,0 0 0,1 2 0,35 3-1,23-1-122,118-14 564,-229-3-54,-5 10-182,0 0 0,0 2 1,0 1-1,-1 2 0,-50 3 1,22-1-179,48 1 49,10 2-8,23 8-78,41 8-180,54 0-190,183 7-1,-297-27 1097,-37-12-186,3 9-339,-1 2 1,0 1 0,0 1-1,-44 8 1,71-8-9,17 10-463,-4-6 337,-1 0 1,1-1-1,1 0 0,-1-1 0,0 0 0,1 0 1,0-1-1,-1 0 0,1-1 0,19 0 0,-4 1-23,405 31-310,-398-33 816,-41-6 44,-50-7-148,-16 5-126,-215-14 5,287 22-441,3 1-115,1 0 350,-1 0 0,1 0-1,-1 0 1,1 0 0,-1 0 0,1 0 0,0 0-1,-1-1 1,1 1 0,0 0 0,0 0 0,-1-1-1,1 1 1,0 0 0,0-1 0,0 1 0,0-1-1,0 1 1,0-1 0,0 1 0,0-1 0,0 0 0,0 0-1,0 1 1,2-1 0,26 4 9,203 21 223,-296-17 18,-33-9 157,56 1-409,32-1-345,12 1-351,89-12 76,-113-12 864,9 18-110,0 0 0,-1 0 0,0 2-1,0-1 1,0 2 0,-26-5 0,-5-2 170,6 1-265,-13-4 502,-90-35 0,139 48-614,8-5 28,0 0 0,0 1 0,0 0 0,0 0 0,1 1 0,-1-1 0,1 2 0,0-1 0,0 1 0,0 0 0,8-1 0,90-9-425,-50 7 156,-23 2 206,-20 3 162,0-1 0,1 0 0,-1-1 0,0-1-1,0 0 1,15-6 0,-48-22 486,9 27-481,0 0-1,0 0 0,0 2 0,0-1 0,0 2 0,-1 0 0,1 0 0,-14 1 0,-7-1-60,5-1 50,9 0-34,0 1-1,-1 1 0,1 0 0,0 1 0,0 1 1,-30 7-1,79 8-428,14-7 261,0-1 0,0-3-1,84 1 1,-59-3-122,21-7 1013,-87 3-342,-4-1-367,1 1 0,0-1 0,-1 0 0,1 0 0,-1 0 0,1 0 0,-1 0 0,1 0 0,-1 1 0,1-1 0,-1 0 0,0 0 0,0 1 0,1-1 0,-1 1 0,0-1 0,0 1 0,0-1 0,0 1 0,1-1 0,-1 1 0,0-1 0,0 1 0,0 0 0,0 0 0,-2-1 0,-28-4 147,30 5-166,-89-7 405,-142 7 0,182 12-740,51-10 347,-1-1 0,1 1 0,-1-1 0,1 1 0,-1-1 0,1 1 0,0-1 1,0 1-1,0-1 0,0 1 0,0-1 0,0 0 0,0 0 0,0 0 0,3 2 0,10 3-89,1 0 0,1-2-1,-1 0 1,1 0 0,0-2 0,23 2-1,13 3-151,167 20 272,-215-26 370,-26 2-325,-304 10 681,323-13-777,-19 4-293,22-4 303,0 1-1,0-1 1,0 0 0,0 0 0,-1 0 0,1 1 0,0-1 0,0 0 0,0 0 0,0 0 0,0 1-1,-1-1 1,1 0 0,0 0 0,0 1 0,0-1 0,0 0 0,0 0 0,0 1 0,0-1-1,0 0 1,0 1 0,0-1 0,0 0 0,0 0 0,0 1 0,0-1 0,0 0 0,1 0-1,-1 1 1,0-1 0,0 0 0,0 0 0,0 0 0,0 1 0,0-1 0,1 0 0,1 2-44,0 0 1,0 0 0,0 0 0,0 0-1,1-1 1,-1 1 0,0-1 0,1 0 0,-1 0-1,6 2 1,25 4-243,2-1 0,-1-2 0,54 0 0,-48-2 119,29 0 471,-65-1 28,-4-3-294,-1 1 0,1-1 0,-1 0 0,1 1 0,-1-1 0,1 1 0,-1-1 0,0 1 0,0 0 0,0-1 0,0 1-1,0 0 1,0 0 0,0-1 0,-2 0 0,-16-6 160,0 2-1,-1 0 1,0 1 0,0 1-1,0 1 1,-23 0 0,8-1-14,-33-7 72,35 5-162,-55-2 0,85 8-144,3 2-267,1 0 267,-1 0 0,1 0 0,0 0 0,0 0 0,0 0 1,0 0-1,0 0 0,0 0 0,1-1 0,-1 1 0,1 0 0,-1-1 0,1 1 0,-1-1 0,1 0 0,0 0 0,0 1 1,0-1-1,-1 0 0,1 0 0,0-1 0,0 1 0,1 0 0,3 0 0,67 15-489,-50-12 186,-2 1 410,0-1 0,0-1 0,22 0 0,-84-17 740,19 5-568,-49-10 554,-1 4 1,-113-10 0,180 25-1059,29 6-3980,10 1 1767,3-4-1788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1308,'0'0'236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3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23 156 3432,'0'0'1750,"-19"-8"-458,15 3 2470,4 4-3755,0 1-1,0-1 1,0 0-1,1 0 1,-1 1-1,0-1 1,0 0-1,1 1 1,-1-1-1,0 0 1,1 0-1,-1 1 1,0-1-1,1 1 1,-1-1-1,1 0 1,0 1-1,-1-1 1,1 1-1,-1-1 1,1 1-1,0 0 1,-1-1-1,1 1 1,0 0-1,-1-1 1,1 1-1,0 0 1,-1 0-1,1-1 1,0 1 0,0 0-1,0 0 1,-1 0-1,1 0 1,1 0-1,27 30-88,-2 0 240,-11-12-135,-2-1 1,24 37 0,17 45-140,-54-97 116,2 2-3,0 0 13,0 0 0,0 0 0,0 0 1,-1 1-1,0-1 0,0 1 0,0-1 1,1 9-1,-2-12-11,0 2 122,-1-1 141,1 0 19,0 0 0,0 0-1,0 0 1,0-1 0,0 1 0,0 0-1,0 0 1,0-1 0,3 3 0,26-78 23,-16 43-261,-2 0 0,-1-1-1,10-45 1,11-106-187,-31 180 170,-1 3-35,1-1 0,-1 1 0,0 0 0,1-1 0,-1 1-1,1 0 1,-1-1 0,0 1 0,0-1 0,1 1 0,-1 0 0,0-1 0,0 1 0,1-1 0,-1 1 0,0-1-1,0 1 1,0-1 0,0 1 0,0-1 0,0 1 0,0-1 0,0 1 0,0-1 0,0 1 0,0-1 0,0 1-1,0-1 1,0 0 0,0 0 0,0 2-53,0-1 0,0 0 0,1 0 0,-1 1 0,0-1 0,0 0 0,1 0 0,-1 0 0,0 0 0,1 1-1,-1-1 1,0 0 0,1 0 0,-1 0 0,0 0 0,1 0 0,-1 0 0,0 0 0,1 0 0,-1 0 0,1 0 0,-1 0 0,0 0 0,1 0 0,-1 0-1,0 0 1,1 0 0,-1-1 0,0 1 0,0 0 0,1 0 0,-1 0 0,0 0 0,1-1 0,-1 1 0,0 0 0,0 0 0,1-1 0,-1 1 0,0 0-1,0 0 1,0-1 0,1 1 0,-1 0 0,0-1 0,0 1 0,0 0 0,0-1 0,0 1 0,1 0 0,-1-1 0,0 1 0,0 0 0,0-1 0,0 1-1,0 0 1,0-1 0,0 1 0,23 32-6572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168 113 3120,'-7'5'344,"-5"2"-112,4-5 4773,-17-19-4394,20 16-593,0 1-1,0-1 0,0 1 1,0 0-1,0 0 0,0 0 1,0 1-1,0 0 0,0 0 1,0 0-1,0 1 0,0-1 1,0 1-1,0 0 0,-6 5 1,9-6 78,-6 29-42,10-26-57,1 0 0,-1 0 0,1 0 0,0-1 0,0 1 0,0-1 1,1 0-1,-1 0 0,1 0 0,0 0 0,0 0 0,0-1 0,0 0 1,0 1-1,1-2 0,-1 1 0,1 0 0,-1-1 0,1 0 0,-1 0 0,1 0 1,0-1-1,4 0 0,-6 1 39,40-1 408,-4-15-67,24-35 193,-61 49-479,-1-3-43,0 0 0,0-1 0,-1 1 0,1 0 0,-1 0 0,0-1 0,0 1-1,-2-8 1,1 7-45,-1 1-1,1-1 0,-1 1 1,-1-1-1,1 1 0,0 0 0,-1 0 1,0 0-1,0 0 0,0 1 0,-1-1 1,1 1-1,-1 0 0,0 0 1,0 0-1,-5-3 0,0 2-8,0 0 0,-1 0 0,1 1 0,-1 0 0,-11-1-1,18 3 2,-55-7-74,55 8 129,-43-3-186,42 3-442,-16 0 1284,8 3-7729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5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2964,'-25'15'3281,"19"-6"-3184,0 0 0,1 1-1,0 0 1,1-1 0,0 1-1,1 1 1,0-1 0,0 0-1,1 1 1,1-1 0,0 1-1,0 0 1,1 11 0,1 23 425,13 76 0,-9-66-382,-4-52 49,9 32-234,-7-28 735,-3-7-810,0 1-1,0-1 0,0 1 0,1-1 0,-1 1 0,0-1 1,0 1-1,0-1 0,0 1 0,1-1 0,-1 0 0,0 1 1,0-1-1,1 1 0,-1-1 0,0 0 0,1 1 0,-1-1 1,0 1-1,1-1 0,-1 0 0,1 0 0,-1 1 0,0-1 1,1 0-1,-1 0 0,1 1 0,-1-1 0,1 0 0,-1 0 1,1 0-1,-1 0 0,1 0 0,-1 0 0,1 0 0,-1 0 0,1 0 1,-1 0-1,1 0 0,-1 0 0,1 0 0,-1 0 0,1 0 1,-1-1-1,0 1 0,1 0 0,-1 0 0,1-1 0,-1 1 1,1 0-1,-1 0 0,0-1 0,1 0 0,11-7-2959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5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4032,'0'0'3016,"19"-2"-2908,3 2-35,0 1-1,-1 1 1,1 1-1,0 1 1,36 11 0,53 10 66,31-2-100,-139-22-4,0-2-176,0 1 137,0 0-1,0 0 0,0 0 0,0 0 0,0 1 0,0-1 0,0 1 0,0 0 0,5 2 1,21 3 662,-27-6-633,-1 0-1,0 0 1,1 0-1,-1 0 1,0 0 0,0 0-1,1-1 1,-1 1-1,0 0 1,0-1 0,1 1-1,-1-1 1,0 1-1,0-1 1,0 1 0,0-1-1,0 0 1,0 0-1,0 1 1,0-1-1,0 0 1,0 0 0,0 0-1,-1 0 1,1 0-1,0 0 1,0-2 0,0 0 6,0 1 0,-1-1 0,0 0 1,1 0-1,-1 1 0,0-1 1,0 0-1,-1 0 0,1 1 0,0-1 1,-1 0-1,-1-3 0,0-1-17,-1-1 0,0 1-1,0 0 1,0 0 0,-1 0-1,0 1 1,-1-1 0,-5-6-1,8 12-19,-16-5-68,17 6 81,0-1 0,0 1 0,0-1 1,0 1-1,-1-1 0,1 1 0,0 0 0,0 0 0,-1-1 0,1 1 0,0 0 0,0 0 1,-1 0-1,1 1 0,0-1 0,0 0 0,0 0 0,-1 1 0,1-1 0,0 0 1,0 1-1,0 0 0,0-1 0,0 1 0,0-1 0,0 1 0,0 0 0,0 0 0,-2 1 1,-3 4-19,0 0 1,0 1 0,1 0 0,0 0 0,0 0-1,0 1 1,1-1 0,0 1 0,1 0-1,-1 0 1,1 1 0,-2 12 0,5-16 23,-1 0 0,1-1 1,0 1-1,1 0 0,-1 0 1,1-1-1,0 1 0,0-1 0,1 1 1,-1-1-1,1 1 0,0-1 1,0 0-1,1 0 0,-1 0 0,1 0 1,0 0-1,0 0 0,0-1 1,0 0-1,0 1 0,1-1 0,6 4 1,0 0 15,-1-1-1,1 0 1,1 0 0,-1-1 0,1 0 0,0-1-1,0 0 1,15 2 0,99 11-1415,-122-17 1049,-1 0 0,1 0-1,0-1 1,0 1 0,-1-1-1,1 1 1,-1-1 0,1 0-1,0 0 1,-1 0-1,1 0 1,-1 0 0,0-1-1,3-1 1,3-11-3276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6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 3772,'-2'0'91,"-21"3"667,1 0 1,-24 8 0,40-9-674,-1 0 0,1 1 0,0-1 0,0 1 0,1 1 0,-1-1 0,1 1 0,0 0 0,0 0 0,0 0 0,-6 8 0,10-11-66,0 0-1,0 1 0,0-1 0,1 0 0,-1 1 0,0-1 1,1 1-1,-1-1 0,1 1 0,-1-1 0,1 1 1,0-1-1,0 1 0,-1 0 0,1-1 0,0 1 0,1 0 1,-1-1-1,0 1 0,0-1 0,1 1 0,-1-1 1,1 1-1,-1-1 0,1 1 0,0-1 0,-1 1 0,1-1 1,0 0-1,0 1 0,0-1 0,0 0 0,0 0 1,0 0-1,1 0 0,-1 0 0,3 2 0,4 3 23,0 1 0,1-2 0,0 0-1,11 5 1,-18-9-38,281 116 705,-280-116-444,-33 20 573,-7-10-701,-1-1 0,-60 7 0,14-2-125,-99 18-1807,63-25-2877,97-8 869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29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0 2976,'0'0'3088,"-5"32"-2447,-7-14-605,1 1-1,0 1 1,1-1-1,1 1 1,1 1-1,-8 31 1,-18 43 139,-43 104 393,54-137-614,20-53 74,-32 85 247,-70 138 0,95-215-217,-70 138 190,69-135-527,-8 18 489,13-19-5324,6-35 1774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126 170 2540,'0'0'1986,"-15"27"-813,10-21-1132,-1 0 1,0 1 0,1 0 0,1 0-1,-1 1 1,1-1 0,0 1 0,1 0-1,-1 0 1,2 0 0,-4 13 0,-1 17 119,-5 53 0,2-5 40,6-59-118,-1 50 0,0-57 532,3-17 594,3-14-794,2-10-189,-1-1-1,-1-28 1,2-18-205,6-26-77,28-206 138,-20 253-126,-16 45 57,1-1-23,0 0 0,0 1 0,0 0 0,0-1 0,0 1 0,0 0 0,1 0 0,-1 0 0,4-2 0,-2 5 18,1-1-1,-1 1 1,1 0 0,-1 0-1,0 0 1,0 1 0,1-1-1,-1 1 1,0 0 0,-1 0 0,1 0-1,0 1 1,0-1 0,-1 1-1,0 0 1,1 0 0,-1 1-1,0-1 1,-1 0 0,1 1-1,-1 0 1,1-1 0,1 7 0,-1-6-12,-1 1 0,0 0-1,-1 0 1,1 0 0,-1 0 0,0 0 0,-1 1 0,1-1 0,-1 0 0,0 0 0,0 1 0,0-1 0,-1 0 0,0 0 0,0 0 0,0 0 0,-1 0 0,1 0 0,-1 0 0,-1 0 0,1 0 0,-1-1 0,1 1 0,-7 7 0,-1-1 20,0 0 0,0-1 1,-1 0-1,0 0 0,-1-1 0,0-1 1,-22 12-1,-9-1-375,40-18-58,-25-6-5056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1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76 425 1564,'-4'6'1690,"14"-12"1232,0 1-3204,-7 4 433,-3-2-81,0-11-27,-1 1 1,0-1-1,0 1 1,-1-1-1,-1 1 0,-1 0 1,0 0-1,-6-14 1,8 22-67,1 3 25,1 0 0,-1 0 0,0 0 1,0 0-1,0 0 0,0 0 0,-1 0 0,1 0 0,-1 0 1,1 1-1,-1-1 0,1 1 0,-1-1 0,0 1 0,1 0 1,-1-1-1,-4-1 0,4 3-7,2 0 3,0 1 1,0-1 0,0 1 0,-1 0 0,1-1 0,0 1 0,0 0 0,0-1 0,-1 1-1,1-1 1,0 1 0,-1 0 0,1-1 0,0 1 0,-1-1 0,1 1 0,-1-1 0,1 1-1,-1-1 1,1 0 0,-1 1 0,1-1 0,-1 0 0,0 1 0,-1 0 7,0 1 1,0-1 0,1 1-1,-1-1 1,1 1-1,-1 0 1,1-1 0,-1 1-1,1 0 1,0 0-1,0 0 1,0 0-1,0 0 1,0 0 0,1 0-1,-1 1 1,0-1-1,1 0 1,0 0 0,-1 4-1,-1 8 29,1 1-1,0 0 1,1-1-1,1 1 0,0 0 1,1-1-1,1 1 1,0-1-1,9 24 0,-9-29 7,1 0 0,0-1 0,0 0 0,1 0 0,0 0-1,1 0 1,0-1 0,0 0 0,0 0 0,1-1-1,0 1 1,0-1 0,1-1 0,0 0 0,0 0 0,8 4-1,-12-8 12,0 1 0,0-1 0,-1-1 0,1 1 0,0 0 0,0-1 0,0 0 0,0 0 0,0 0 0,0 0 0,0-1 0,0 1-1,0-1 1,-1 0 0,1 0 0,0-1 0,0 1 0,-1-1 0,1 0 0,-1 0 0,0 0 0,1 0 0,-1 0 0,0-1 0,0 1 0,0-1-1,3-5 1,2-1 19,-1 1-1,0-1 1,-1-1-1,0 0 1,0 1-1,-1-2 1,-1 1-1,5-14 1,-2-3-73,-2 1 1,-1 0-1,-1-1 1,-1 0-1,-1 0 1,-5-39-1,3 46 23,-2-1 0,-1 1 1,0 0-1,-2 0 0,0 0 0,-1 1 0,-1 0 0,-20-34 1,19 39-64,3 5-68,7 19 59,0-8 66,0 1 1,0 0 0,1-1-1,-1 1 1,1-1-1,-1 0 1,1 1-1,0-1 1,0 0 0,0 0-1,0 0 1,0 0-1,0-1 1,1 1-1,-1-1 1,4 2 0,52 25-145,-22-11 116,-26-12 0,-1 1 1,1 0 0,-2 1 0,1 0 0,-1 0 0,0 1 0,-1 0 0,1 0 0,-2 1 0,1 0 0,-1 0 0,-1 1-1,1-1 1,4 16 0,-4-7 24,-1 0-1,-1 0 1,0 0 0,-2 0-1,0 1 1,-1-1-1,-2 34 1,-8 137-2554,6-171-909,0-2-309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2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32 124 3940,'0'0'2204,"-2"-1"-2037,0 1 1,0-1-1,0 0 0,0 0 1,0 1-1,-1-1 0,1 1 1,0 0-1,0 0 0,-1 0 1,1 0-1,-3 0 0,5 22-139,0-1 1,2 1-1,0-1 0,1 1 0,2-1 0,0 0 0,10 28 0,-3-9 15,14 26-71,-25-64 156,16 4 342,-16-6-464,-1 0-1,1 1 0,0-1 1,-1 0-1,1 1 0,-1-1 1,1 0-1,-1 0 0,1 0 1,0 0-1,-1 1 0,1-1 1,0 0-1,-1 0 1,1 0-1,-1 0 0,1 0 1,0-1-1,-1 1 0,1 0 1,-1 0-1,1 0 0,0 0 1,-1-1-1,1 1 1,-1 0-1,1-1 0,-1 1 1,1 0-1,-1-1 0,1 1 1,-1 0-1,1-1 0,-1 1 1,1-1-1,-1 1 0,0-1 1,1 0-1,6-8 19,-1-1-1,1 1 1,-2-1-1,0 0 1,0 0-1,-1-1 1,0 1-1,0-1 0,-1 0 1,1-14-1,4-3-148,-5 13 144,2-3-39,-1 0 1,2 1 0,0-1-1,1 1 1,1 0 0,1 1-1,14-22 1,-20 35-9,0-1 1,1 2-1,-1-1 1,1 0 0,-1 1-1,1-1 1,0 1-1,0 0 1,0 0-1,0 1 1,0-1-1,0 1 1,0 0-1,7-1 1,57-1-411,-48 4 390,-17-1-12,0-1-21,0 0 69,0 1 1,0-1 0,0 1 0,0 0 0,0-1 0,1 1 0,-1 1 0,3-1-1,-5 12 10,-1 0 1,0 1-1,-1-1 0,0 0 0,-1 0 0,0 0 0,-7 20 0,5-21 9,1 0 0,0 1 0,1-1 0,0 0 0,1 1-1,0-1 1,1 1 0,0 0 0,0-1 0,5 19 0,-5-27 2,1 1 0,0-1-1,0 0 1,0 0 0,0-1-1,1 1 1,-1 0 0,1 0 0,0-1-1,-1 1 1,1-1 0,0 1 0,1-1-1,-1 0 1,0 0 0,1 0-1,-1 0 1,1 0 0,0 0 0,-1-1-1,1 1 1,4 1 0,-4-4 19,0 1 0,-1-1 0,1 1 0,0-1 0,-1 0 0,1 0 0,0 0-1,-1 0 1,1-1 0,-1 1 0,0-1 0,0 1 0,1-1 0,-1 0 0,0 0 0,3-4 0,1-2 7,-1-1-1,0 1 0,0-2 1,-1 1-1,0 0 1,0-1-1,-1 0 1,0 1-1,-1-1 0,0-1 1,-1 1-1,0-17 1,-1 8-84,-2-1 1,0 0 0,-2 1 0,0 0-1,-10-31 1,12 46-170,0 0 0,0 1-1,0-1 1,0 1 0,-1 0 0,1-1-1,-1 1 1,0 0 0,0 1 0,0-1-1,0 0 1,0 1 0,-1 0-1,1-1 1,-1 2 0,0-1 0,1 0-1,-8-2 1,-11-6-1990,20 9-543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2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4300,'0'0'529,"-13"34"776,6 37-651,3 1-1,4 0 1,10 91 0,-3-71-1032,-6 118-1,-1-203-345,-1 0 1,0 0-1,0 0 1,-1 0-1,-4 11 0,-2-6-2914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3960,'0'0'428,"9"9"-8,3 2-356,6-17-1320,4 3 80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3056,'2'2'108,"-1"0"-1,1-1 0,-1 1 0,1-1 1,0 1-1,0-1 0,0 1 0,0-1 1,0 0-1,0 0 0,0 0 0,0 0 1,0-1-1,0 1 0,0 0 0,1-1 1,-1 0-1,0 1 0,0-1 0,1 0 1,-1 0-1,0 0 0,0 0 0,1-1 1,-1 1-1,0-1 0,0 1 0,0-1 1,1 0-1,-1 0 0,0 0 0,0 0 1,0 0-1,0 0 0,-1 0 0,1-1 1,0 1-1,0-1 0,2-3 0,4-2 122,-1-1 0,0 0 1,0 0-1,-1-1 0,0 0 0,-1 0 0,6-11 0,-10 14-207,0 1 1,0-1 0,-1 1-1,1-1 1,-1 1-1,0-1 1,-1 1 0,1-1-1,-3-7 1,1-8 141,1 17-166,0 0 1,0 0-1,0 0 0,0 0 1,0 0-1,-1 0 0,0 1 1,-3-6-1,-4-13 103,8 20 106,-2 3-367,0-1 161,-1 0-1,1 1 0,0 0 1,0 0-1,0 0 0,1 0 1,-1 0-1,0 0 0,0 1 1,1 0-1,-1-1 1,0 1-1,1 0 0,0 0 1,-1 0-1,1 1 0,0-1 1,-2 4-1,-1 2 27,1 0 0,0 1 0,0-1 0,1 1 0,-3 13 1,2-9 48,1-1-1,0 1 1,1 0 0,1 0 0,0 0 0,0 0 0,1 0 0,3 17 0,-2-25-67,0 0 1,1 0 0,-1 0-1,1 0 1,0-1-1,1 1 1,-1 0-1,1-1 1,0 1 0,0-1-1,0 0 1,0 0-1,1 0 1,0-1-1,0 1 1,0-1-1,0 0 1,0 0 0,1 0-1,-1-1 1,1 1-1,0-1 1,7 2-1,3 1-766,1-1 0,0-1-1,0-1 1,0 0 0,0 0-1,0-2 1,0 0 0,22-3-1,-16 0-3198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4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5020,'4'-2'462,"1"1"0,-1-1 0,1 1 0,0 0 0,-1 1 0,1-1 0,0 1-1,7 0 1,8 2-280,-1 1-1,25 6 1,-9-1 456,38 3-105,0-3 1,113-3 0,153-24-59,-226 11-375,527-39-551,-585 42-4182,-52 5 1898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6:34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4156,'0'0'1575,"38"-2"1349,186 4 467,-153-5-3765,92 9 0,-159-6-253,0 0-1,0 0 0,0-1 0,1 1 1,-1-1-1,0 0 0,0 0 0,0 0 1,4-2-1,-7 2 19,12-4-3791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23 4204,'0'0'3102,"-9"-22"990,10 47-3947,-1-24-124,0 0-1,-1 0 0,1-1 1,0 1-1,0 0 1,0 0-1,-1 0 0,1-1 1,0 1-1,-1 0 1,1 0-1,-1-1 1,1 1-1,-1 0 0,1-1 1,-1 1-1,1-1 1,-1 1-1,0 0 0,1-1 1,-1 0-1,0 1 1,0-1-1,1 1 0,-1-1 1,0 0-1,0 1 1,1-1-1,-1 0 0,0 0 1,0 0-1,0 0 1,-1 1-1,0 3-19,0 0 1,1 1-1,-1-1 1,1 1-1,0 0 0,0 0 1,0 6-1,0-8 12,-8 40-8,5-30 2,0 0 0,2-1 0,0 1 0,0 0 0,1 0 0,1 0 0,0 0 0,3 22-1,5 66 52,-7-98-29,-1 6-22,0 0 1,1 0-1,0 0 0,1 0 0,4 14 0,3 22-35,-1-1 70,-8-41 4,7 38-95,4 17 102,-10-56 13,-2 1-51,-10 93 13,11-93 8,-22 35 92,-9-12-32,29-25-42,-1-1-49,-6 1 30,0-2 0,1 1 0,-1-1 0,1-1 0,-1 0 0,1 0 0,-1 0 0,1-1 0,0 0 0,-14-9 0,16 9-8,-1-1 0,1 0 1,1-1-1,-1 0 1,1 1-1,0-2 0,-5-5 1,8 9 1,9-39-73,18-13 108,-23 48-59,0 1 0,1 0 1,0 0-1,0 0 0,1 0 1,7-7-1,-10 10 18,16-21-191,-14 20 167,0 1 0,1 0 0,-1 0 0,1 0 0,0 0 0,0 1 0,-1-1 0,1 1 0,0 0 0,8-1 1,-10 1 69,38-1-116,29 4 25,-65-2-49,39 0-1663,-33-1 1888,-8 1-371,-1 0-1,1 0 0,-1 0 1,1 0-1,-1 0 0,1 0 0,-1 0 1,1-1-1,-1 1 0,1-1 1,-1 1-1,1-1 0,-1 1 1,0-1-1,1 0 0,-1 0 1,0 0-1,0 0 0,0 0 1,1 0-1,-1 0 0,0 0 1,0 0-1,-1 0 0,3-3 1,4-10-2059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3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4068,'0'0'4826,"-12"11"-4831,9-8 30,0-1 0,1 1 0,-1 0 0,1 1 0,0-1 0,0 0 0,0 1 0,1-1 0,-1 1 0,1-1 0,0 1 0,-1 0 0,2 0-1,-2 7 1,-1 61-50,4-52 25,-1-17-58,3 41 138,0-19-299,-3-22-3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4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5332,'0'0'745,"13"-6"-281,-1 1 784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4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36 3928,'0'0'3041,"-19"23"-2529,15 2-225,2 1 0,1-1 0,3 32 0,0 62-22,-2-117 1535,-3-19-1529,0 3-270,0-1 0,1 0 1,1 0-1,1 0 0,0 0 0,1 0 1,0 0-1,7-27 0,-6 32-78,1 1 0,0 0-1,0 0 1,1 0 0,0 0 0,0 0-1,1 1 1,0 0 0,1 0 0,0 0 0,0 1-1,0 0 1,1 0 0,11-9 0,-16 15-18,0 2 43,-1 0 39,0-1-1,1 1 1,-1 0 0,0 0-1,1-1 1,-1 1 0,1-1-1,-1 1 1,1-1 0,-1 0-1,1 1 1,-1-1 0,2 0-1,-2 0 16,0 0 1,0 0-1,1 0 0,-1 0 1,0 0-1,0 0 0,0 1 0,0-1 1,0 0-1,0 1 0,0-1 0,0 0 1,-1 1-1,1-1 0,0 1 0,0 0 1,0-1-1,0 1 0,-1 0 1,1-1-1,0 1 0,0 0 0,-1 0 1,1 0-1,-1 0 0,1 0 0,-1-1 1,1 1-1,0 2 0,3 15-12,0 1-1,-2 0 1,0 0 0,-1 20-1,4 32-291,-7-47-22,1-10-1122,1-10-2793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143 316 3044,'-7'1'182,"1"0"-1,-1 1 0,1 0 1,-1 1-1,1-1 1,0 1-1,0 0 0,0 1 1,0-1-1,1 1 0,0 1 1,-1-1-1,2 0 1,-1 1-1,0 0 0,1 1 1,0-1-1,0 0 0,0 1 1,1 0-1,0 0 1,0 0-1,-3 12 0,2-7-137,0 1-1,1 0 0,1 0 0,0 0 0,0 0 0,1 0 1,1 0-1,0 0 0,0 0 0,2 0 0,-1 0 1,6 18-1,-6-29-20,0 1 0,0 0 1,0-1-1,1 1 0,-1-1 1,0 0-1,1 1 0,-1-1 1,1 0-1,0 0 0,-1 0 1,1 0-1,0 0 0,-1 0 1,1-1-1,0 1 0,0 0 1,0-1-1,0 0 0,0 1 1,0-1-1,0 0 0,0 0 1,0 0-1,0 0 0,-1 0 1,1-1-1,0 1 0,2-1 1,3 0 58,-4 0-65,0-1-1,0 0 1,0 0-1,-1-1 1,1 1-1,0-1 1,-1 1-1,0-1 1,1 0-1,-1 0 1,0 0-1,-1 0 1,4-6-1,-5 9-11,9-21 103,0 0-1,-1-1 0,-2-1 0,0 1 0,5-45 0,-9 57-103,-2 7 198,4 42-455,-3-26 306,12 40-145,-13-51 90,1 0 1,0 0-1,0 0 0,1 0 1,-1 0-1,0-1 0,1 1 0,-1 0 1,1-1-1,-1 1 0,1-1 1,0 1-1,-1-1 0,1 0 0,0 0 1,0 0-1,0 0 0,0 0 1,0 0-1,0 0 0,1-1 1,2 1-1,0-1 24,-1 0 0,1 0 0,-1 0 0,1-1 1,-1 0-1,1 0 0,-1 0 0,1 0 0,-1-1 0,0 0 1,0 0-1,0 0 0,0 0 0,0 0 0,0-1 0,0 0 1,-1 0-1,0 0 0,1 0 0,-1-1 0,0 1 0,0-1 0,-1 1 1,4-7-1,5-9 60,0 0 0,-2 0 0,11-32 0,-15 35-62,-1 0-1,0 0 1,-2-1-1,0 1 1,0-21-1,2-13 73,0-3-111,-2-53 0,-2 73-147,-24 57 19,21-17 181,-1 0 0,1 1 0,1 0 0,-1 0 0,1 0 0,0 0 0,1 0 1,-1 10-1,1 73 104,2-55-118,10 148 337,-8-158-1208,2 0-1,0 0 1,2-1 0,18 47 0,-23-66-1652,1 10-1783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6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5008,'0'0'2972,"3"0"-2499,676-43 4274,-2-50-4265,-632 86-421,24-3-122,7 1-212,-1-4-1,141-43 1,-190 49-1630,-17 5-1280,-22-2-100,-5-1-1198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16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3660,'2'2'295,"0"0"0,0-1-1,0 1 1,1 0-1,-1-1 1,0 1 0,1-1-1,-1 0 1,4 1 0,63-7 684,-1-2 0,1-4 0,78-23 0,-12 3-326,385-66 496,-241 47-918,-199 40-262,-58 9-471,0-2-1,0 0 1,0-2-1,30-9 1,-20-9-3153,-26 17 1845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2908,'0'0'2653,"-14"17"-2358,9-10 3615,-37 161-3894,39-146 39,2 0 1,1 32-1,1-15-36,-1-36-4,3 38-31,-10 5 406,-1 4-4848,-1-58-1428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3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3072,'0'0'2918,"1"35"-2425,135 134 635,-133-164-1066,1-1 1,-1 0 0,1-1 0,0 1-1,0-1 1,1 0 0,-1 0 0,1 0-1,0 0 1,-1-1 0,1 0 0,0 0-1,0 0 1,0-1 0,1 1-1,-1-1 1,7 0 0,-5-1 9,1-1 0,-1 0 0,1 0 0,-1-1 0,0 0 0,0 0 0,0-1 0,0 0 0,0 0 0,-1-1 0,1 1 0,5-6 0,11-7-425,0 0 0,38-39 0,-47 40-1297,0-1 1,17-26 0,-20 22-2008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22 3840,'0'0'703,"-12"-19"732,8 17 1801,-1 38-3187,1 0 1,2 1 0,1-1 0,2 1 0,2-1 0,1 1 0,10 41 0,-4-51-562,-2-3-1307,-5-5-2183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5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4308,'0'0'1467,"17"20"-585,227 132 182,-228-144-955,0 0 0,0-1 0,0-1 0,1-1 0,28 7 0,-35-11-58,0 0 1,0-1 0,0 0-1,0 0 1,0-1-1,0 0 1,0-1 0,0 0-1,0-1 1,-1 1 0,15-8-1,-15 6-86,1-1 0,-1 0-1,0-1 1,-1 0 0,0 0-1,0-1 1,0 0 0,0-1-1,12-16 1,-16 19-290,0-1 0,-1 0 0,0 0 0,0-1 0,0 1 0,-1-1 0,0 1 0,0-1 0,0 0-1,-1 0 1,0 0 0,0 1 0,-1-1 0,0 0 0,0 0 0,-2-10 0,-1 0-2778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6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4504,'0'0'3322,"3"1"-3158,28 8 525,-28-8-557,0 16 317,12 92 656,-8-53-1182,28 110-1,-34-148-866,0-6-399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6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4232,'0'0'1106,"3"17"-73,3-3-773,0 1 0,0-1 1,1 0-1,1-1 0,1 0 1,0 0-1,0-1 0,17 17 1,-2 0 82,-7-7-123,0 0 0,2-2 1,0 0-1,35 27 0,-49-43-181,1 0-1,-1 0 1,1-1-1,0 0 1,0 0-1,0 0 1,0-1-1,1 0 1,-1 0-1,1-1 1,-1 1 0,1-1-1,0-1 1,-1 1-1,1-1 1,0-1-1,-1 1 1,1-1-1,-1 0 1,1 0-1,-1-1 1,1 0 0,-1 0-1,10-5 1,-5 1-113,-1-1 1,1 0-1,-1-1 1,0 0 0,-1 0-1,0-1 1,0 0-1,-1-1 1,0 0-1,0 0 1,-1-1 0,7-14-1,-10 16-486,0-1 0,0 1 0,-1 0-1,0-1 1,-1 0 0,0 0 0,-1 1 0,0-1-1,0 0 1,-2-10 0,-1-2-3433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7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4548,'0'0'4847,"3"34"-3338,-4 40-692,-1-13-702,3 1 0,13 95 0,6-84-4883,-19-71 2089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7:37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6029,'0'0'2878,"10"29"-1113,2-4-1298,2 0 0,0-1 1,2-1-1,28 34 1,-40-53-429,1 1 1,-1-1 0,1 0-1,0 0 1,0-1-1,0 1 1,1-1 0,-1 0-1,1 0 1,0-1 0,0 0-1,0 0 1,0 0 0,0-1-1,0 0 1,0 0 0,0 0-1,1-1 1,-1 0 0,0 0-1,0-1 1,1 1 0,-1-1-1,0-1 1,0 1 0,7-4-1,5-2-250,-1 0 0,0-2 0,0 0-1,0-1 1,-1 0 0,-1-2-1,21-18 1,-29 22-396,-1 0 0,0 0 1,-1 0-1,1-1 0,-2 1 0,1-1 0,-1-1 0,0 1 1,-1 0-1,0-1 0,2-17 0,4-11-4488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9:2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46 3112,'-9'18'5116,"11"-25"-2070,1-4-3992,-2 8 2716,-35-19-655,-4 13-1131,31 7 44,0-1 1,0 1-1,0 1 0,-1 0 1,1 0-1,-1 0 0,1 1 1,-1 0-1,-10 1 1,5 4-55,-1 1 1,1 1 0,-24 15 0,35-21 0,-24 15 40,23-13-18,0 1 1,0 0-1,0 0 0,0 0 1,0 0-1,1 0 0,0 1 1,0-1-1,0 1 0,-1 5 1,3-8 0,0 1 1,0 0 0,1 0 0,-1 0 0,0-1 0,1 1 0,0 0-1,-1-1 1,1 1 0,0 0 0,1-1 0,-1 1 0,0-1 0,1 0-1,-1 1 1,1-1 0,0 0 0,0 0 0,0 0 0,2 2 0,2 1 21,-1 0 0,1 0 0,0 0 0,1-1 0,-1 0 0,1 0 0,0-1 0,0 0 0,0 0 0,0 0 0,1-1 0,-1 0 1,11 1-1,7-1 7,0-1 1,46-3 0,-52 0-43,1 1 0,-1 0 0,1 2 0,-1 0 0,29 7 0,-33-4 15,1 1 0,-1 1 0,-1 0 0,1 1 1,-1 1-1,0 0 0,-1 1 0,0 1 0,0 0 1,-1 0-1,0 1 0,18 24 0,-27-30 4,0-1 0,-1 1 0,0 0 0,0 0 0,0 0 0,1 8 0,2 2 8,-5-13-13,0 0-1,0 0 0,0-1 1,0 1-1,0 0 0,0 0 1,-1 0-1,1-1 0,0 1 1,-1 0-1,0 0 1,1-1-1,-1 1 0,0-1 1,0 1-1,0 0 0,0-1 1,-1 2-1,-21 23 98,12-18-79,0 0 0,-1-1 0,0 0 0,0-1 0,0 0-1,-1-1 1,0-1 0,0 0 0,0 0 0,0-2 0,-1 1 0,1-2 0,-27 1 0,13-2 32,1-1 1,-1-2 0,0 0-1,1-2 1,0-1-1,-30-11 1,34 9-104,1-2 1,0-1-1,0 0 1,1-2-1,0 0 1,-21-20-1,39 32-53,1-1 0,-1 0 0,1 1-1,-1-1 1,1 0 0,0 0 0,0 0 0,0 0-1,0 0 1,0 0 0,1 0 0,-1 0 0,1 0 0,-1 0-1,1 0 1,0-1 0,-1 1 0,1 0 0,1 0-1,-1 0 1,0-1 0,0 1 0,1-2 0,0-1-474,1 1 1,-1 0 0,1 0 0,0 0 0,0 0-1,0 0 1,0 1 0,1-1 0,-1 0 0,5-4-1,8-5-4359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9:25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209 269 4080,'0'0'3775,"1"2"-3696,0-1 93,1 0 1,-1 0-1,0 1 1,1-1-1,-1 0 1,1 0-1,0-1 1,-1 1-1,1 0 0,3 1 1,-6-7-161,0 0 1,0 1-1,0-1 0,-1 1 1,0-1-1,1 1 0,-2 0 0,1-1 1,0 1-1,-1 0 0,0 1 1,1-1-1,-2 0 0,1 1 1,0 0-1,-1 0 0,1 0 1,-1 0-1,0 0 0,0 1 1,0-1-1,-6-1 0,2 0-25,-1 0 0,1 1 0,-1 0 0,0 0 0,0 1 0,0 0 1,-16-1-1,22 3 11,-1 1 1,1-1 0,-1 1 0,1-1-1,0 1 1,-1 0 0,1 0 0,0 1-1,0-1 1,0 1 0,0-1-1,0 1 1,0 0 0,0 0 0,0 0-1,1 1 1,-1-1 0,1 1 0,-1-1-1,1 1 1,-3 5 0,4-5 4,-1-1 0,1 1 0,0 0 0,0-1 0,0 1 0,1 0 0,-1 0 0,1 0 0,0 0 0,-1 0 0,1 0 0,0-1 0,1 1 0,-1 0 0,0 0 0,1 0 0,0 0 0,0-1 0,0 1 0,0 0 0,0 0 0,0-1 0,0 1 0,1-1 0,0 1 0,-1-1 0,1 0 0,3 3 0,2 3 46,0-1 0,0 0-1,0 0 1,1-1-1,0 0 1,14 8-1,-5-6-18,0-1-1,0-1 1,1-1-1,0 0 0,0-1 1,0-1-1,0-1 1,1 0-1,-1-2 0,0 0 1,1-1-1,-1-1 1,1 0-1,-1-1 0,0-2 1,27-9-1,-43 14-69,0-1-44,0 0 83,-1-1-1,1 1 0,-1 0 0,1 0 0,-1-1 0,1 1 1,-1-1-1,0 1 0,0-1 0,1 1 0,-1-1 0,0 0 0,-1 0 1,1 1-1,0-1 0,0 0 0,-1 0 0,1 0 0,-1 0 0,0 0 1,1 0-1,-1 0 0,0 0 0,0 0 0,-1-2 0,1 1 72,3-35 324,-8 21-348,0-1-1,-1 1 1,-1 0-1,0 0 1,-2 1-1,0 0 1,0 1-1,-2 0 1,0 0-1,0 1 1,-1 0-1,-1 1 0,0 1 1,-26-19-1,33 27-44,-1 0 0,0 0 0,1 1-1,-1-1 1,-11-2 0,13 4-10,3 1-41,-33 19-24,33-16 74,0 0 0,0 0 0,0 0 1,0 0-1,0 0 0,0 0 0,1 0 1,-1 0-1,1 1 0,0-1 0,-1 1 0,1-1 1,0 1-1,1-1 0,-1 1 0,0 0 1,1 0-1,0-1 0,-1 1 0,1 0 1,0-1-1,1 6 0,0-4 5,0 1-1,1-1 1,0 0 0,0 0-1,0 0 1,1 0 0,-1 0-1,1 0 1,0-1 0,0 1-1,0-1 1,6 5 0,4 2 8,0 0 0,1 0 0,0-2 0,1 0 0,0 0-1,26 8 1,-16-10 18,2-1 0,-1-1 0,1-2-1,-1 0 1,1-2 0,0-1 0,49-8-1,-72 9 103,-1-2-149,1 1 0,-1 0 0,1 0 0,0 1 1,-1-1-1,1 1 0,5 0 0,-4 55-26,-5-52 42,0 37-2,0-37 7,1 0 0,-1 1-1,0-1 1,1 0-1,0 0 1,-1 0-1,1 0 1,1 0-1,-1 0 1,0 0-1,1 0 1,3 4 0,1 3 70,-5-8 149,2-4-180,2 0-23,1-1 1,0 0-1,-1-1 0,0 1 0,0-1 1,0 0-1,0 0 0,-1-1 0,0 0 1,1 1-1,-2-1 0,1-1 1,-1 1-1,1 0 0,-1-1 0,-1 0 1,3-6-1,12-25 14,-16 36-101,15 25 80,-6 2-62,-5-9-8,1-1 0,1 1 0,12 18 1,-16-30-223,1 0 1,-1 0-1,1 0 0,0-1 1,1 0-1,-1 0 1,1 0-1,0 0 1,-1-1-1,2 1 1,-1-1-1,0-1 1,10 4-1,-13-5-1255,8-12-5654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9:25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30 4444,'0'0'1869,"-3"-16"-5070,0 2 101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29:25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104 108 3380,'-1'1'204,"-1"1"0,1 0 0,0 0 0,-1 0 0,1 0 0,0 0 0,0 0 0,1 0 0,-1 0 0,-1 4 0,45 5 879,-41-11-1033,0 0 1,0 0-1,0 0 0,0-1 1,0 1-1,0-1 1,0 1-1,0-1 1,0 0-1,0 1 0,0-1 1,-1 0-1,1 0 1,0 0-1,-1-1 0,1 1 1,-1 0-1,1-1 1,-1 1-1,2-2 0,-2 1 156,-13-33 444,9 32-628,1-1-1,0 1 1,-1 0-1,0 0 1,1 0-1,-1 0 1,0 0-1,-1 1 1,1-1-1,0 1 1,-1 0-1,0 0 1,1 0-1,-1 1 1,0-1-1,0 1 1,0 0-1,0 0 1,0 0-1,0 0 1,0 1-1,0 0 1,0 0-1,0 0 1,0 0-1,0 0 0,0 1 1,0 0-1,0 0 1,0 0-1,0 0 1,0 1-1,0-1 1,1 1-1,-1 0 1,1 0-1,-1 1 1,1-1-1,0 1 1,-6 5-1,8-6-9,-1 0-1,1 0 0,0 0 1,0 0-1,0 0 0,0 1 1,1-1-1,-1 0 0,0 1 1,1-1-1,0 0 0,-1 1 1,1-1-1,0 0 0,0 1 1,1-1-1,-1 1 0,0-1 1,1 0-1,-1 1 0,1-1 1,0 0-1,0 0 1,0 1-1,0-1 0,0 0 1,0 0-1,1 0 0,2 3 1,0 0 3,0-1 0,-1 1 0,1-1 0,1 0 1,-1 0-1,1-1 0,-1 1 0,1-1 0,0 0 0,10 4 1,-5-5 86,1 0 1,-1 0 0,0-1 0,1 0 0,-1-1-1,1 0 1,-1-1 0,0 0 0,1-1 0,10-3-1,-18 4-71,-1 0 0,0-1 0,1 1-1,-1 0 1,0-1 0,0 0 0,0 1-1,0-1 1,0 0 0,0 0 0,0 0-1,-1-1 1,1 1 0,-1 0 0,0 0-1,1-1 1,-1 1 0,0-1 0,0 1-1,-1-1 1,2-3 0,-1-1 56,1 1 1,-1-1-1,0 0 0,0 0 1,-1 0-1,0 0 0,-1-9 1,1-52 782,3 66-872,0 1 0,0 0 1,0 0-1,0 0 0,0 0 0,0 0 1,0 1-1,0 0 0,0-1 0,0 1 1,0 0-1,0 0 0,4 1 0,11 5 7,-1 0 0,0 1 0,0 1 0,0 0 0,-1 2 0,-1-1 0,1 2 0,-2 0 0,1 1 0,-2 1 1,0 0-1,19 23 0,-31-34-14,0 0 0,1-1 0,-1 1 0,0 0 0,0 0 0,-1-1 1,1 1-1,0 0 0,-1 0 0,1 0 0,-1 0 0,1 0 0,-1 0 1,0 0-1,0 0 0,0 0 0,0 0 0,0 0 0,0 0 1,-1 0-1,1 0 0,-1 0 0,1 0 0,-1 0 0,0 0 0,0-1 1,0 1-1,0 0 0,0 0 0,0-1 0,0 1 0,-1-1 0,1 1 1,0-1-1,-1 0 0,1 1 0,-1-1 0,0 0 0,-2 2 0,-5 2-373,0 0 0,0 0-1,-1-1 1,0-1-1,-13 5 1,11-5-586,0-1 1,0 0 0,-1 0 0,1-1 0,-17-1-1,-20-2-3994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3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4636,'8'48'6260,"-5"2"-3520,-9 101-3035,4-112 1161,0 293 1,4-167-710,7-89 4,-9-73-188,3 24 402,-6-110-383,1 41-26,4-71 0,10-4-21,5 0 1,46-164-1,-60 269 49,1 0-1,0 0 1,1 1 0,1 0 0,-1 0-1,2 0 1,-1 1 0,1 0-1,1 0 1,0 1 0,0 0 0,1 0-1,0 1 1,1 0 0,-1 1-1,2 0 1,10-6 0,-19 12 5,1 0 1,0 0-1,-1 1 1,1-1-1,0 1 1,-1 0 0,1 0-1,0 0 1,-1 0-1,1 0 1,0 0-1,-1 1 1,1-1-1,0 1 1,-1 0 0,1 0-1,-1 0 1,1 0-1,-1 0 1,0 1-1,1-1 1,-1 1-1,0-1 1,0 1 0,0 0-1,0 0 1,3 4-1,0 0 21,0 0 0,0 1-1,0-1 1,-1 1 0,0 0 0,-1 1-1,6 13 1,-6-4-17,0 0 0,0 0 0,-2 0 0,0 0 0,-1 0 0,-1 0 0,0 0 0,-1 0 0,-1 0 0,-1 0 0,0-1 0,-9 20 0,10-25-10,-1-1 0,0 0 1,-1 0-1,0-1 0,-1 1 0,0-1 0,0 0 0,-1-1 1,0 0-1,-1 0 0,1 0 0,-2-1 0,1 0 0,-1 0 0,0-1 1,0-1-1,-1 1 0,1-1 0,-1-1 0,-11 4 0,-31 7-209,49-14 179,-29 6-263,45 7 315,-2 0 0,1 1 0,-2 0 0,0 0 0,-1 1 0,-1 1 1,0 0-1,7 25 0,-8-22-268,1 0 1,1-1 0,0 0-1,1-1 1,1 0 0,23 28-1,-31-42 69,0 0-784,10 7-11111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38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41 642 3444,'-25'-20'1500,"25"20"-1293,0-1 0,0 1 0,-1-1 0,1 1 0,0-1 0,-1 1 0,1 0 0,0-1 0,-1 1 0,1-1 0,-1 1 0,1 0 0,0-1 0,-1 1 0,1 0 0,-1 0 0,1-1 0,-1 1 0,1 0 0,-1 0 0,1 0 0,-1 0 0,0 0 0,1 0 0,-1 0 0,0 0 0,-2 29 1412,2 4-1441,2-1 1,1 0 0,2 1 0,0-1-1,3-1 1,0 1 0,14 33-1,-20-63-175,0 0 0,1 0-1,-1 0 1,1 0 0,-1-1 0,1 1-1,0 0 1,-1-1 0,1 1-1,0-1 1,0 1 0,0-1 0,1 0-1,-1 0 1,0 0 0,0 0 0,4 1-1,39 6 35,-34-7-10,-8-1-28,0 1 0,0-1 0,1-1 0,-1 1 1,0 0-1,0-1 0,0 1 0,0-1 0,0 0 0,-1 0 0,1 0 1,0 0-1,0-1 0,0 1 0,-1-1 0,1 0 0,-1 0 0,0 0 0,1 0 1,-1 0-1,0 0 0,3-4 0,-1 1 9,-1 0 0,0 0 0,1-1 0,-2 1 0,1-1 0,-1 0 0,1 1 0,-2-1 0,3-9 0,-3-1 9,0-1 1,-2 1-1,0-1 0,0 1 1,-5-18-1,4 22-35,2 9 104,-6-27-129,5 50 49,2 0 0,1 1 0,1-1 0,0 0 1,1 0-1,1-1 0,2 1 0,-1-1 0,2-1 0,1 1 0,12 20 0,-19-38-3,-1 1 0,1-1 0,0 0 0,-1 0 0,1 0 0,0 0 1,0 0-1,0-1 0,0 1 0,0-1 0,0 1 0,-1-1 0,1 1 0,1-1 0,-1 0 0,0 0 0,0 0 1,0 0-1,0 0 0,0-1 0,0 1 0,0-1 0,-1 1 0,1-1 0,0 0 0,3-1 0,-3 1 25,1-3-27,-1 1-1,0-1 0,1 0 1,-1 1-1,1 0 1,0 0-1,0 0 0,1 0 1,3-3-1,0 0-48,-6 4 40,15-28-56,-5-30-37,-10 57 141,5-44-133,-5 44 86,0-1-1,0 1 1,0-1-1,-1 1 1,0-1-1,1 0 1,-1 1-1,-1-1 0,0-5 1,1 6 30,0 0 2,0-32-74,0 32 96,0-14-88,0 17 47,0 0 1,0 1 0,1-1-1,-1 0 1,0 0 0,0 0 0,0 0-1,0 0 1,0 0 0,0 0 0,0 0-1,1 0 1,-1 0 0,0 0-1,0 0 1,0 0 0,0 0 0,0 0-1,0 0 1,0 0 0,1 0-1,-1 0 1,0 0 0,0 0 0,0 0-1,0 0 1,0 0 0,1 0 0,4 30 70,6 49 68,-10-73-104,29 197 703,-29-200-543,19-32-90,-7 2-192,19-55 0,1-4-113,-16 48 147,-12 26 12,1 0 0,0 0 0,1 0 0,10-14 0,-15 24-56,12-26-273,-11 31 350,0 0 0,-1 1 0,1 0 1,-1 0-1,1 0 0,-1 0 0,0 0 0,-1 0 0,1 1 1,1 7-1,9 56 55,-3-19-38,-2-19 59,-2-4-32,2 0 1,0 0-1,1-1 1,2 0 0,1-1-1,19 33 1,-29-55-29,0-1-1,0 1 1,0 0-1,0-1 1,0 1-1,1-1 1,-1 0 0,0 1-1,1-1 1,-1 0-1,1 0 1,0 0 0,-1 0-1,1 0 1,0 0-1,0 0 1,0 0-1,-1-1 1,1 1 0,0-1-1,0 0 1,0 1-1,0-1 1,0 0-1,0 0 1,0 0 0,0 0-1,0-1 1,0 1-1,0 0 1,0-1 0,-1 1-1,1-1 1,0 0-1,0 0 1,0 0-1,-1 0 1,1 0 0,-1 0-1,1 0 1,0 0-1,-1 0 1,0-1-1,1 1 1,-1-1 0,0 1-1,1-3 1,6-5-11,-1 0 0,0-1 0,0 0 0,-1 0 0,-1-1 0,8-19 0,2-25-85,-3-1 0,-2-1 0,-2 1 1,0-102-1,-4 72-51,-2-98-7,-3 108 146,0 44-15,-12-61-1,8 65 9,-3-56 1,8 81 38,-2 4-22,0-1 1,0 1 0,1-1-1,-1 1 1,0-1 0,0 1-1,1 0 1,-1 0 0,1 0-1,-1 0 1,1 0 0,-1 0-1,1 0 1,-1 1 0,1-1-1,0 1 1,0-1 0,0 0-1,0 1 1,0 0 0,0-1-1,0 1 1,0 0 0,1-1-1,-1 1 1,1 0 0,-1 0-1,1 0 1,-1 2 0,-6 65 137,6-50-81,-5 75 189,5 0 0,3 0 0,17 105-1,-11-139-75,26 104-1,-29-145-147,1 0 0,1-1 0,1 0 0,0 0 1,2-1-1,0 0 0,1 0 0,0-1 0,21 22 0,-26-32-14,1-1-1,1 0 0,-1 0 0,1 0 0,-1-1 1,1 0-1,1 0 0,10 3 0,-15-7-18,0 0 0,1 0 0,-1 0 0,0-1 0,0 1 0,1-1-1,-1 0 1,0-1 0,0 1 0,0-1 0,0 1 0,-1-1 0,8-5 0,-2 0-7,-1 0-1,1 0 1,-1-1 0,-1 0 0,0 0 0,0-1 0,0 0 0,-1 0-1,-1-1 1,1 1 0,-2-1 0,1-1 0,-1 1 0,-1-1-1,3-14 1,0-1-31,-2 1 0,0-1-1,-2-1 1,-1 1-1,-4-38 1,-2 15-72,5 46 123,-10 15-84,6-7 75,1 1 0,0-1 0,0 1 1,1 0-1,-1 0 0,1 0 0,1 1 1,-1-1-1,1 0 0,0 1 0,0-1 1,1 1-1,0-1 0,1 9 0,1 15 10,9 47-1,-11-76-5,1 0 1,-1 0 0,0 0 0,1-1 0,-1 1 0,1 0 1,-1 0-1,1 0 0,-1 0 0,1-1 0,-1 1 0,1 0 0,0 0 0,-1-1 1,1 1-1,0-1 0,0 1 0,0-1 0,-1 1 0,1-1 0,0 1 1,0-1-1,0 0 0,0 1 0,0-1 0,0 0 0,0 0 0,0 0 1,0 0-1,0 1 0,0-2 0,0 1 0,0 0 0,0 0 0,-1 0 1,1 0-1,0 0 0,0-1 0,1 0 0,10 1-5,-10-1 7,1-1 1,0 1-1,-1 0 1,1-1 0,-1 1-1,1-1 1,-1 0-1,0 0 1,1 0-1,-1 0 1,0 0 0,-1 0-1,1-1 1,2-2-1,3-4-58,5-4 59,0-1 1,-2-1 0,1 0 0,-2 0 0,14-31-1,-1-6-61,-21 49 34,1 6-13,2 3 65,-1 0 0,0 0 1,0 0-1,0 0 0,-1 0 0,0 1 0,0-1 1,-1 1-1,2 10 0,1 69 340,-2-17-203,6-12-120,-4-31 279,2 47-1,26-92-174,-27 8-178,0 0 1,-1-1-1,0 1 1,-1-1-1,2-14 1,0 4-20,1-5-5,1 1 1,2 0-1,0 0 1,2 1 0,22-39-1,-26 55-35,-5 9 93,0 0-1,0 0 1,0 0 0,-1 1-1,1-1 1,0 0 0,0 1-1,0 0 1,-1-1 0,1 1-1,0 0 1,0 0 0,-1 0-1,1 0 1,1 2 0,0 1 2,-1-1 0,0 1 0,0 0 0,0 0 0,-1 0 0,1 0 0,-1 0 0,0 1 0,0-1 0,0 0 0,-1 5 0,2 57 93,-1-28-22,-1-11 15,0-19-36,0-1 0,1 0 0,-1 1 0,1-1 0,4 14 0,-4-18 21,2-6 51,12-15-193,0-1 1,-2 0-1,0-1 0,-1-1 1,9-22-1,-19 39 49,6-16-113,2 1 0,0-1 0,1 2 0,1 0 0,28-32 0,-40 49 122,1 1 0,0 0 0,-1 0 1,1-1-1,0 1 0,-1 0 0,1 0 0,0 0 0,-1 0 0,1 0 1,0 0-1,-1 0 0,1 0 0,0 0 0,0 0 0,-1 0 0,1 1 0,0-1 1,-1 0-1,1 0 0,-1 1 0,1-1 0,0 0 0,-1 1 0,1-1 0,-1 0 1,1 1-1,-1-1 0,1 1 0,-1-1 0,1 1 0,-1 0 0,1-1 0,-1 1 1,13 19 13,-1 39-9,-11-45 98,1 0 1,1-1-1,1 1 1,0 0-1,9 20 1,-12-31-80,1 0 0,1 1 0,-1-1 0,0 0 0,1 0 0,0 0 1,0-1-1,-1 1 0,2-1 0,-1 1 0,0-1 0,0 0 0,1 0 1,-1 0-1,1-1 0,0 1 0,-1-1 0,1 0 0,0 0 0,0 0 1,0-1-1,-1 1 0,1-1 0,7 0 0,-2 0-12,0-1-1,0 1 1,0-2-1,-1 1 1,1-1-1,0-1 1,-1 1 0,1-1-1,-1-1 1,0 0-1,0 0 1,-1 0-1,1-1 1,-1 0-1,0-1 1,0 0-1,-1 0 1,1 0-1,-1-1 1,-1 0-1,10-14 1,-1-3-123,-2-1 0,-1 1 0,0-2 0,-2 1 0,10-50-1,-18 72 116,0 0-1,-1 1 0,1-1 0,-1 0 0,0 0 0,0 0 0,0 0 0,0 0 0,0 1 0,-1-1 0,1 0 0,-1 0 0,0 0 0,0 1 0,0-1 0,0 0 0,0 1 0,0-1 0,-1 1 0,1-1 0,-1 1 0,0 0 0,0 0 0,0 0 0,0 0 0,-3-3 0,2 6 20,0 1 0,-1-1-1,1 1 1,1 0 0,-1 0 0,0 0 0,0 0 0,1 0 0,-1 1 0,1-1-1,0 1 1,-3 2 0,-3 7 39,0 0 0,1 0 1,0 0-1,1 0 0,1 1 0,0 0 0,0 1 0,1-1 0,1 1 0,1-1 1,-1 1-1,2 0 0,0 0 0,1 0 0,0 0 0,4 23 0,-2-31-53,1 0-1,-1-1 1,1 0-1,0 1 1,0-1-1,1-1 1,-1 1-1,1 0 1,0-1-1,0 1 1,1-1-1,-1-1 1,1 1-1,0 0 1,0-1-1,0 0 1,1-1-1,-1 1 1,12 3-1,-7-2-156,1-1-1,-1 0 1,1-1-1,0 0 1,0-1-1,0 0 1,0 0-1,0-1 1,0-1-1,11-2 1,-7 1-306,48-15-2356,-59 16 2362,-1-1-1,1 0 1,-1 1 0,0-1 0,0-1-1,1 1 1,-1 0 0,-1-1 0,1 0-1,0 1 1,-1-1 0,1 0 0,-1-1-1,3-3 1,4-13-5389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38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33 8605,'-18'-16'3852,"12"-1"-16297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3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7109,'0'0'1064,"20"-21"1522,-9 16-2360,0 2 0,0 0 0,0 0 0,0 1 0,0 0 0,1 0 0,17 1 0,2-1-45,427-24-612,-371 24-1190,2-9-4250,-61 6 1058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40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13 659 4052,'0'0'1715,"-12"24"6712,20-57-8080,1 0-1,1 0 1,25-50 0,10-30-277,-18 26-3,58-161 177,-62 198-310,-22 48 107,3 4-65,0 1 33,-1 0 0,1 0 0,-1 0-1,0 0 1,0 1 0,0-1-1,0 1 1,-1-1 0,1 1-1,-1 0 1,3 7 0,-4-8 24,43 82 77,-3 1 0,35 112 1,-67-171-65,0 2-435,1-1 0,1 1 0,22 37 0,-17-51-863,-6-5-645,-7-5-4321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4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5412,'54'-14'921,"-38"3"55,-1 3-292,0-3-112,3 0-152,1 3-124,-1 0 20,3 0-144,4-1-128,-1 7-268,4-1-100,-4 0-236,0 0-416,1-2-232,-4 2-913,-6-2-2267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4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4 5657,'0'0'2649,"-36"-4"-255,27 10-2203,1 0-1,0 0 0,1 1 1,-1 0-1,1 1 0,1-1 0,0 1 1,0 1-1,0-1 0,1 1 1,0 0-1,-6 17 0,7-19-197,1 1-1,0 0 1,1 0-1,0 1 1,0-1-1,1 0 1,0 1-1,0-1 0,1 0 1,0 1-1,1-1 1,-1 1-1,2-1 1,-1 1-1,6 15 1,-5-21-133,-1 0 0,1 0 0,0 0 0,1 0 0,-1 0 1,0 0-1,1 0 0,0-1 0,-1 1 0,1-1 0,0 0 0,0 0 0,1 0 1,-1 0-1,0-1 0,1 1 0,-1-1 0,0 0 0,1 0 0,4 1 0,1-1-560,0 0-1,-1 0 0,1-1 1,0 0-1,0-1 0,0 0 1,10-2-1,6-3-3798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4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6645,'0'0'3177,"-4"1"-2557,-3 2-450,1 0 0,-1 0 0,0 0 0,1 1 0,0 0 1,0 0-1,0 0 0,0 1 0,1 0 0,-1 0 0,1 0 1,1 1-1,-1 0 0,1 0 0,0 0 0,0 0 0,1 1 1,-1-1-1,-2 11 0,4-11-127,0 0 0,0 0-1,0 0 1,1 0 0,0 0 0,0 0 0,1 1 0,-1-1-1,1 0 1,1 0 0,-1 1 0,1-1 0,0 0-1,1 0 1,0 0 0,-1 0 0,2 0 0,-1-1-1,1 1 1,0 0 0,0-1 0,0 0 0,1 0 0,4 5-1,-3-6-200,0-1-1,0 0 0,1 0 0,-1-1 0,1 1 0,-1-1 1,1 0-1,0-1 0,0 1 0,0-1 0,0 0 0,0-1 0,9 1 1,78-5-2744,-41-4-1780,-28 3-414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41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5937,'0'0'7694,"19"-2"-7063,95-2-127,-29 2-2259,-4-6-3767,-78 8 2775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5:42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7797,'0'0'6287,"4"0"-5886,55-7 320,2 2-659,-1-3 0,110-29 1,-103 20-921,15-4-2614,-75 18 2265,1-1 0,-1 0 0,0 0 0,13-9 0,-8 4-3809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147 161 4168,'0'0'7813,"-4"35"-7606,-4-5-121,0 1 0,2-1-1,-2 37 1,-3 14 157,10-78-196,-2 30-88,-2-16 1032,5-34-681,6-55-493,-4 54 248,3-63-111,-2 19 9,20-103 1,-8 109 33,-15 54 79,23-13-160,-16 25 83,-1 1 0,0-1-1,0 1 1,-1 0 0,0 1 0,-1-1 0,0 1 0,4 22 0,-2-13-4,-4-13 11,0-1 0,-1 0 0,1 0 0,-1 1 0,-1-1 0,0 1 0,0-1 0,0 1 0,-2 12 0,-7 28-3,-27 89-1,34-133 0,1 0-1,-1-1 1,0 1 0,0-1-1,0 0 1,-1 0-1,1 1 1,-1-1-1,0-1 1,0 1 0,0 0-1,0-1 1,-4 3-1,-45 23 53,51-28-52,-1 1-40,-34 7 87,31-8-56,-1 0-44,1 0 0,0 0 0,0 0 1,0-1-1,-1 0 0,1 0 0,-9-3 1,12 3-371,5-24-3888,1 11 305,1-2-809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6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96 429 3800,'-38'11'7342,"24"-8"-8034,12-2 701,1 1 0,-1-1 0,0 1 0,1 0 0,-1 0 0,1 0 0,0 0 0,-1 0 0,1 0 0,0 0 0,0 1 1,0-1-1,0 4 0,-1-2 3,-2 8 16,0 0 0,0 0 0,1 1 0,0-1 0,1 1 0,1 0 0,0 0 0,1 0 0,0 0 0,1-1 0,4 25 0,-5-35-2,0-1 0,0 1 0,0-1 0,1 1 0,-1-1 0,0 0 0,1 1 0,-1-1 0,1 1 0,-1-1 0,1 0 0,0 1 0,0-1 0,-1 0 0,1 0 0,0 0 0,2 2 0,15-3 556,-9-2-715,-8 0 144,1 0 0,-1 0 0,1 0-1,-1 0 1,0 0 0,0 0-1,0 0 1,0-1 0,0 1-1,-1 0 1,1 0 0,0-5 0,0 2 35,25-99 42,-25 101-87,26 47-350,-25-40 349,0 1-1,0-1 0,1 0 0,-1 0 0,1 0 0,0 0 1,0 0-1,1-1 0,-1 1 0,1-1 0,6 5 0,-8-6 52,35-41 248,-31 26-260,-1 0-1,0 0 1,-1 0-1,0-1 1,-1 0-1,-1 0 1,2-26-1,-5-104 20,0 120-60,-1-4-20,-1-14 23,2-1-1,9-77 1,-8 114 2,1 1-1,-1-1 1,1 0 0,-2 0-1,1 0 1,-1 1 0,-1-8 0,2 13-4,0 0 1,0 0 0,0 0 0,0 0 0,0 0 0,-1 0 0,1 0 0,0 0 0,0 0 0,0 0 0,0 0 0,0 0 0,0 0 0,0 0-1,-1 0 1,1 0 0,0 0 0,0 0 0,0 0 0,0 0 0,0 0 0,0 0 0,0 0 0,0 0 0,-1 0 0,1 0 0,0 0 0,0 0-1,0 0 1,0 0 0,0-1 0,0 1 0,0 0 0,0 0 0,0 0 0,0 0 0,0 0 0,0 0 0,0 0 0,-1 0 0,1 0 0,0-1-1,0 1 1,0 0 0,0 0 0,0 0 0,0 0 0,1 30 8,7 67-693,4 0 0,28 104 1,-7-99-6134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4252,'0'0'1846,"-14"24"722,6-12-2428,1 0-1,0 0 1,0 1-1,1 0 1,1 0-1,0 0 0,1 1 1,0-1-1,-2 21 1,6-28-132,0 0 1,1 0-1,-1 0 1,1 0-1,0 0 1,1 0-1,-1-1 1,1 1-1,4 7 1,-5-10 465,1-3-451,0 0-1,0 0 1,-1-1-1,1 1 0,0 0 1,0-1-1,0 1 1,-1-1-1,1 0 0,0 1 1,-1-1-1,1 0 1,-1 0-1,1 0 0,-1 0 1,1-1-1,-1 1 1,1 0-1,-1 0 1,1-2-1,1-1 7,-1 0 0,0 1-1,0-1 1,-1 0 0,1 0 0,-1 0 0,0 0-1,1-7 1,1-10 6,-2 1-1,-1-1 1,-2-20-1,1 14-31,-2-3 59,3 30-62,-1 0 0,1 0 1,0 0-1,0-1 0,0 1 0,0 0 0,0 0 0,0 0 0,0 0 0,0 0 0,-1-1 0,1 1 0,0 0 0,0 0 0,0 0 0,0 0 0,0 0 0,-1 0 1,1 0-1,0 0 0,0 0 0,0 0 0,0 0 0,-1 0 0,1-1 0,0 1 0,0 0 0,0 0 0,0 0 0,-1 0 0,1 1 0,0-1 0,0 0 1,0 0-1,0 0 0,-1 0 0,1 0 0,0 0 0,0 0 0,0 0 0,0 0 0,-1 0 0,1 0 0,0 0 0,0 1 0,0-1 0,0 0 0,0 0 1,0 0-1,0 0 0,-1 0 0,1 1 0,0-1 0,0 0 0,0 0 0,0 0 0,0 0 0,0 1 0,0-1 0,-16 43-1,15-35 14,1 0 0,0 1 0,1-1 0,-1 0 0,1 0-1,3 9 1,-1 0 17,-2-12-93,1 0 0,0 0 0,-1 0 0,2-1 0,-1 1 0,0-1 0,1 1 0,0-1 0,0 0 0,0 0 0,1 0 0,-1-1 0,1 1 0,0-1 0,0 0 0,0 0 0,7 4 0,-8-6-385,35-8-1886,-35 4 1952,0 1 0,0-1 0,0 0 0,0 0 0,0 0 1,-1 0-1,0 0 0,1-1 0,-1 1 0,2-6 0,-3 8 287,8-15-3357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7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3428,'0'0'976,"19"0"-588,2-3-60,-3-2-208,16-6-92,-19 5-568,6-7-248,16-12 188,-16 9-496,4-1-1136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4088,'-2'7'288,"1"0"-1,0 1 0,0-1 0,0 0 0,1 1 0,1-1 0,-1 0 0,1 0 1,0 1-1,1-1 0,-1 0 0,2 0 0,2 8 0,9 41 322,28 264 630,-31-261-879,-10-57 1514,-2-5-1720,-4-21-103,2 0 1,1 0-1,0 0 1,2-1-1,1 1 1,4-28-1,-1-9 2,-3 44-56,0 0 1,1 0 0,1 0-1,1 0 1,0 0-1,1 0 1,1 1 0,0 0-1,1 0 1,1 1 0,17-26-1,-22 38-7,-1 1 0,1 0 0,-1 0 0,1 0 0,-1 0 0,1 1 0,0-1 0,0 1-1,0 0 1,0-1 0,0 1 0,4 0 0,3-2-4,-9 3 10,0 0 0,1 0 0,-1 0 0,0 0-1,0 0 1,0 0 0,0 1 0,0-1 0,0 0 0,0 1 0,0-1 0,0 1-1,0-1 1,0 1 0,0 0 0,0-1 0,0 1 0,-1 0 0,1-1 0,0 1-1,0 0 1,-1 0 0,1 0 0,0 0 0,-1 0 0,1 0 0,-1 0-1,1 2 1,11 24-56,-12-27 55,1 3 8,-1-1-1,1 1 1,-1-1-1,0 0 0,0 1 1,0-1-1,0 1 0,0-1 1,-1 1-1,1-1 0,-1 0 1,1 1-1,-1-1 0,0 0 1,0 1-1,0-1 0,-2 3 1,-26 35-1,23-32-28,-40 37-438,0 3-1752,44-45 1237,-10-12-7767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8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5665,'0'0'1440,"2"1"-1270,1 0 0,-1-1 0,0 2 0,1-1 0,-1 0 0,0 0 0,0 1 0,0-1 0,0 1 0,3 3 0,-6 5-109,0 1-1,1-1 0,1 1 0,-1-1 0,2 0 0,-1 1 1,2-1-1,-1 0 0,1 0 0,1 0 0,0-1 0,0 1 0,9 14 1,-11-22 1637,-1-2-1683,-1 0 0,1 0-1,0 0 1,0 0 0,0 0-1,-1 0 1,1-1 0,0 1-1,-1 0 1,1 0 0,0-1-1,-1 1 1,1-1 0,0 1-1,-1 0 1,1-1 0,-1 0-1,1 1 1,-1-1-1,1 1 1,-1-1 0,1 1-1,-1-1 1,1 0 0,-1 1-1,0-1 1,1-1 0,2-27 261,-3 21-288,-1-1 0,-1 1 0,0 0 0,-5-16-1,3 15 855,-14-32-9988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8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3928,'-3'4'205,"0"0"1,1 0-1,-1 0 0,1 1 0,0-1 0,0 0 0,1 1 0,-1 0 0,1-1 0,0 1 1,0 0-1,0 6 0,0 68 663,1-52-684,12 93-418,-11-116-309,1 28-3123,-1-29 474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8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4276,'0'0'1457,"0"-20"-4186,3 4-263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9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4616,'0'23'1092,"0"0"0,2 0-1,8 41 1,-1-7 645,-6-62-1731,0 1 1,-1-1-1,0 0 1,0 1-1,0-1 1,0 0-1,1-6 1,-1-1-5,1 0 0,0 1 1,1 0-1,0 0 0,1 0 1,1 0-1,8-13 0,-13 22 51,28 28 39,-25-17-103,-1 0 1,1 0-1,-1 1 1,-1-1-1,0 1 1,2 18-1,6 23 42,3-4-466,6 17-470,-2-23-5208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5857,'-11'119'3991,"-5"132"-554,16-203-3672,2 0 1,2 0-1,14 62 0,-4-27-1997,-14-81 2083,1-1 0,-1 1-1,0 0 1,0-1 0,-1 1 0,1-1-1,0 1 1,0-1 0,-1 1 0,1-1-1,-1 1 1,1-1 0,-1 1 0,0-1-1,0 1 1,0-1 0,1 0 0,-1 0-1,0 1 1,-1-1 0,1 0 0,0 0-1,0 0 1,0 0 0,-1 0 0,1 0-1,0-1 1,-1 1 0,1 0 0,-1-1-1,1 1 1,-1-1 0,1 1-1,-1-1 1,1 0 0,-1 1 0,1-1-1,-1 0 1,1 0 0,-1 0 0,0-1-1,1 1 1,-1 0 0,-1-1 0,-17-5-3237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2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5473,'0'0'2900,"3"-1"-2186,13-1-238,45-6-74,123-1 0,-148 10-3296,47-5 1,-58-1-1675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09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64 3872,'0'0'2695,"-26"-4"-2043,19 0 2537,8 2-3182,0 0 0,0 0 0,1 1 1,-1-1-1,0 0 0,1 1 1,-1-1-1,1 0 0,0 1 0,-1 0 1,1-1-1,0 1 0,0 0 0,0 0 1,0 0-1,0 0 0,0 0 0,0 1 1,0-1-1,0 1 0,0-1 1,0 1-1,1 0 0,-1-1 0,4 2 1,78-2 260,-41 2-197,248-28-611,-287 27 122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09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4360,'11'16'679,"-1"-1"0,-1 2 0,0-1 0,-1 1 0,-1 1 0,9 35 0,-8-29-1435,0-1 0,17 36 0,-11-42-2519,-5-4-283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91 3440,'0'0'2945,"7"-32"-2023,-37-13-212,28 43-594,1 1-118,0-1 0,-1 1-1,1 0 1,-1 0 0,1 0 0,-1 1-1,1-1 1,-1 0 0,0 1-1,1-1 1,-1 0 0,0 1-1,1 0 1,-3-1 0,1 6-9,1-1 0,0 1 0,0 0 0,1-1 0,-1 1 0,1 0 0,0 0 0,0 0 0,1 0 0,-1 0 0,1 0 0,1 0 0,-1 0 0,0 0 0,1 0 0,0 0 0,0 0 0,1 0 0,0 0 0,-1-1 0,1 1 0,1-1 0,-1 1 0,1-1 0,0 0 0,0 0 0,6 7 0,-7-9-330,0-1-1,1 1 1,-1-1 0,1 1-1,-1-1 1,1 0-1,0 0 1,-1 0-1,1 0 1,0-1-1,0 1 1,4-1-1,8-4-2998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0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4216,'-2'1'213,"0"1"0,0 0 0,-1-1 0,1 0 0,0 1-1,-1-1 1,1 0 0,-1 0 0,1 0 0,-1-1 0,1 1 0,-1-1-1,0 1 1,-2-1 0,1 1-488,1-1 529,-29 15 53,29-13-297,0 0-1,0 0 1,1 0 0,-1 1 0,1-1 0,-1 1 0,1-1 0,0 1 0,0 0 0,0 0-1,0 0 1,1 0 0,-1 0 0,1 1 0,0-1 0,0 0 0,0 1 0,0-1 0,0 0-1,1 1 1,0-1 0,-1 1 0,1-1 0,1 1 0,-1-1 0,0 1 0,2 5 0,0-3-18,0 0 1,1 0 0,-1 0 0,1 0 0,0-1 0,1 1-1,-1-1 1,1 0 0,0 0 0,0 0 0,1 0 0,-1-1-1,1 0 1,7 5 0,43 27 152,-53-35-187,-7 25-378,0-19-4011,-12-7 1327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4392,'0'0'1800,"6"14"-999,17 34-315,-3 1 0,-2 0 1,15 65-1,-30-103-806,-1 1 0,-1-1 0,1 21 0,-2-28 28,0 0 0,0 0 0,-1 0 1,1 0-1,-1 0 0,0 0 0,0 0 0,-1 0 0,1 0 0,-1-1 0,0 1 0,0 0 0,0-1 1,-3 4-1,-7 6-2976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0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5549,'0'0'1472,"16"-8"-1048,2-1-152,-6 4 56,3-1-36,16 1 128,11-1-420,-8 1-188,-16 2-176,13 0-236,-1-2-632,-8-1 231,2 1-743,-3 2-1872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1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4968,'0'0'7194,"34"-16"-6694,89-2-170,-54 7-1882,100-4 1,-165 15 526,29-5-4478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2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3916,'0'0'802,"2"1"-433,0 0 0,0 1 0,0-1 1,0 1-1,0 0 0,0 0 0,0 0 1,0 0-1,1 2 0,-2 32 809,1-1-1,14 69 1,-13-87-1656,1-1 1,1 0 0,1 0-1,0-1 1,1 1 0,1-1-1,0-1 1,16 21 0,-22-33-907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2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67 4112,'0'0'1482,"1"2"-1260,0 0 0,0 0 0,0 0 0,0-1 0,0 1 0,0 0 0,1 0 0,-1-1 0,0 1 0,3 1 0,-2-3-110,0 0 0,0-1-1,1 1 1,-1-1 0,0 0 0,0 0-1,0 1 1,-1-1 0,1 0 0,0-1 0,0 1-1,0 0 1,-1 0 0,1-1 0,-1 1-1,1-1 1,-1 0 0,0 1 0,1-1-1,-1 0 1,1-3 0,-1 4 138,-17-31 225,0 18-353,15 13-11,1 0-113,-1 1 1,1-1-1,0 0 0,0 1 1,-1-1-1,1 1 0,0-1 1,-1 0-1,1 1 0,-1-1 0,1 1 1,-1-1-1,1 1 0,-1 0 1,1-1-1,-1 1 0,1-1 1,-1 1-1,1 0 0,-1 0 0,0-1 1,1 1-1,-1 0 0,0 0 1,1 0-1,-1-1 0,0 1 1,1 0-1,-1 0 0,0 0 1,1 0-1,-1 0 0,0 0 0,1 1 1,-1-1-1,0 0 0,1 0 1,-1 0-1,0 1 0,1-1 1,-1 0-1,1 1 0,-1-1 1,1 0-1,-1 1 0,0-1 0,1 1 1,-1-1-1,0 1 0,0 3 21,0-1-1,1 0 0,-1 1 0,1-1 1,-1 1-1,1-1 0,0 0 1,0 1-1,1-1 0,-1 1 0,1-1 1,-1 0-1,1 1 0,0-1 0,0 0 1,1 0-1,-1 0 0,1 1 1,-1-1-1,1-1 0,0 1 0,0 0 1,1 0-1,2 2 0,-2 0-138,1-1 0,1 1 0,-1-1 0,0 0 0,1 0 0,0 0 0,0 0 0,0-1 0,1 0 0,-1 0-1,1-1 1,-1 1 0,10 1 0,-13-3-29,1 0-185,1-1 1,-1 1-1,0-1 1,0 0-1,1 1 1,-1-1 0,0-1-1,1 1 1,-1 0-1,0-1 1,0 0 0,0 0-1,0 0 1,1 0-1,-1 0 1,0 0-1,3-3 1,7-5-3648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3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6 6161,'0'0'4028,"-30"-6"-3288,26 8-713,0-1-1,0 1 1,0 0 0,0 0-1,0 0 1,0 1-1,1-1 1,-1 1 0,1 0-1,0 0 1,0 0 0,-3 3-1,-33 44 237,37-48-257,1 1 0,-1 0 1,0 0-1,1 0 1,0 0-1,-1 0 0,1 1 1,1-1-1,-1 0 1,0 0-1,1 1 0,-1-1 1,1 0-1,0 1 1,0-1-1,1 0 0,-1 1 1,1-1-1,-1 0 1,1 1-1,0-1 0,0 0 1,0 0-1,1 0 0,-1 0 1,1 0-1,2 3 1,2 2-1,1-1 1,0 0-1,0-1 1,1 0-1,-1 0 1,1 0-1,1-1 1,9 4-1,-16-7-13,25 16-73,-11-4 96,-21 1-73,2-7-48,2-6-190,-9 22-884,8-17-4991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3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5845,'0'0'5085,"13"36"-4014,38 172-555,-34-148-3348,-16-57 2444,-1 0 1,0 1 0,-1-1-1,1 0 1,0 0-1,-1 1 1,0-1 0,0 0-1,0 0 1,0 0-1,-2 3 1,2-4-381,-7 11-3488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3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5881,'76'-19'968,"-42"5"44,-4 6-264,-15 3-188,13-4-64,18 1-104,-31 5 16,18-2-192,-2 0-188,2 5 68,4-3-580,-7 6-140,4-3-440,-7 0-316,1 0-957,-10-3-2567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6389,'0'0'2807,"25"-18"-532,26 9-1804,98-7 0,-63 9-889,-34 5-860,-42 2 482,1 0 0,-1 0 1,0-1-1,0 0 0,0-1 1,1 0-1,14-6 0,-13 2-3543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4276,'-1'3'317,"-1"1"-1,1 0 0,0-1 0,1 1 0,-1 0 0,1 0 0,0 0 1,0-1-1,0 1 0,0 0 0,1 0 0,-1-1 0,1 1 1,1 4-1,2 19 330,0 20 86,-1 0 115,13 63 0,-11-91-1725,0 0-1,2-1 0,12 28 0,-18-43 378,1 4-18,3-3-2579,5 3-1348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5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5 120 4952,'3'1'165,"0"0"0,0 1-1,1-2 1,-1 1 0,0 0-1,0 0 1,1-1-1,-1 0 1,0 0 0,1 0-1,-1 0 1,0 0 0,1-1-1,-1 1 1,0-1-1,0 0 1,1 0 0,-1 0-1,0-1 1,0 1 0,0-1-1,0 1 1,2-3-1,-1 2-85,-1 0 0,0 0-1,0 0 1,0 0-1,0-1 1,0 1 0,0-1-1,-1 0 1,1 1-1,-1-1 1,0 0-1,0-1 1,0 1 0,0 0-1,0-1 1,-1 1-1,1-1 1,-1 1-1,0-1 1,1-5 0,-3 6-41,0 0 0,1 1 0,-1-1 1,0 0-1,0 1 0,-1-1 0,1 1 1,-1-1-1,1 1 0,-1 0 0,0-1 1,1 1-1,-1 0 0,0 0 0,-1 0 1,1 1-1,0-1 0,-4-2 0,-1 7-27,0 0-1,1 0 0,0 1 0,0 0 0,0 0 0,0 1 0,1-1 1,-1 1-1,1 0 0,0 1 0,1-1 0,-1 1 0,1 0 0,-5 10 1,7-13-34,1-1 0,-1 1 0,1-1 1,0 1-1,0 0 0,0 0 1,0-1-1,0 1 0,1 0 1,-1 0-1,1 0 0,0 0 0,0 0 1,0 0-1,0 0 0,0-1 1,1 1-1,-1 0 0,1 0 0,0 0 1,0 0-1,0-1 0,0 1 1,0 0-1,1-1 0,-1 1 0,1-1 1,0 0-1,0 1 0,-1-1 1,2 0-1,-1 0 0,0 0 0,0 0 1,0-1-1,1 1 0,-1-1 1,6 3-1,-1-1-439,0 0-1,0-1 1,0 0-1,0-1 1,0 1 0,0-1-1,0 0 1,0-1 0,1 0-1,-1 0 1,0-1-1,0 0 1,10-2 0,5 0-3600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5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4788,'0'0'5052,"-13"27"-4626,11-22-402,0 1 0,0-1 0,0 0 0,1 1-1,0 0 1,0-1 0,1 1 0,0-1 0,0 1 0,0 0-1,0-1 1,1 1 0,0 0 0,0-1 0,1 1 0,-1-1-1,1 0 1,0 1 0,1-1 0,-1 0 0,1 0 0,0 0-1,0-1 1,1 1 0,-1-1 0,1 0 0,6 6 0,-6-7-17,-1 1 0,0-1 0,0 1 0,0 0-1,0-1 1,-1 1 0,1 1 0,-1-1 0,0 0 0,0 1 0,-1-1 0,1 1 0,-1-1 0,0 1 0,0 0 0,0 6 0,-2-7-10,0 0 0,0-1 0,0 1 0,0 0 1,0-1-1,-1 0 0,1 1 0,-1-1 0,0 0 0,0 0 0,0 0 0,-1 0 0,1 0 1,-1 0-1,1 0 0,-1-1 0,0 0 0,0 1 0,0-1 0,0 0 0,-7 2 0,-3 4-1219,0-1 0,-1-1 0,-16 5 0,25-12-1029,-5-5-1586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6065,'0'0'1816,"28"13"-95,-12 19-689,-2 1 1,15 53-1,-16-45-2156,19 41 1,-28-52-3085,-4-24 2566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5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5737,'25'-22'1080,"-10"16"-20,3-2-228,1 0-244,2 0 28,0-1-164,7 1-156,-1 0-16,-3 2-204,4 1-96,-1 2-536,4 3-308,-16-5-728,3-1 332,1 3-5453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7029,'0'0'5616,"3"-1"-5319,16-3-87,1 1 0,0 0-1,0 2 1,35 2 0,9-2-465,-18 0-785,30-2-1521,-28-5-2474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7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4476,'9'31'4942,"-38"94"-1908,-10 67-1791,37-170-1401,-9 97-502,16-39-7019,-2-59 2493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7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5244,'3'2'170,"-1"0"-1,1 0 0,-1-1 0,1 1 0,0-1 1,-1 0-1,1 0 0,0 0 0,0 0 0,0-1 0,0 1 1,0-1-1,-1 1 0,1-1 0,0 0 0,0 0 1,0 0-1,0-1 0,0 1 0,0-1 0,0 0 0,0 0 1,0 1-1,-1-2 0,1 1 0,4-3 0,-3 2-33,1-1 1,-1-1-1,0 1 0,-1-1 0,1 1 0,0-1 1,-1 0-1,0 0 0,0-1 0,0 1 0,0 0 1,-1-1-1,0 0 0,3-8 0,-4 8-11,0 0 0,-1 0 1,1 1-1,-1-1 0,0 0 0,0 0 0,-1 0 1,1 0-1,-1 1 0,0-1 0,-1 0 0,1 1 0,-1-1 1,0 0-1,-4-6 0,-28 18-45,31-4-73,0 1 0,0 0-1,1 0 1,0 0 0,0 0 0,0 0 0,0 0 0,0 1 0,1-1-1,0 1 1,0-1 0,0 6 0,-4 6-17,2-3-52,-1-1 0,2 1 0,0 0 0,0 0 0,1 25 0,1-34-75,0 0 1,0 0-1,0-1 1,1 1-1,0 0 0,0 0 1,0-1-1,0 1 1,0-1-1,1 1 1,-1-1-1,1 1 0,0-1 1,0 0-1,0 0 1,1 0-1,-1 0 0,1 0 1,0-1-1,-1 1 1,1-1-1,0 0 0,1 1 1,4 2-1,-6-5-49,0 0 0,0 1 0,0-1 0,0 0 0,1 0 0,-1 0 0,0 0 0,0 0-1,0-1 1,0 1 0,0-1 0,0 1 0,0-1 0,0 0 0,-1 1 0,1-1 0,0 0 0,0 0-1,0-1 1,-1 1 0,1 0 0,-1 0 0,1-1 0,1-1 0,5-4-803,17-12-3588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7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6201,'0'0'3580,"-32"15"-2533,28-9-964,0 1 1,0-1-1,1 1 1,0-1-1,-3 10 0,5-14-61,0 1 50,4 40 186,-3-39-248,1 0 0,0 1 0,-1-1 0,2 0-1,-1 1 1,0-1 0,1 0 0,0 0 0,0 0 0,3 5 0,-2-4-9,-1-1 0,1 1 1,-1 0-1,0 0 0,0 0 0,1 10 0,-2 1 7,-1-1-1,0 1 1,-1-1-1,-1 0 1,0 1 0,-1-1-1,-1 0 1,-1 0-1,0-1 1,-8 17 0,5-9-453,7-19-441,-2-20-4826,0 1 886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6297,'0'0'4199,"4"0"-4074,-1 0 0,0 0-1,0 1 1,1 0-1,-1-1 1,0 1 0,0 0-1,0 1 1,3 0-1,7 50 856,-3 0-1,9 106 1,-16-105-1705,3 0 0,2 0 1,23 79-1,-27-123-206,6 13-297,-8-11-3025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18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0 286 6849,'61'-44'1352,"-33"25"-152,-1 2-176,7 1-320,-1-1-40,7 1-120,3-1-212,2-2-56,1 3-192,0-1-504,-4 4-504,-2-1-436,-3-5-336,-1 0-1064,4-3-3097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0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5016,'0'0'6266,"28"-10"-5781,225-34 431,-92 25-951,-158 18-76,-9-12-12414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0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4004,'1'4'694,"3"16"-148,2 1 1,0-1-1,1-1 1,2 1-1,-1-1 1,18 25-1,-9-12-43,18 43 1,52 180 64,-77-222-6446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0 251 4120,'0'0'1789,"4"-1"-1232,1 0-410,1 0 0,0-1-1,0 1 1,-1-1 0,1-1 0,-1 1-1,0-1 1,0 0 0,0 0 0,0-1 0,0 1-1,-1-1 1,1 0 0,-1-1 0,0 1 0,-1-1-1,1 1 1,-1-1 0,1 0 0,-2 0 0,1-1-1,3-9 1,-4 8-40,0 1-1,0-2 1,-1 1-1,0 0 0,0 0 1,-1 0-1,0-1 1,0 1-1,-1 0 1,0 0-1,0 0 0,0 0 1,-1 0-1,-1 0 1,1 0-1,-1 0 1,0 1-1,-8-13 0,11 18-101,0 0-1,0 1 1,0-1-1,-1 0 0,1 0 1,0 1-1,-1-1 1,1 0-1,-1 0 1,1 1-1,-1-1 0,1 1 1,-1-1-1,1 0 1,-1 1-1,0-1 0,1 1 1,-1-1-1,0 1 1,0 0-1,1-1 0,-1 1 1,-1-1-1,-6 15 24,5 30 14,8-15-21,1-1 0,1 0 1,2 0-1,19 42 0,-21-54-190,1-1 0,0-1 0,1 1 0,1-2 1,0 1-1,1-1 0,1-1 0,0 0 0,15 12 0,-23-21-195,0-1 0,0 0 0,0 0 0,1 0 0,-1 0 0,0-1 0,1 0 0,-1 1 0,1-2 0,-1 1 0,1-1 0,0 1 0,-1-1-1,1 0 1,-1-1 0,10-1 0,7-1-3892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4528,'-10'29'2815,"7"-24"-2716,0-1 1,0 0 0,1 1-1,0 0 1,0-1 0,0 1-1,1 0 1,-1 0 0,1 0-1,0 0 1,1 0 0,-1 1-1,1-1 1,0 0 0,1 10-1,1-7-46,1 1-1,0-1 0,0 1 0,0-1 1,1 0-1,0 0 0,1-1 0,10 14 1,-5-8-25,0 0 1,-1 1 0,0 1 0,-1-1-1,10 26 1,-17-36-21,0 1-1,0-1 0,0 1 1,-1-1-1,1 1 1,-1-1-1,0 1 0,0 0 1,-1-1-1,1 1 1,-1-1-1,0 1 1,0-1-1,-1 1 0,0-1 1,1 0-1,-1 0 1,0 1-1,-1-1 0,1-1 1,-1 1-1,0 0 1,0-1-1,-6 7 1,0-1-62,-1 0 1,0-1-1,0 0 1,-1-1-1,-14 9 1,19-14-401,1 1 1,-1-1-1,0 0 0,0 0 0,0 0 1,0-1-1,0 0 0,0-1 1,0 1-1,-1-1 0,1 0 1,-8-1-1,11 0-3081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4388,'4'9'321,"0"1"-1,-1 0 0,0 0 0,-1 0 0,0 1 0,-1-1 0,0 0 1,-1 1-1,-1 17 0,5 42 225,74 265-1462,-60-266-2705,-12-45 38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1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5505,'73'-11'928,"-42"2"-424,-16 4-196,12-1 288,1-2-404,-1 0-320,4 3-92,-4-4-364,16-4-508,-31 7-877,9-8-2059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5408,'0'0'3737,"3"0"-3481,285 27-1061,-252-26-1320,-32-2 805,-18 2 1104,-47 6 1620,58-6-1081,-26 15 1408,18 9-1137,2 1 0,1 0 0,0 1 0,3-1 0,-6 52 0,1-9-191,5-32-1508,0 68-1,0-87-3728,1-2-469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2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59 131 4520,'1'1'267,"0"1"-1,0-1 0,0 1 1,0-1-1,0 1 0,0-1 1,1 0-1,-1 0 0,0 0 0,1 1 1,1 0-1,0-6-147,0 1 1,-1-1-1,0 0 0,0 1 0,0-1 0,0 0 1,-1-1-1,1 1 0,-1 0 0,0 0 1,0-1-1,-1 1 0,1 0 0,-1-1 1,0 1-1,0 0 0,-1-1 0,1 1 1,-1 0-1,0-1 0,0 1 0,0 0 1,-1 0-1,1 0 0,-1 0 0,0 0 1,0 0-1,-1 0 0,1 1 0,-1-1 0,-4-4 1,6 7 140,-1-1-242,0 1 0,-1-1 0,1 1-1,0 0 1,-1 0 0,1 0-1,0 0 1,-1 0 0,1 1 0,-1-1-1,-4 0 1,5 3-17,-1 0 1,0 1-1,1-1 0,-1 0 1,1 1-1,0-1 0,0 1 1,0 0-1,0 0 0,0 0 1,1 0-1,-1 0 1,1 0-1,0 0 0,0 1 1,0-1-1,-1 7 0,2-3 32,-1 0-1,1 0 1,1 0 0,-1-1-1,1 1 1,1 0-1,-1 0 1,5 12-1,-2-10-146,-1 0 0,2 0 0,-1 0-1,1 0 1,1-1 0,0 1-1,0-2 1,0 1 0,1 0-1,0-1 1,0-1 0,1 1 0,9 5-1,-12-9-340,-1 0 0,0-1 0,1 0 0,-1 0 0,1-1 0,-1 1 0,1-1 0,0 0 0,0 0-1,0 0 1,0-1 0,0 0 0,9 0 0,2-5-3884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 4528,'-3'30'621,"3"-24"309,-5 16-247,4-20-649,0 0 0,1 0 0,-1 0-1,1 0 1,-1 1 0,1-1 0,0 0 0,0 1 0,-1-1-1,2 0 1,-1 3 0,4 8 76,0-1 1,0 0-1,1 0 1,1 0-1,13 19 1,4 9 82,-21-37-96,-1 3-101,4 31 1080,-6-35-1030,1 0-1,-1 0 1,1 0-1,-1 0 1,0-1-1,0 1 1,0 0-1,0-1 1,-1 1-1,1 0 1,0-1-1,0 0 1,-1 1-1,1-1 1,-1 0-1,0 0 1,1 1-1,-4 0 1,-141 90-741,145-92 647,-24 11-1216,11-10-2313,-4-3-885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3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5793,'0'0'819,"0"3"-54,6 120 2933,0-79-3833,1-1-1,15 51 1,-19-87-483,-1 0-1,-1-1 1,0 1-1,0 0 1,0 0 0,0-1-1,-1 1 1,0 0-1,-2 11 1,-1-1-3855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41:2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4416,'82'-19'616,"-48"5"-115,-4 0-457,0-5-585,1-3-267,6-2-548,5-4-1504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 2152,'0'0'3340,"-17"10"-2971,12-3 7085,14 200-7430,10 56 225,-13-197-178,-6-62-73,-19 27 222,7-28-176,-1 0 0,0-1 1,0 0-1,0-1 1,0-1-1,0 0 0,0 0 1,-19-4-1,-6-4 160,-55-19-1,49 13-7,40 14-114,4-1-77,0 1 0,0-1 0,0 1 0,0-1 0,0 1 0,-1-1 0,1 1 0,0-1 0,0 1 0,-1 0 0,1-1 0,0 1 0,0-1 0,-1 1 0,1 0 0,-1-1 0,1 1 0,0 0 0,-1 0 0,1-1 0,-1 1 0,1 0 0,-1 0 0,1-1 0,0 1 0,-1 0 0,1 0 0,-1 0 0,1 0 0,-1 0 0,1 0 0,-1 0 0,0 0 0,-7-3-2,13-9 43,4 4-43,1 0 1,-1 1-1,2 0 1,-1 1-1,0 0 1,24-9-1,-1-1 6,34-9-83,-65 24 86,3-1-42,-1 0 0,0 0 0,1 0 0,-1 0 0,1 1 0,0-1 0,-1 1 0,1 1 0,0-1 1,6 1-1,-7-1-60,-1 1-160,31-6-1919,-26 6 854,1-1 0,0 0 0,-1 0 0,1-1 0,9-3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25 101 5817,'0'0'5508,"3"17"-5425,-2-13-60,0 1 1,0-1-1,0 0 0,0 0 1,1 0-1,0 1 1,0-1-1,0-1 1,0 1-1,1 0 1,-1-1-1,7 7 0,-7-8 23,1-1-4,0 0-19,0-1 0,0 1-1,0 0 1,1-1 0,-1 0-1,0 1 1,0-2 0,1 1-1,-1 0 1,0 0-1,0-1 1,1 0 0,-1 0-1,0 0 1,0 0 0,4-2-1,-1-1 65,0 0-1,0 0 1,-1 0-1,0-1 1,0 0-1,9-10 1,-13 13-66,-1 0 1,1 1 0,0-1 0,-1 0 0,1 0 0,-1 0 0,1 0 0,-1 0 0,0 0 0,0 0 0,0 0 0,0 0 0,0 0 0,-1 0 0,1 0 0,0 0 0,-2-3 0,-11-30 145,11 31-230,0 0 0,0 0 0,0 1-1,-1-1 1,1 1 0,-1-1 0,0 1 0,0 0-1,0 0 1,-1 0 0,1 1 0,-1-1 0,1 1-1,-1 0 1,0 0 0,0 0 0,0 0 0,0 1-1,0 0 1,0-1 0,0 2 0,-1-1-1,1 0 1,0 1 0,0 0 0,-1 0 0,1 0-1,0 0 1,-1 1 0,1 0 0,0-1 0,0 2-1,0-1 1,-6 2 0,8-2-713,-7 7-2050,8-8 2648,0 0-1,1 1 1,-1-1 0,0 0-1,1 1 1,-1-1 0,0 0-1,1 1 1,-1-1 0,0 1-1,1-1 1,-1 1 0,1 0-1,-1-1 1,1 1-1,-1 0 1,1-1 0,0 1-1,-1 0 1,1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4 443 4524,'0'0'3761,"37"6"-3440,-25-6-13,0-1-1,0 1 0,0-2 1,0 0-1,-1 0 1,1-1-1,-1-1 1,15-6-1,-20 7-197,0 0 1,1-1-1,-1 0 0,-1-1 1,1 1-1,-1-1 0,0 0 1,0 0-1,0-1 1,0 0-1,-1 1 0,0-2 1,-1 1-1,1 0 0,4-11 1,-4 5-35,-1 0 0,1 0 0,-2 0 0,0 0 0,0 0 1,-1 0-1,-1 0 0,0-1 0,0 1 0,-1 0 1,-1 0-1,0 0 0,-1 0 0,-5-16 0,5 20-64,0-1 0,-1 0 0,-1 1 0,1-1 0,-1 1 0,-1 1 0,1-1 0,-1 1 0,0 0 0,-1 0 0,0 1 0,0-1 0,0 1 0,-1 1 0,0 0 0,0 0 0,0 0 0,-12-3 0,16 7-13,0 0-1,1 1 1,-1 0 0,1-1 0,-1 1 0,0 1 0,1-1 0,-1 1 0,1-1 0,-1 1 0,1 0 0,-1 0 0,1 0 0,-4 3-1,-41 22 3,47-26-6,1 1 0,-1-1 0,0 1 0,0-1 0,0 1 0,0 0 0,0-1 0,1 1 0,-1 0 0,0-1 0,1 1 0,-1 0 0,0 0 0,1 0 0,-1 0 0,1 0 0,-1 0 0,1-1 0,0 1 0,-1 0 0,1 0 0,0 0 0,0 0 0,0 0 0,0 1-1,-1-1 1,1 0 0,1 0 0,-1 0 0,0 0 0,0 0 0,0 0 0,0 0 0,1 0 0,-1 0 0,1 0 0,-1 0 0,0-1 0,1 1 0,0 0 0,-1 0 0,1 0 0,-1 0 0,1-1 0,0 1 0,0 0 0,-1-1 0,1 1 0,0 0 0,0-1 0,1 1 0,3 3-10,0-1 1,0 0-1,0 0 1,0-1-1,0 1 1,1-1-1,7 2 1,67 8 22,-56-10-47,-1 1 1,1 2 0,-1 0-1,0 1 1,27 12-1,-44-15 35,-1 0 0,1 0 0,0 1 0,-1-1 0,0 1 0,0 1-1,0-1 1,-1 1 0,1 0 0,-1 0 0,0 0 0,0 0 0,-1 1-1,0 0 1,0-1 0,0 1 0,-1 0 0,0 1 0,0-1 0,0 0-1,-1 1 1,0-1 0,1 12 0,-1 38-28,-1-40-55,0-1 1,1 1 0,4 17 0,-4-28-206,0 0 0,1 0 0,0 0 0,0 0 0,0 0 0,1 0 0,0 0 0,0-1 0,0 1 0,0-1 0,1 0 0,6 7 0,-7-10-45,-1 0 0,1 0 0,0 0 0,0 0 1,-1 0-1,1-1 0,0 1 0,0-1 0,0 0 0,-1 0 1,5 0-1,-3 0-924,0 0-3045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3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20 5320,'-10'21'4362,"0"46"-2848,9-56-1512,1 1 1,0-1-1,0 1 0,1 0 0,1-1 1,0 1-1,0-1 0,7 17 0,-4-20 36,0 0 0,1 0-1,0-1 1,0 0 0,1 0-1,13 10 1,-8-6 44,-10-10-45,1 0-1,-1 0 1,0 0 0,0 0 0,1 0-1,-1 0 1,1-1 0,-1 1 0,0-1 0,1 1-1,-1-1 1,1 0 0,-1 0 0,1 0 0,-1-1-1,1 1 1,-1 0 0,5-2 0,-3 1 8,1-1 0,-1 1 0,0 0 0,0-1 0,0 0 0,0 0 0,0 0 0,6-6 0,-4 2 5,0-1 1,0 0-1,-1 0 0,0 0 1,0-1-1,-1 0 0,0 0 1,0 0-1,-1 0 0,0-1 1,-1 1-1,1-1 0,0-12 1,-2 14-46,-1 1 1,0 0-1,-1 0 0,1-1 1,-1 1-1,0 0 1,-1 0-1,1 0 1,-1 0-1,-1 0 0,1 0 1,-1 1-1,0-1 1,0 1-1,0 0 1,-1-1-1,0 2 0,0-1 1,-9-8-1,7 8-121,0 1-1,0-1 1,0 1-1,-1 1 1,0-1 0,0 1-1,1 0 1,-2 0-1,1 1 1,0 0-1,-8-1 1,12 3-313,-1 0-310,-8 3 118,-4 1-511,5-3-3529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4776,'0'4'838,"12"177"3137,-8-143-3730,4 13 387,-8-47-398,2 28 2500,-4-39-2717,1-1 1,-1 0-1,1 1 0,1-1 1,-1 0-1,1 0 0,1 0 1,-1 0-1,1 1 0,1-1 1,-1 0-1,5-11 1,7-15-177,23-48 0,-18 44-132,-17 36 129,1 0 124,1 1 0,0 0 0,0 0-1,0 0 1,0 0 0,1 0 0,-1 1 0,5-1 0,24 63-221,-28-52 273,1-1-1,-1 1 0,2 0 1,-1-1-1,1 0 1,0 0-1,1-1 1,0 0-1,1 0 1,11 9-1,-14-15-7,0-1 1,0 1-1,0-1 0,0 0 1,1-1-1,-1 1 0,0-1 1,1 0-1,-1-1 0,0 1 0,7-2 1,-6 1-10,10-1 22,-1-1 0,1 0-1,-1-1 1,0-1 0,0-1-1,0 0 1,-1-1-1,0 0 1,0-1 0,0-1-1,15-13 1,-24 18-22,-1 0 1,0 0 0,0 0-1,0 0 1,0-1 0,-1 1-1,1-1 1,-1 0 0,-1 0-1,1 0 1,-1-1 0,0 1-1,0-1 1,0 1 0,-1-1-1,1 0 1,-2 1-1,1-1 1,-1 0 0,1 0-1,-2 0 1,1 1 0,0-1-1,-1 0 1,0 0 0,-1 1-1,1-1 1,-1 1 0,0-1-1,-1 1 1,1 0 0,-1 0-1,-4-6 1,6 9-3,0 0-1,0 0 1,0 0 0,0 0 0,0 0 0,0 1 0,0-1-1,-1 0 1,1 1 0,-1-1 0,1 1 0,-1 0 0,1-1-1,-1 1 1,0 0 0,0 0 0,0 0 0,0 0 0,0 0-1,0 1 1,0-1 0,0 1 0,0-1 0,0 1 0,0 0-1,0-1 1,0 1 0,0 0 0,0 0 0,0 1 0,0-1-1,0 0 1,0 1 0,-1-1 0,1 1 0,1 0 0,-1 0-1,0-1 1,0 1 0,-3 2 0,1 1 6,-1 0-1,1 0 1,0 0 0,0 0 0,1 1 0,-1-1-1,1 1 1,0 0 0,1 0 0,-1 0 0,1 0 0,0 1-1,-3 10 1,3-4 21,0 0 0,0 0 0,1 1 1,1-1-1,0 1 0,1-1 0,0 0 0,1 0 0,1 1 0,0-1 0,0 0 0,1-1 1,9 19-1,-9-22-223,1 0 0,0 0 0,0 0 1,1-1-1,0 1 0,1-2 0,13 13 0,-13-14-435,0 0-1,0-1 1,1 1-1,0-2 1,-1 1-1,1-1 1,1 0-1,-1-1 1,12 3-1,5 0-4140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4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5457,'1'30'3733,"-4"141"-3405,2-149-269,2 1 0,4 32 1,-5-52 95,0 1-108,1 11-669,-2-3 2943,-18-17-665,18 3-1644,1 1 0,-1-1 0,1 1 0,0-1 0,-1 0 1,1 1-1,0-1 0,0 0 0,0 1 0,0-1 0,0 0 1,0 0-1,1 1 0,-1-3 0,1 3 11,1-28 48,1 0 0,2 0 0,11-38 0,-14 57-73,1 0-1,1 1 0,0-1 1,0 1-1,0 0 1,2 0-1,-1 1 0,1-1 1,0 1-1,0 0 1,1 1-1,1 0 1,8-8-1,-13 15-2,1-1-1,0 0 1,0 1-1,-1 0 1,1-1 0,0 2-1,0-1 1,-1 0 0,1 1-1,0-1 1,-1 1 0,1 0-1,0 1 1,-1-1-1,1 0 1,-1 1 0,0 0-1,1 0 1,4 4 0,-3-1 9,0 0 0,0 0 1,0 0-1,-1 1 0,0-1 1,0 1-1,0 0 0,-1 0 1,0 1-1,0-1 0,2 9 1,3 13 49,7 47 1,-8-34 200,-7-39 312,19-2-326,-16 0-224,1 0-1,-1-1 0,1 0 1,-1 0-1,1 0 0,-1-1 0,0 1 1,0-1-1,1 1 0,-1-1 1,0 0-1,-1 0 0,1-1 0,4-3 1,39-45 37,-19 19-16,-11 16 8,-10 8-64,1 1 0,1 0-1,-1 0 1,1 0 0,17-10 0,-9 41-66,-11-13 77,-2 0 1,1 0 0,-1 0-1,-1 0 1,0 0 0,0 21-1,-2-22-420,1 0 0,0-1 0,0 1 0,1-1 0,0 1 0,1-1 0,0 0 0,0 0 0,8 14 0,-9-21-438,7-7-8956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5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40 4028,'0'0'4111,"-17"27"-3392,16-24-683,-1 0-1,1 1 1,0-1 0,0 1-1,0 0 1,0-1 0,0 1-1,1 0 1,0 0-1,-1-1 1,2 1 0,-1 0-1,1 4 1,-1-5 2765,1-41-2419,6 8-332,-6 27 121,-3-28-300,-1 34 147,-1 1 0,1-1 0,0 1 0,0 0 0,0 0 0,1 0 0,0 0 0,-1 0 0,1 1 0,0-1 0,1 1 0,-1-1 0,1 1 0,0 0 0,0 0 0,1-1 0,-1 1 0,1 0 0,0 0 0,0 0 0,1 0 0,0-1 0,-1 1 0,2 0 0,-1 0 0,0-1 0,1 1 0,0-1 0,0 0 0,0 1 0,1-1 0,-1 0 0,1 0 0,0 0-1,0-1 1,1 1 0,-1-1 0,1 1 0,-1-1 0,1 0 0,0-1 0,0 1 0,7 3 0,-9-5 12,1 0-1,-1-1 0,1 1 1,0 0-1,-1-1 0,1 0 0,0 1 1,0-1-1,-1 0 0,1 0 1,0-1-1,-1 1 0,1 0 1,0-1-1,-1 0 0,1 0 1,-1 0-1,1 0 0,4-2 1,37-32 480,-35 26-413,-7 8-88,-1-1 0,0 0 0,1 0 0,-1-1 0,0 1 0,0 0 0,0 0 0,0 0 1,-1-1-1,1 1 0,-1 0 0,1-1 0,-1 1 0,0-1 0,0 1 0,0 0 0,0-5 0,-1 2-13,1 0-1,-1 0 1,0 0-1,0 0 0,-1 0 1,1 1-1,-4-7 0,2 5-69,-1 1-1,1-1 1,-1 0-1,0 1 0,-1 0 1,0 0-1,1 0 1,-1 1-1,-1 0 1,-8-6-1,12 8-74,-1 1 1,1 0-1,-1 0 1,1 0-1,-1 1 0,1-1 1,-1 0-1,0 1 1,1 0-1,-1 0 0,0 0 1,1 0-1,-1 0 1,0 0-1,1 1 0,-1-1 1,0 1-1,1-1 1,-1 1-1,1 0 0,-1 0 1,1 1-1,0-1 1,-1 0-1,1 1 0,0-1 1,0 1-1,-3 3 1,-15 2-4438,2 1-430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26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52 511 5981,'0'0'2556,"-26"14"-1924,23-11-598,1 1 0,-1-1 0,1 0 0,0 1 0,0 0 0,0 0 1,0-1-1,0 1 0,1 0 0,0 0 0,0 0 0,0 1 0,1-1 0,-1 0 0,1 0 1,0 0-1,0 1 0,0-1 0,1 0 0,-1 0 0,2 4 0,2 5-8,0 0 0,0 0 0,1 0 1,13 21-1,-17-32 117,15 4 156,-13-5-263,0 0 0,0 0 0,0 0 0,0 0 0,0-1-1,0 1 1,0-1 0,0 0 0,0 0 0,1 0 0,-1 0 0,0-1-1,0 1 1,0-1 0,0 0 0,0 0 0,0 0 0,4-2-1,-1 0 28,-1-1-1,0 1 0,-1-1 0,1 0 0,-1 0 0,1-1 0,-1 1 0,-1-1 0,5-5 0,1-6 25,0 1 0,-1-1-1,-1 0 1,-1-1 0,8-29 0,-1-24-53,-4 0-1,-3 0 1,-3-1-1,-10-116 0,1 146-50,6 40 14,0 0 0,0 0 1,0 0-1,0 0 0,0-1 0,0 1 0,0 0 0,-1 0 1,1 0-1,0 0 0,-1 0 0,1 0 0,-1 0 0,0 0 1,1 0-1,-1 0 0,0 0 0,1 0 0,-1 0 0,0 0 1,0 1-1,0-1 0,0 0 0,-1 0 0,1 1 2,0 1-1,0-1 1,0 0-1,0 1 1,0 0 0,0-1-1,0 1 1,0 0-1,1-1 1,-1 1 0,0 0-1,0 0 1,1 0-1,-1 0 1,0-1-1,1 1 1,-1 0 0,1 0-1,-1 2 1,-25 63-19,15-23 32,2 0-1,2 0 0,1 1 1,1 51-1,5-73 18,1-1 0,0 0-1,2 0 1,0 0 0,2 0 0,0 0 0,1-1-1,1 0 1,1 0 0,18 32 0,-22-46-6,0 1 0,1-1 0,0 1 1,0-1-1,1-1 0,0 1 0,0-1 0,0 0 1,1 0-1,-1-1 0,1 0 0,0 0 0,0-1 0,9 4 1,-10-5-18,0-1 1,0 0 0,0 0 0,0-1 0,0 1-1,1-1 1,-1-1 0,0 1 0,0-1-1,0 0 1,0 0 0,0-1 0,0 0 0,0 0-1,-1 0 1,1-1 0,-1 1 0,7-6 0,-4 3-17,-1-1 0,-1 0 0,1 0 0,-1-1 0,0 1 0,0-2 0,-1 1 0,0 0 1,0-1-1,-1 0 0,0 0 0,0-1 0,-1 1 0,0-1 0,0 1 0,1-13 1,-3 17 4,-1-1 1,0 1 0,0 0 0,0-1 0,0 1 0,-1 0 0,0-1 0,-2-6 0,-2-19-207,-3 28 155,6 2 55,0-1 0,1 1 0,-1-1 0,0 1 1,0 0-1,0-1 0,0 1 0,0 0 1,0 0-1,1 0 0,-1 1 0,-3 0 1,2 5 3,-1 0 1,1 0 0,0 0 0,1 1 0,-1-1 0,1 1 0,0 0 0,1 0 0,0 0 0,0 0 0,0 0 0,1 0-1,0 0 1,1 0 0,-1 0 0,1 0 0,1 0 0,-1-1 0,1 1 0,0 0 0,1-1 0,-1 1 0,1-1 0,7 10 0,-9-14 14,1 0 0,-1 0 1,1-1-1,-1 1 0,1-1 1,0 1-1,0-1 0,0 0 1,0 0-1,0 0 0,0 0 1,0 0-1,0 0 0,0 0 1,0-1-1,0 1 0,1-1 1,-1 1-1,0-1 0,0 0 1,1 0-1,-1 0 0,0 0 1,0-1-1,3 0 0,4 0 73,0-1 0,0 0 0,0 0 0,15-7-1,-12 2-49,0 1 0,-1-2 0,0 1 0,0-1 0,-1-1 0,1 0 0,-2-1 0,0 0 0,0 0 0,0-1 0,-2 0 0,1 0 0,-1-1 0,-1 0 0,0 0 0,4-14 0,3-13-38,-2 0 0,-1-1 0,8-78 0,-17 103-18,0 1 0,-1-1 0,-1 1 0,0 0-1,-1-1 1,-1 1 0,0 0 0,0 0 0,-2 0 0,0 1 0,-7-14 0,9 27 7,-1 1 0,0-1 1,1 1-1,-1-1 0,1 1 1,-1 0-1,0 1 1,-3 1-1,3 0 7,0 0-1,0 1 1,1 0-1,0 0 1,-1 0 0,1 0-1,0 0 1,1 1-1,-1-1 1,1 1 0,-2 4-1,-19 60 55,19-56-61,-4 14 69,2 0 0,0 1 0,2 0 0,0 0 0,3 0 0,0 0 0,1 1 0,6 34 0,-3-48-126,0 1 0,1-1 0,0 0 0,1 0 0,1-1-1,0 0 1,1 0 0,1 0 0,0-1 0,1 0-1,0 0 1,1-1 0,1 0 0,0-1 0,0 0-1,18 12 1,-14-11-833,1-1-1,-1-1 1,2-1-1,-1 0 1,1-1-1,1-1 1,-1 0-1,29 5 1,11-1-4675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 3384,'0'0'5269,"-1"2"-5052,0-1 0,-1 1 0,1 0 0,-1-1 0,1 1 0,-1-1 0,0 1 0,1-1-1,-1 0 1,0 0 0,-2 1 0,-60-9 429,61 7-624,-12 9 16,7-3-24,0 0 1,0 1 0,1 0 0,0 1-1,1-1 1,0 1 0,0 1-1,0-1 1,1 1 0,0 0-1,-6 18 1,-3 12 39,-13 60-1,26-94-44,-4 21 7,0 0 0,2 0-1,1 0 1,1 0 0,2 1 0,0-1 0,2 0 0,1 0 0,0 0 0,2 0 0,11 27-1,-12-42 10,0 0-1,1-1 1,0 0-1,0 0 1,1-1-1,8 9 1,-11-13-44,-2-4 47,28 11 115,1-10-153,-28-2 10,0 0-268,0 0 249,39-4-1838,-39 3 1523,-1 0-1,0 0 1,0 0-1,0-1 0,0 1 1,0 0-1,0-1 1,0 1-1,-1-1 1,1 0-1,0 1 1,-1-1-1,1 0 1,-1 0-1,0 0 1,0 0-1,2-4 0,1-10-4245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1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3920,'0'0'5332,"3"0"-5139,139-11 436,16-2-626,-154 12-38,14-1-725,-1-1 0,0 0 0,0-1 0,-1-1 0,32-14 0,-45 14-1264,-1-11-1422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1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3780,'-3'36'423,"1"1"0,2-1 0,2 1 0,1-1 0,13 58 0,-8-49-1389,-8-42 36,0-1-686,-3 10-1178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4692,'0'0'2579,"1"17"-2317,20 286 3499,-6-192-2482,-10-83-1039,0 0-1,-2 0 0,-1 38 0,0-43-146,0-22-60,-2-13-23,-1-6-66,0 1 0,2-1 0,0 0 0,1 1 0,1-1 0,0 1 0,1 0 0,1 0 0,1 0 0,1 1 0,0 0 0,1 0 0,0 1 0,1 0 0,12-14 1,-20 26 34,1 1 0,0 0 1,-1 0-1,1 0 1,0 0-1,0 1 1,0-1-1,0 0 1,0 1-1,1-1 1,-1 1-1,0 0 1,1 0-1,-1 0 0,1 0 1,-1 0-1,1 0 1,0 1-1,-1-1 1,1 1-1,0 0 1,-1 0-1,1 0 1,0 0-1,-1 0 1,1 1-1,0-1 1,-1 1-1,1 0 0,-1-1 1,1 1-1,-1 0 1,1 1-1,-1-1 1,0 0-1,1 1 1,-1-1-1,0 1 1,3 3-1,9 9 10,-2 1 0,0 0 0,-1 1 0,0 0 0,-1 0 0,8 22 0,2-1-20,-16-31-9,1 0-1,0 0 1,0-1-1,0 0 1,0 0-1,1 0 0,0-1 1,11 8-1,-8-7 17,-7-4 117,1-2-164,58-24-77,-58 24 161,-1-5-12,1 1 1,0 0-1,0 0 0,1 0 0,-1 0 0,8-7 1,-5 5-14,-5 5 91,6-15-168,-5 13 88,0-1 1,-1 0 0,0 0 0,0 1 0,0-1-1,0 0 1,-1 0 0,1 0 0,-1 0 0,0 0-1,-1 0 1,0 0 0,1 0 0,-1 0 0,-1 0-1,-2-6 1,-2-4-28,-1 1-1,0 0 0,-16-21 1,22 32-72,0 2 87,1 1 8,-1-1-1,1 0 0,-1 0 1,0 1-1,1-1 1,-1 0-1,0 1 0,0-1 1,0 0-1,1 1 0,-1-1 1,0 1-1,0 0 0,0-1 1,0 1-1,0 0 1,0-1-1,0 1 0,0 0 1,0 0-1,0 0 0,0 0 1,0 0-1,0 0 0,0 0 1,0 0-1,1 0 1,-1 1-1,0-1 0,0 0 1,0 1-1,0-1 0,-1 1 1,-1 3 15,-1 0 0,2-1 1,-1 2-1,0-1 1,1 0-1,0 0 0,0 1 1,0-1-1,0 1 1,1 0-1,0 0 0,0-1 1,0 1-1,1 0 1,-1 0-1,2 8 0,-2 3 1,2 0-1,0 1 0,6 28 0,-3-33 17,-1-1 1,1 0-1,1-1 0,0 1 0,0-1 1,1 0-1,1 0 0,-1 0 1,2-1-1,-1 0 0,1-1 0,10 9 1,-15-16-9,0 0 0,0 0 0,-1 0 0,1-1 0,0 0 0,0 1 0,0-1 0,0 0 0,-1 0 0,1-1 0,0 1 0,0-1 0,0 1 0,-1-1 0,1 0 0,0 0 0,3-2 0,5-2 25,-1-1-1,0 0 1,-1 0-1,1-1 0,-1-1 1,-1 1-1,1-2 0,-1 1 1,-1-1-1,1 0 1,-2 0-1,1-1 0,-1 0 1,-1 0-1,0-1 0,0 0 1,6-21-1,-9 26-44,-1-1 0,0 1 0,0-1 0,0 1 0,-1-1 0,0 0 0,0 1 0,-1-1 0,0 1-1,0-1 1,0 1 0,-1-1 0,-3-7 0,-5-9 34,0 1 0,-17-26-1,12 22-36,14 24-30,-4-3 117,-7-7-555,13 10 242,9 5 146,-1 1 57,0 0-1,0 1 0,0 0 1,-1 1-1,0 0 1,0 0-1,0 1 0,-1-1 1,0 2-1,0-1 1,8 14-1,-8-9 20,-1 0 0,0 0-1,-1 1 1,-1 0 0,0 0 0,0 0-1,-1 1 1,1 13 0,-2-8 120,2-1 1,0 1 0,1-1 0,10 23-1,-11-33-84,0 0 0,0 0 0,0 0 0,1-1 1,1 0-1,-1 0 0,1 0 0,0 0 0,1-1 0,13 10 0,-18-15-17,0 0 0,0 0 0,-1 0 0,1 0-1,0-1 1,0 1 0,0-1 0,0 0 0,0 1 0,0-1 0,0 0 0,0 0 0,0 0 0,0 0 0,0-1 0,0 1 0,0 0 0,0-1-1,3-1 1,33-18 133,-34 17-117,3-1-9,-1-1-1,-1 0 1,1 0 0,-1-1-1,0 0 1,0 0 0,-1 0-1,0 0 1,0-1 0,0 1-1,-1-1 1,0 0 0,0 0-1,-1-1 1,2-7 0,1-7-4,-1 0 0,-1 1 0,0-44 1,-4 48-34,-1-1 1,-1 0 0,-7-27 0,3 16-151,6 28 161,1 0 1,-1 0-1,0 0 1,0 0-1,1 0 1,-1 0-1,0 0 1,0 0-1,0 0 1,0 0-1,0 0 1,-1 0-1,1 1 1,0-1 0,0 1-1,0-1 1,-1 1-1,1-1 1,0 1-1,0 0 1,-1-1-1,1 1 1,0 0-1,-1 0 1,1 0-1,0 0 1,-1 0 0,1 0-1,0 1 1,-1-1-1,1 0 1,0 1-1,-1-1 1,1 0-1,-2 2 1,-1 2 4,0 0-1,-1 0 1,1 0 0,1 0 0,-1 1 0,1 0-1,0 0 1,0 0 0,0 0 0,0 0-1,1 0 1,0 1 0,0-1 0,1 1 0,0 0-1,0 0 1,-1 11 0,0 4 9,1 1 1,1-1-1,4 33 0,-2-38-23,1 0-1,0 0 1,1-1-1,0 0 1,13 27-1,-14-36-209,0-1 0,1 1 0,-1-1 0,1 1 0,1-1 0,-1 0 1,6 4-1,-6-6-283,0 0 0,0 0 0,0-1 0,0 1 0,0-1 1,1 0-1,-1 0 0,1-1 0,0 1 0,8 0 0,5 1-4542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4764,'0'0'2207,"-19"25"-837,6 29-957,3-1 1,2 1 0,3 1-1,2 86 1,2-136-496,1 1 0,0-1 0,0 1 0,0-1 1,1 1-1,0-1 0,0 0 0,0 1 0,0-1 0,1 0 0,0 0 0,0 1 1,1-1-1,-1-1 0,1 1 0,0 0 0,1-1 0,-1 0 0,1 1 0,5 4 0,-7-9-286,1 0 0,-1 1 0,1-1 0,-1 0-1,1-1 1,-1 1 0,1 0 0,-1-1-1,1 1 1,-1-1 0,0 0 0,1 0 0,2-1-1,5-7-3153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5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3748,'-9'9'209,"0"-1"0,1 1 0,0 0-1,0 0 1,1 1 0,1 0 0,-1 1-1,2-1 1,-1 1 0,1 0 0,1 1 0,0-1-1,1 1 1,0-1 0,1 1 0,-1 16-1,-1 6-27,1 0-1,3 0 0,0 0 1,7 46-1,-5-69-111,0 0 1,0 0-1,1 0 1,0 0-1,1 0 0,0-1 1,1 1-1,0-1 1,1 0-1,0-1 0,0 1 1,1-1-1,0-1 1,1 1-1,0-1 0,15 12 1,-21-19-65,0 0 1,0 0 0,0 0-1,0 0 1,0 0-1,0 0 1,0-1-1,0 1 1,0-1-1,0 0 1,1 1 0,-1-1-1,0 0 1,0 0-1,0 0 1,1-1-1,-1 1 1,0 0 0,0-1-1,0 0 1,0 1-1,0-1 1,0 0-1,0 0 1,0 0-1,0 0 1,0 0 0,0-1-1,-1 1 1,4-4-1,-1 1 20,0 0 0,-1 0 0,1 0 0,-1-1-1,0 0 1,0 1 0,0-1 0,-1 0 0,0-1-1,3-8 1,1-18 65,-2 0 0,-2 0 0,-1 0 0,-1 0-1,-8-57 1,7 78-79,-8-26-98,0 32 125,-3 20-17,9-4-33,1-1 0,0 1-1,1 0 1,0-1 0,0 1 0,1 0-1,0 0 1,1 0 0,5 21 0,-6-31 24,1 6-7,0 1 1,1-1 0,0 1 0,0-1 0,0 0 0,1 0-1,0 0 1,1-1 0,0 1 0,0-1 0,0 1-1,0-1 1,1 0 0,6 5 0,-9-11-5,0 0 1,1 0-1,-1-1 1,0 1-1,0-1 1,0 1-1,0-1 1,0 0-1,0 0 1,0 1-1,0-1 1,0-1-1,0 1 1,-1 0-1,1 0 1,0-1-1,-1 1 0,3-3 1,1-3 29,0 0 0,0-1 0,0 0 0,-1 0 0,0 0 1,-1-1-1,1 1 0,-2-1 0,4-13 0,-2-6-115,1-48 0,3-17 157,-7 91-103,-1 6 27,0 43 2,-6 146 256,7-185 986,3-10-499,10-23-298,14-39-492,61-153-38,-88 215-33,0 3 52,1 0 61,-1 0 0,1 0-1,-1 0 1,1 0 0,-1 1 0,0-1 0,0 0 0,0 1-1,0-1 1,0 1 0,0 0 0,0-1 0,0 1-1,0 0 1,-1-1 0,1 1 0,-1 0 0,1 0 0,-1 2-1,7 37 18,7 85-236,7-49-5187,-20-74 2788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6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4092,'-2'1'227,"0"1"-1,0 0 0,0 0 1,1 0-1,-1 0 0,0 0 1,1 1-1,-3 4 0,7 30 442,1 0 0,2 1 0,12 42 0,9 53 349,-3 270 3164,-29-435-4026,4 14-175,2-1 0,0 0 1,1 0-1,1 0 0,0 1 0,2 0 1,0-1-1,1 1 0,1 1 0,16-31 1,-23 46 7,1 1 1,0-1 0,0 0-1,1 0 1,-1 1 0,0-1-1,0 1 1,1-1 0,-1 1-1,1-1 1,-1 1 0,1 0-1,0 0 1,-1 0 0,1 0 0,0 0-1,0 0 1,0 1 0,0-1-1,0 0 1,0 1 0,0 0-1,0-1 1,0 1 0,0 0-1,0 0 1,0 0 0,0 0-1,0 0 1,0 1 0,0-1-1,0 1 1,0-1 0,0 1 0,-1 0-1,1-1 1,0 1 0,0 0-1,0 0 1,-1 0 0,1 1-1,-1-1 1,1 0 0,-1 1-1,3 1 1,2 4 2,0 0 0,0 0 1,-1 0-1,0 0 0,0 1 0,0 0 0,-1 0 0,6 16 1,-7-12-6,-1 0 0,0 0 0,-1 0 0,0 0 0,0 1 0,-2-1 0,1 0 0,-2 0 0,1 0 0,-2 0 0,0 0 0,0-1 0,-1 1 0,0-1 0,-1 1 0,0-2 0,-1 1 0,0 0 0,-1-1 0,0 0 0,-9 9 0,14-18-7,1 1 0,-1-1 1,0 1-1,1-1 0,-1 0 1,0 0-1,0 0 1,0 0-1,1 0 0,-1 0 1,0 0-1,0-1 1,-1 1-1,1-1 0,0 0 1,0 1-1,0-1 0,0 0 1,0 0-1,0 0 1,0-1-1,-1 1 0,1 0 1,0-1-1,0 1 0,-2-2 1,-4 0-91,5 2-16,45-3-483,-25 3 621,0-1 0,0 0 0,0-1 0,-1-1 0,1-1 0,-1-1-1,1 0 1,-2-1 0,1 0 0,0-1 0,-1-1 0,23-17 0,-28 18 19,-1-1 0,0 0 1,-1 0-1,0-1 1,0 0-1,-1-1 0,0 0 1,-1 0-1,0 0 1,-1-1-1,0 0 0,0 0 1,-1 0-1,-1 0 1,0-1-1,0 1 0,-1-1 1,1-18-1,-2 16-14,-1 0 0,-1 0 1,0 1-1,-4-20 0,4 28-16,0 0 0,-1 1 0,1-1 0,-1 0 0,0 1-1,0 0 1,0-1 0,-1 1 0,0 0 0,0 0 0,0 1 0,0-1 0,0 0 0,-1 1 0,-5-4-1,8 6-1,0 0-1,-1 0 0,1 0 0,-1 0 0,1 0 0,-1 1 0,1-1 0,-1 1 0,0-1 0,1 1 0,-1-1 0,0 1 0,1 0 0,-1 0 0,0 0 0,0 0 0,1 0 0,-1 0 0,0 0 0,1 1 0,-1-1 0,0 1 1,-1 0-1,0 1-2,1-1 0,-1 1 1,1 0-1,-1 0 1,1 0-1,0 0 0,0 0 1,0 1-1,0-1 1,1 1-1,-1-1 0,-1 4 1,-2 6 14,0 0 0,0 0 1,1 1-1,-4 22 0,5-15 57,1 0-1,0 0 1,1 1-1,2-1 1,0 0-1,6 33 1,-5-43-122,0 0 0,1 0 0,1 0 0,-1 0 0,1-1 0,1 1 0,0-1 0,0 0 0,1-1 0,0 1 0,1-1 0,0-1 0,0 1 0,12 9 0,-15-14-320,1-1-1,-1 1 1,1-1 0,0 0 0,0 0-1,0 0 1,0-1 0,0 0 0,0 0 0,0 0-1,0-1 1,0 1 0,1-1 0,-1 0-1,0-1 1,0 1 0,7-3 0,25-6-4843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6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37 4576,'-6'13'294,"2"-1"0,-1 1 0,2 1 0,0-1 0,0 0 0,1 1 0,1 0 0,0-1 0,1 1 0,0 0 0,1-1 0,5 24 0,-4-25-226,1-1 0,0 1 0,1-1 0,0 0 0,1 0 0,0 0 0,1 0 0,0-1 0,0 0 0,1 0 0,0-1 0,1 1 0,0-2 0,18 16 0,-24-22-9,1 0 0,-1-1-1,1 1 1,0 0 0,-1-1-1,1 1 1,0-1 0,0 0-1,0 0 1,0 0 0,0-1-1,0 1 1,0 0 0,0-1-1,0 0 1,0 0 0,0 0-1,1 0 1,-1-1 0,0 1-1,0-1 1,0 0 0,0 1-1,0-1 1,0-1 0,-1 1-1,1 0 1,0-1 0,0 1-1,-1-1 1,1 0 0,-1 0-1,0 0 1,1 0 0,-1 0-1,0-1 1,2-3 0,2-2 4,0 0 1,-1-1 0,0 0-1,-1 0 1,0-1 0,0 1-1,-1-1 1,-1 0 0,1 0-1,0-13 1,-2 8-119,0 0 1,-2-1-1,0 1 1,-1 0-1,0 0 0,-1 0 1,-1 0-1,0 0 1,-1 1-1,-1-1 1,0 1-1,-1 1 1,0-1-1,-1 1 0,-1 0 1,0 1-1,-11-11 1,18 22-187,0-1 0,0 1 0,0 1 0,0-1-1,0 0 1,0 0 0,0 1 0,0-1 0,0 1 0,0-1 0,0 1 0,0 0 0,-1 0 0,1 0 0,0 0 0,0 1 0,0-1 0,0 0 0,0 1 0,-1 0 0,1-1 0,0 1 0,0 0 0,0 0 0,1 0 0,-1 0-1,-3 3 1,1-2-397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5849,'0'0'1207,"23"24"873,2 28-1439,-3 1 1,-2 1 0,25 101 0,-40-141-597,1 1 1,0-1-1,2 0 0,-1 0 1,2 0-1,0-1 0,12 13 1,-20-25 162,16 4-186,-17-5-19,1 1 0,0-1 1,0 0-1,-1 1 0,1-1 1,0 0-1,0 0 1,0 0-1,-1 1 0,1-1 1,0 0-1,0 0 0,0 0 1,0 0-1,-1 0 0,1 0 1,0-1-1,0 1 1,0 0-1,-1 0 0,1-1 1,0 1-1,0 0 0,-1-1 1,1 1-1,0 0 0,1-2 1,1-1-1,1 0-1,-1 0 1,0 0 0,0 0-1,0-1 1,0 1 0,-1-1-1,1 0 1,-1 0 0,0 0 0,0 0-1,0 0 1,-1 0 0,1 0-1,-1-1 1,0 1 0,0-1 0,0-6-1,0-9 14,-1-1-1,-5-39 1,0 2-164,2-18 190,3 72-28,3-40-45,-3 42 86,4-22-405,-3 24 307,1 0 0,-1 0 0,1 0-1,-1 0 1,1 0 0,-1 1-1,1-1 1,-1 1 0,0-1-1,1 1 1,-1-1 0,0 1 0,1 0-1,-1 0 1,2 1 0,61 46-5,-59-45 80,0 0 0,0-1 0,0 0 0,0 0 0,1 0 0,-1-1 1,0 0-1,1 0 0,8 1 0,-11-3-18,0 1 0,-1 0-1,1-1 1,-1 1 0,1-1 0,-1 0 0,1 0-1,-1 0 1,1 0 0,-1 0 0,0 0 0,1-1-1,-1 1 1,0-1 0,0 1 0,0-1 0,0 0-1,-1 0 1,1 0 0,0 0 0,-1 0 0,2-3-1,0-1-6,0 0-1,0 1 0,-1-1 0,0-1 1,0 1-1,-1 0 0,1 0 0,-1-1 0,-1 1 1,1-1-1,-1 1 0,0-1 0,-1 1 1,1 0-1,-1-1 0,-1 1 0,1 0 0,-4-10 1,1 0-39,4 15 31,0 0 0,0 0 0,-1 0 0,1 0-1,-1 0 1,1 0 0,0-1 0,-1 1 0,0 0 0,1 0 0,-1 1-1,0-1 1,1 0 0,-1 0 0,0 0 0,0 0 0,0 1 0,0-1 0,0 0-1,0 1 1,0-1 0,0 0 0,0 1 0,0 0 0,0-1 0,0 1-1,0 0 1,0-1 0,0 1 0,0 0 0,-1 0 0,1 0 0,0 0-1,0 0 1,0 0 0,0 0 0,-1 0 0,1 1 0,0-1 0,0 0 0,0 1-1,0-1 1,0 1 0,0-1 0,-1 1 0,-2 1 4,0 0-1,1 0 1,-1 0 0,0 0 0,1 1 0,0 0 0,0-1-1,0 1 1,0 0 0,-5 7 0,1 4 26,1 2 1,0-1 0,1 1 0,0-1-1,1 2 1,1-1 0,1 0-1,0 0 1,2 1 0,-1-1 0,2 1-1,0-1 1,1 1 0,1-1-1,0 0 1,1 0 0,11 27-1,-9-32 80,1-2 0,0 1 0,0-1-1,1 0 1,0 0 0,0-1-1,1 0 1,0-1 0,0 0 0,1 0-1,0-1 1,1 0 0,-1-1-1,1 0 1,0-1 0,0 0-1,0-1 1,18 4 0,-21-6-69,0 0-1,0 0 1,0 0 0,0-1 0,1 0-1,-1-1 1,0 1 0,0-2 0,0 1-1,0-1 1,-1 0 0,1-1 0,0 0-1,-1 0 1,0-1 0,0 1 0,0-2-1,0 1 1,0-1 0,-1 0 0,0 0-1,0-1 1,-1 0 0,1 0 0,-1 0-1,0 0 1,7-15 0,-4 4-44,-2 1 0,0-1 1,0 0-1,-2-1 0,0 1 1,-1-1-1,-1 0 0,-1 0 1,0 0-1,-1 0 0,-1 0 1,-1 0-1,-7-30 0,2 18-25,-2 0 0,0 0 0,-2 1 0,-2 1 0,0 0 0,-2 0 0,-22-31 0,10 32-276,18 28 68,7 18 163,5-12 63,1 0 0,0-1 0,1 0 1,-1 0-1,1 0 0,0 0 0,0-1 1,1 0-1,0 0 0,7 5 0,-9-7 15,68 49-44,-54-40 26,0 1 1,-1 0 0,0 1 0,-1 1-1,0 1 1,20 25 0,-33-36 17,-1 1 1,1-1-1,-1 1 0,0 0 1,0-1-1,-1 1 1,0 0-1,0 0 1,0 0-1,-1 0 0,1 0 1,-2 8-1,-13 80 50,5-40-109,4-25-73,4-21-96,-1 0-1,1 0 1,1 0 0,-1 0 0,1 0-1,1 0 1,-1 0 0,1 0 0,1-1-1,-1 1 1,5 10 0,3 7-649,-5-19-6594,6-15 3983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8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69 220 3820,'-11'-56'2106,"7"40"-1338,1 0-1,0 0 1,0-27 0,-3-27 1231,6 67-1346,-3 7-578,1-1 0,-1 1-1,1-1 1,0 1 0,0 0 0,0 0 0,1 0 0,0 0-1,-2 8 1,2-11-15,-5 31 158,1 0 0,2 1 1,1-1-1,1 1 0,2-1 0,9 55 0,-1 56 19,-9-127-392,1 0 0,0 0-1,1 0 1,7 26 0,-7-35-473,1 0 1,-1 0-1,2 0 0,-1-1 1,1 1-1,0-1 1,6 8-1,-9-13-546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9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118 181 3432,'-4'-5'386,"1"-1"0,0 0-1,0 0 1,0 0 0,1 0 0,0 0-1,0-1 1,1 1 0,0-1-1,-1-9 1,-3-11 670,-24 22-545,20 21-405,1 0 0,0 0 0,2 1 1,0-1-1,1 2 0,0-1 0,1 0 0,1 1 0,1 0 0,1 0 0,0 0 0,2-1 1,2 26-1,-2-39 309,-1-4-400,1 0 0,-1 0 0,1 0 0,-1 0 0,1 0 0,-1 1 0,1-1-1,-1 0 1,0 0 0,1 1 0,-1-1 0,1 0 0,-1 1 0,0-1 0,1 0 0,-1 1 0,0-1 0,1 1 0,-1-1 0,0 1-1,0-1 1,1 0 0,-1 1 0,0-1 0,0 1 0,0-1 0,0 1 0,0-1 0,1 1 0,-1 0 0,0 0-9,0-1-1,0 0 1,0 1 0,0-1-1,0 1 1,0-1 0,0 1 0,0-1-1,0 0 1,0 1 0,1-1 0,-1 1-1,0-1 1,0 0 0,0 1-1,1-1 1,-1 0 0,0 1 0,0-1-1,1 0 1,-1 1 0,0-1 0,1 0-1,-1 0 1,1 1 0,-1-1-1,0 0 1,1 0 0,-1 0 0,1 0-1,-1 1 1,0-1 0,1 0 0,-1 0-1,1 0 1,-1 0 0,1 0 0,-1 0-1,0 0 1,1 0 0,-1 0-1,1 0 1,-1 0 0,0-1 0,1 1-1,-1 0 1,1 0 0,-1 0 0,0 0-1,1-1 1,-1 1 0,1 0-1,-1 0 1,0-1 0,1 1 0,-1-1-1,8-4 27,-1-1 0,0 0-1,0 0 1,-1-1 0,0 0-1,0 0 1,0 0 0,-1-1-1,0 0 1,0 0 0,-1 0-1,0-1 1,-1 1-1,5-18 1,-4 16-29,-3 7 11,-9 15-139,7-11 118,0-1 0,0 1 1,1 0-1,-1-1 0,0 1 0,1 0 0,-1 0 0,0 0 1,1 0-1,-1-1 0,1 1 0,-1 0 0,1 0 0,0 0 1,-1 0-1,1 0 0,0 0 0,0 0 0,-1 2 0,2 5-332,-1 1-1,1-1 1,0 0-1,1 0 1,0 0-1,0 0 1,1 0-1,0 0 1,0-1-1,8 14 0,-7-20 174,-1 1 0,0-1-1,1 0 1,-1 0-1,1 0 1,-1-1-1,1 1 1,-1-1-1,1 0 1,-1 0-1,1 0 1,0-1-1,-1 1 1,5-2 0,1 0 30,1-1 1,-1 0-1,1-1 1,-1 0 0,0 0-1,-1-1 1,1 0-1,11-9 1,-18 13 266,2-4 165,0 0 0,0 0 0,-1-1-1,1 1 1,-1-1 0,-1 0 0,1 0 0,-1 0 0,2-8-1,3-6 918,-5 34 702,-5 39-507,-5 16-861,4-1 0,2 1-1,4 0 1,12 88 0,-8-131-372,-6-26-171,0-1-1,0 1 0,0 0 1,0 0-1,0 0 1,0 0-1,0 0 0,0 0 1,0 0-1,0-1 1,0 1-1,0 0 0,0 0 1,0 0-1,0 0 1,0 0-1,0 0 1,0-1-1,0 1 0,0 0 1,0 0-1,0 0 1,0 0-1,0 0 0,0 0 1,0 0-1,1-1 1,-1 1-1,0 0 1,0 0-1,0 0 0,0 0 1,0 0-1,0 0 1,0 0-1,0 0 0,0 0 1,1 0-1,-1 0 1,0 0-1,0 0 1,0-1-1,0 1 0,0 0 1,0 0-1,1 0 1,-1 0-1,0 0 0,0 0 1,0 0-1,0 0 1,0 0-1,0 0 1,0 0-1,1 0 0,-1 1 1,0-1-1,0 0 1,0 0-1,0 0 0,0 0 1,0 0-1,0 0 1,1 0-1,-1 0 1,0 0-1,0 0 0,5-47 164,0-141-308,-2 41-317,29-196-1,-32 342 450,-1 0 0,1 0-1,0 0 1,0 0-1,1 0 1,-1 1 0,0-1-1,0 0 1,0 0-1,0 0 1,1 0 0,-1 0-1,0 1 1,1-1-1,-1 0 1,1 0 0,-1 1-1,1-1 1,-1 0-1,1 1 1,-1-1 0,1 0-1,0 1 1,-1-1 0,1 1-1,0-1 1,0 1-1,-1-1 1,1 1 0,0 0-1,0-1 1,0 1-1,0 0 1,-1 0 0,1-1-1,0 1 1,0 0-1,0 0 1,0 0 0,0 0-1,0 0 1,-1 0-1,3 1 1,-1 0-3,1 0-1,-1 0 1,0 1-1,0-1 1,0 1 0,0 0-1,0-1 1,0 1-1,-1 0 1,1 0 0,0 0-1,-1 0 1,0 0-1,3 5 1,5 17 18,-1 2 0,-2-1 0,0 1 0,-1 0 1,-2 0-1,1 45 0,5 36-2212,1-43-5134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4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72 4752,'3'14'659,"-1"0"0,0 1 0,-1-1 0,0 1 0,-2 16-1,2 39 201,14 374 2705,-17-414-3211,1-27 195,0-6-540,-6-13 7,2 0 0,0 0 0,1 0 0,0-1 0,1 1 0,1-1 0,1 0 0,1-25 1,-1-5-13,0-54-89,6 0-1,33-192 1,-38 289 48,3 5-19,-1-1 54,1 1-1,-1 0 0,0-1 1,1 1-1,-1 0 0,0 0 1,0 1-1,1-1 0,-1 0 1,0 1-1,0-1 0,0 1 1,-1 0-1,1-1 0,0 1 1,-1 0-1,1 0 0,-1 0 1,1 0-1,-1 1 0,0-1 1,0 0-1,0 1 0,0-1 1,-1 0-1,1 1 0,0-1 1,-1 5-1,4 12 3,-1 0-1,0 36 1,-2-31 32,0 6-352,-1 1 0,-2-1 0,-1 0 1,-9 39-1,10-62 34,2-4-490,-5 20-1981,4-16-926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50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29 4128,'0'-4'656,"-1"0"-770,-4-17 1992,0 22-573,-2 14-713,4 1-464,0 0 0,0 0 0,2 0 0,0 1 0,1-1 0,0 1 0,2-1 0,0 0 0,0 0-1,2 0 1,10 30 0,-11-39-20,0 1 0,1-1 0,0 0-1,1-1 1,-1 1 0,2-1 0,-1 0 0,0 0-1,1 0 1,0-1 0,10 8 0,-14-12 96,36-16 360,-32 8-534,1 0 0,-1 0 0,0-1 0,-1 1 1,0-1-1,0 0 0,-1-1 0,6-15 0,-7 18-21,60-136 142,-62 140-146,8-17-48,-8 13 34,-5 18 3,3-9 11,-4 13 16,1 0 0,0 1 0,1 0 0,1 0-1,0 0 1,1 25 0,1-14-84,3 42 366,-2-67 586,4-34-776,-3-1-111,2 0 0,1 1 1,1-1-1,2 1 0,15-41 0,-22 70 17,21 7 6,-18-4-27,0-1 0,-1 1 1,1 0-1,0 0 0,-1 0 0,1 1 1,-1-1-1,6 5 0,2 10-24,-8-10 33,1 5 8,0-1-1,0 1 1,-1-1 0,0 1-1,-1 0 1,0 1-1,0 14 1,0-13-68,-1 0 0,1 1 0,7 20 1,-1 13-1881,-6-26 284,-2-18 391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5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180 136 2292,'0'0'1908,"4"-35"172,-1 28-1748,0 0 0,-1 0 1,1 0-1,-1 0 0,-1-1 0,0 1 1,0-1-1,0 1 0,-1-11 0,0 15 1040,-1 2-1344,1 0 0,-1-1 0,0 1 0,0 0 0,0 0 0,-1 0 0,1 1 0,0-1 0,0 0 0,0 0-1,-1 1 1,1-1 0,0 0 0,-1 1 0,-2-1 0,-4 10 18,0 1 1,1 0-1,0 0 0,1 1 0,0 0 1,1 0-1,0 0 0,0 1 0,1 0 0,1 0 1,0 0-1,1 0 0,-2 15 0,4-22-14,0 0-1,0 0 1,0 0 0,1 1-1,-1-1 1,1 0-1,1 0 1,-1 0-1,1-1 1,0 1-1,3 6 1,-5-10-27,1 1 127,41-21 196,-23-3-281,-2 0 0,0-2 1,-2 1-1,21-44 0,-12 24-131,-23 41 93,-7 40 11,1 10 288,2 1 1,7 84 0,-1 16 156,-4-130-388,-10 161 324,8-152-336,-2 1 1,-1 0 0,-1-1 0,-12 30 0,18-56-62,0 1 1,0-1 0,0 0-1,0-1 1,-1 1 0,1 0-1,0 0 1,-1 0 0,1-1-1,-1 1 1,0-1-1,0 1 1,1-1 0,-1 0-1,0 0 1,0 0 0,0 0-1,0 0 1,-1 0 0,1 0-1,0-1 1,0 1 0,0-1-1,-1 1 1,1-1-1,0 0 1,0 0 0,-1 0-1,1 0 1,0 0 0,0-1-1,-1 1 1,1-1 0,0 1-1,0-1 1,-4-2 0,-1 0-11,0 0 1,1 0 0,-1 0 0,1-1 0,0 0 0,0-1 0,0 1-1,1-1 1,0 0 0,-9-11 0,3-1-84,1 0 1,1 0-1,0-1 0,2 0 0,0-1 1,1 0-1,0 0 0,2 0 1,-2-20-1,-4-71-2715,9 1-4131,1 108 6843,0-26-4584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51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6725,'0'0'3492,"6"-17"-3136,-3 3-360,12 3-952,-2 3-60,-4-11-2685,-3 3-1183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51:52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 7453,'4'1'205,"-1"-1"0,0 1 0,1 0 0,-1 0 1,0 1-1,0-1 0,0 1 0,0 0 0,0 0 0,0 0 1,0 0-1,0 0 0,-1 0 0,1 1 0,-1-1 1,0 1-1,0 0 0,4 6 0,31 58 1155,-16-21-991,-3 2 0,-2 0 1,-2 1-1,-1 0 0,-4 1 1,-1 1-1,-2-1 1,-3 98-1,-4-115-606,-2-1 0,-1 0 0,-1 0 1,-2-1-1,-1 0 0,-1 0 0,-2 0 0,-1-1 1,-2-1-1,0 0 0,-2-1 0,-1-1 0,-2 0 0,0-2 1,-27 28-1,26-35-744,0-1 0,-1-1 0,-1-1 0,-1-1 0,0-1 0,-29 12-1,-18 4-4384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3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5885,'0'0'9612,"-15"11"-9408,12-9-164,1 1-1,0-1 0,0 1 0,0-1 1,0 1-1,0 0 0,1 0 0,-1 0 0,1 0 1,0 0-1,0 0 0,0 0 0,-1 6 0,-8 53 444,7-42-354,-4 19-356,-9 81 716,15-108-1156,1 0-1,0 0 1,1 0-1,0 0 0,1 0 1,0 0-1,6 16 1,-7-25-904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4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 6341,'5'-17'2388,"-3"13"547,-6 12-1850,1-2-944,1 0 0,1 0 0,-1 1-1,1-1 1,0 0 0,0 1 0,1-1 0,1 11-1,6 58 337,-4-58-368,-1-2-145,1 0 0,1 0 0,1-1-1,0 1 1,8 15 0,20 33-3371,-31-61 1965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4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5392,'36'3'701,"-18"-12"79,1 4-576,2-3-256,13-9-688,-13 3-257,3-2-715,4 2-1852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4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5661,'5'8'547,"0"-1"0,0 1 0,0 1 1,-1-1-1,4 13 0,-6-18-446,0 0 1,0 1-1,0-1 0,0 0 0,1 0 0,0-1 1,-1 1-1,1 0 0,0-1 0,0 1 1,0-1-1,0 0 0,1 0 0,-1 0 0,1-1 1,-1 1-1,1-1 0,-1 0 0,1 0 1,0 0-1,5 1 0,7 0 1,0 0 0,0-1 0,25-2 0,-33 0-92,0 0 0,0 0 0,0-1 0,0 0 0,0 0 0,0-1 0,-1 0 0,1 0 0,-1-1 0,0 0 0,0-1 0,0 1 0,7-7 0,-12 9-13,0 0-1,0-1 1,0 1-1,0 0 1,0-1 0,0 1-1,-1-1 1,1 0-1,-1 1 1,0-1 0,0 0-1,0 0 1,0 0-1,0 0 1,0 0 0,-1 0-1,0 0 1,1 0-1,-1 0 1,0 0 0,-1 0-1,1 0 1,0-1-1,-1 1 1,0 0 0,0 1-1,0-1 1,0 0-1,0 0 1,0 0 0,-1 0-1,1 1 1,-1-1-1,0 1 1,0-1 0,0 1-1,-3-3 1,-2-2-65,-1 0-1,1 1 1,-1 0 0,0 0 0,-1 1 0,1 0-1,-1 1 1,0 0 0,0 0 0,-17-4 0,-13-2-1955,-52-7 0,53 11-771,14 3-1194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5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5533,'0'0'8300,"-9"31"-8091,6-13-172,1 0 0,1 0 0,0 0 0,1 0 0,1 0 0,1 0 0,6 27 0,-6-37-23,-1-1 0,1 0 0,1 0 1,-1-1-1,1 1 0,1 0 0,-1-1 1,1 0-1,0 1 0,0-2 0,1 1 0,0 0 1,0-1-1,0 0 0,1 0 0,-1-1 1,1 1-1,0-1 0,1 0 0,11 5 1,-15-8-12,0 0 0,0 0-1,0 0 1,0 0 0,0-1 0,0 1 0,0-1 0,0 1 0,0-1 0,0 0 0,0-1 0,0 1 0,0 0 0,0-1 0,0 0 0,0 0-1,0 0 1,0 0 0,0 0 0,3-2 0,-3 1 8,0-1-1,0 0 1,0 0-1,-1 0 1,1 0 0,-1 0-1,0-1 1,0 1-1,0-1 1,0 1-1,0-1 1,-1 0 0,2-5-1,1-10 74,0-1 1,-1 0-1,-1 0 0,-1-33 0,-1 45-45,0 5-27,-3 6-7,1-1-1,-1 1 1,1 0 0,0 0-1,0 0 1,0 0 0,1 0-1,-1 0 1,1 0 0,-1 0-1,0 6 1,0-5-6,1-1 0,1 1 0,-1 0 0,0-1 0,1 1 0,-1 0 0,1-1 0,0 1 0,1 0 0,-1-1 0,0 1 0,1 0 0,0-1 0,0 1 0,0-1 0,0 1 0,1-1 0,0 1 0,-1-1-1,1 0 1,0 0 0,0 0 0,1 0 0,-1 0 0,1-1 0,-1 1 0,1-1 0,0 1 0,0-1 0,0 0 0,0 0 0,0 0 0,1 0 0,-1-1 0,7 3 0,-4-3 8,-1 1 0,0-1 0,1 0 0,-1-1 0,1 1-1,0-1 1,-1 0 0,1 0 0,-1-1 0,1 0 0,-1 0 0,1 0 0,-1 0 0,0-1 0,0 0 0,0 0-1,1 0 1,-2-1 0,1 0 0,0 0 0,-1 0 0,1-1 0,6-5 0,-5 1-90,-1-1 1,1 1-1,-2-1 1,1 0 0,-1 0-1,0 0 1,-1 0-1,0-1 1,-1 1-1,0-1 1,0 0 0,-1 0-1,0 0 1,-1 0-1,0 0 1,0 1-1,-1-1 1,-3-11 0,4 18-851,-7-15-1855,5 9-2087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7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4976,'0'0'8945,"-3"0"-8910,0 1 0,0 0 0,-1 0 0,1 0 1,0 0-1,0 0 0,0 1 0,-3 1 0,-6 58 276,-17 116 473,26-151-802,1 0 0,1 0 1,2 0-1,6 43 0,-7-66-390,13-13-8910,2 1 3813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38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32 4404,'-6'5'475,"-1"-1"0,1 0 0,-1-1 0,0 1 0,-12 3 0,19-7-484,-4 2 137,0 0 0,1 1 0,-1-1 0,1 1 0,-1 0 0,1 0 0,0 0 0,0 0 0,0 0 0,0 1 0,1-1 0,-4 8 0,-21 46 437,24-49-500,1 0 0,0 0 0,0 0 0,1 0 0,0 0 0,0 0 0,1 0 0,0 1 0,2 9 0,-2-13-56,1 0 1,0 0 0,0 0-1,1 0 1,-1 0 0,1 0-1,0-1 1,1 1 0,-1 0-1,1-1 1,0 0 0,0 1-1,0-1 1,0 0 0,7 5-1,-7-7-2,-1 0 0,0 0 0,1-1 0,0 1 0,-1-1 0,1 1 0,0-1 0,0 0 0,-1 0 0,1-1 0,0 1 0,0-1 0,0 1 0,0-1 0,0 0 0,0 0 0,0 0 0,0 0 0,0-1-1,0 1 1,0-1 0,0 0 0,0 0 0,-1 0 0,1 0 0,0 0 0,0 0 0,-1-1 0,4-2 0,-2 1-15,0 0 0,0-1-1,0 1 1,0-1 0,-1-1 0,1 1 0,-1 0-1,0-1 1,0 1 0,-1-1 0,1 0 0,2-9-1,14-68 143,-19 79-220,-7-25 96,4 31-9,1 0 0,0 0 0,1 0 1,-1 1-1,1-1 0,-1 1 0,1-1 0,0 1 1,0-1-1,1 1 0,-1 0 0,1-1 1,0 1-1,0 0 0,0 0 0,0-1 0,1 1 1,-1 0-1,1-1 0,2 8 0,-1-5-1,1 1-1,0 0 0,0-1 0,0 0 1,1 0-1,-1 0 0,2 0 1,-1 0-1,10 9 0,-13-14 4,1 0-1,-1-1 1,0 1-1,1 0 1,-1-1 0,1 1-1,-1-1 1,1 1-1,-1-1 1,1 0-1,-1 0 1,1 0-1,-1 0 1,1 0 0,-1 0-1,1 0 1,-1 0-1,1 0 1,-1-1-1,1 1 1,1-1-1,27-12 12,-26 10-9,1 0 1,0-1 0,-1 1-1,0-1 1,0 0-1,0 0 1,0 0 0,-1-1-1,1 1 1,-1-1 0,4-8-1,20-59 21,-9 19 427,-17 50-331,6-24 292,-5 31-396,3 30 86,-12 43 482,6-74-253,1-2-296,1 0 0,-1 0-1,0 0 1,0 0 0,0 0-1,0 1 1,0-1 0,0 0 0,0 0-1,0 0 1,-1 0 0,1 0 0,0 0-1,-1 0 1,1 0 0,-1 0-1,0 1 1,0 5 224,11-18-126,0-1-71,0-1 0,-2-1 0,1 0 0,8-20 0,-10 18-3,1 1-1,0 0 1,1 1 0,12-16-1,-13 22-47,-1 0-1,1 0 1,1 0-1,9-6 1,-15 15 3,0 0 1,0 0-1,0 0 0,-1 0 1,1 1-1,0-1 0,0 1 0,-1 0 1,1-1-1,-1 1 0,0 0 1,3 3-1,3 7 60,-1 1 1,0 0-1,-1 0 1,0 0-1,-1 1 1,0 0-1,2 15 1,10 27 174,16 34 82,-32-87-160,17 1 149,-17-4-314,0 0-1,0 1 1,0-1 0,0 0 0,0 0-1,-1 0 1,1 0 0,0 0 0,0 0-1,0 0 1,0 0 0,0 0-1,0 0 1,-1 0 0,1 0 0,0-1-1,0 1 1,0 0 0,0-1 0,-1 1-1,1-1 1,0 1 0,0-1 0,-1 1-1,1-1 1,0 1 0,-1-1 0,1 0-1,-1 1 1,1-1 0,-1 0-1,1 0 1,-1 1 0,1-1 0,-1 0-1,0 0 1,1-1 0,10-14 17,-1 0 0,-1-1 0,12-32 0,-16 35-70,1 0 0,0 1 0,1 0 0,0 0 0,1 0 0,1 1 0,17-20 0,-25 31 38,0 0-1,0 0 1,1 0 0,-1 0 0,0 0-1,1 0 1,-1 0 0,0 0 0,1 0 0,-1 1-1,1-1 1,-1 1 0,1-1 0,-1 1-1,1-1 1,0 1 0,-1 0 0,1 0-1,-1 0 1,1 0 0,0 0 0,-1 0 0,1 0-1,2 1 1,-2 0 5,0 1 1,0-1-1,0 1 0,0-1 0,0 1 0,0 0 1,0-1-1,0 1 0,-1 0 0,1 0 0,-1 0 1,1 1-1,1 3 0,3 9 3,0 0-1,-1 0 1,5 28-1,-9-39-11,7 41 123,-6-27-823,2 0-1,0-1 1,1 1-1,10 24 0,-13-39-722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0 637 4604,'5'5'524,"0"0"-1,-1 0 1,1 0-1,-1 0 0,6 12 1,-9-15 174,13 15-223,-9-14 2282,2-26-2462,0 0 1,-2 1-1,-1-2 0,-1 1 1,1-43-1,2-11-150,-4 56-146,1 0 0,1 1 0,1-1-1,1 1 1,9-21 0,-14 39-19,29-4-11,-28 7 27,1 0 1,-1 0-1,1 0 0,-1 0 1,1 0-1,-1 1 0,0-1 1,0 1-1,0 0 1,0-1-1,0 1 0,0 0 1,0 0-1,3 5 0,23 37-13,-21-32-14,2 3 42,0 0 0,-1 1 1,-1 0-1,-1 0 0,0 1 1,-1 0-1,4 23 0,-8-30-6,0 1 0,0-1 0,-1 1 0,-1-1 0,1 1 0,-2-1 0,1 1 0,-2-1-1,1 0 1,-1 0 0,-1 0 0,0 0 0,-6 11 0,-13 17-32,22-37 25,0-1 0,0 1-1,1-1 1,-1 1 0,0-1-1,1 1 1,-1 0 0,0-1-1,1 1 1,-1 0 0,1 0-1,-1-1 1,1 1 0,-1 0-1,1 0 1,0 0 0,-1-1-1,1 1 1,0 0 0,0 0-1,0 0 1,0 0 0,0 0-1,0 0 1,0 0 0,0-1-1,0 1 1,0 0 0,0 0-1,0 0 1,1 1 0,0 1-5,1-1 0,0 0 0,-1 0 0,1 0 0,0 0 0,0 0 0,0 0 0,0 0 0,0-1 0,5 3 0,5 3-13,0-1 0,0 0-1,19 5 1,-23-9 18,0-1 0,0 1 0,0-2 0,0 1 0,0-1 0,0 0 0,0 0 0,0-1-1,0-1 1,0 1 0,0-1 0,-1 0 0,1-1 0,-1 0 0,1 0 0,-1 0 0,0-1 0,0 0 0,0-1-1,-1 0 1,11-9 0,-9 7-2,-1-1 0,1 0 0,-1 0 0,-1-1-1,0 1 1,0-1 0,-1-1 0,0 1 0,0-1 0,-1 0-1,0 0 1,-1 0 0,0-1 0,-1 1 0,2-18 0,-3 7-35,-2 0 1,0 1 0,-1-1 0,-2 0 0,0 1 0,0 0 0,-2 0 0,-1 0 0,-10-22 0,16 41 34,1 1 1,0-1-1,-1 0 1,1 1 0,-1-1-1,0 0 1,1 1-1,-1-1 1,1 1-1,-1-1 1,0 1-1,0-1 1,1 1 0,-1-1-1,0 1 1,0-1-1,1 1 1,-1 0-1,0 0 1,0-1-1,0 1 1,1 0-1,-1 0 1,0 0 0,0 0-1,0 0 1,0 0-1,0 0 1,1 0-1,-1 1 1,0-1-1,0 0 1,0 0-1,0 1 1,1-1 0,-1 0-1,0 1 1,-1 0-1,-23 19-38,21-13 48,0 1 0,1 1 0,0-1 0,0 0-1,1 1 1,0-1 0,0 1 0,1 0 0,1-1 0,-1 1 0,2 9-1,0 6 7,0-1-1,2-1 0,7 25 0,-8-37 12,0-1 0,1 1 0,1-1 0,-1 0-1,2 0 1,-1-1 0,1 1 0,0-1-1,1 0 1,0 0 0,0-1 0,1 1-1,0-1 1,13 10 0,-16-16-12,1 0 0,-1 0 0,0-1 0,1 1 0,-1-1 0,1 0 1,-1-1-1,1 1 0,-1-1 0,8-1 0,-6-1 15,1 1 0,-1-1 0,1 0 0,-1-1 0,0 0 0,0 0 0,-1 0 0,1 0-1,-1-1 1,0 0 0,0 0 0,0-1 0,-1 1 0,7-12 0,2-4 14,-1-1-1,17-44 1,-18 33-55,-2 0 1,0-1-1,5-51 1,0-103-10,-13 168 15,-4-138-61,3 156 40,-1 2 33,-1 0 0,1 1-1,-1-1 1,1 1 0,0 0-1,-1 0 1,1-1-1,0 1 1,0 0 0,0 0-1,0 0 1,0 0 0,-1 0-1,2 0 1,-1 1 0,0-1-1,0 0 1,0 0 0,1 1-1,-1-1 1,0 2 0,-12 32-2,5 5 78,2 1 0,2 0 0,1 63 0,4-79-45,1-1-1,1 1 1,1-1-1,1 1 0,1-2 1,2 1-1,13 30 1,-17-45-20,2 0 1,-1 0 0,1 0-1,1-1 1,0 0 0,0 0-1,0-1 1,1 0 0,0 0-1,0-1 1,1 0 0,0 0-1,0-1 1,14 6 0,-18-9-7,0 0 0,0 0 1,0 0-1,1-1 0,-1 0 1,1 0-1,-1 0 0,1-1 1,-1 0-1,1 0 0,-1-1 1,1 1-1,-1-1 1,1 0-1,-1 0 0,0-1 1,1 0-1,-1 0 0,0 0 1,0 0-1,0-1 0,0 0 1,-1 0-1,1 0 0,-1-1 1,0 1-1,0-1 0,6-7 1,-4 3-9,0 1 0,-1-1 0,0 0 0,0 0 1,-1-1-1,0 1 0,0-1 0,-1 0 0,3-15 0,-5 19-11,0 0-1,0 0 0,-1 0 1,0 0-1,0 0 0,-1 0 1,1-1-1,-1 1 0,0 0 1,0 0-1,-1 0 0,0 1 1,0-1-1,0 0 0,0 0 1,-1 1-1,1 0 0,-7-8 1,8 11 8,-1-1 0,0 1 0,1 0 0,-1 0 0,0 0 0,0 0 0,0 0 0,0 0 0,0 0 0,0 0 0,0 1 0,0-1 0,0 1 0,0 0 0,0-1 0,0 1 0,0 0 0,0 0 0,0 1 0,-1-1 0,1 0 0,0 1 0,0-1 0,-2 2 0,-1-1 9,0 1-1,0-1 1,0 2-1,0-1 1,0 0-1,1 1 1,-1 0-1,-3 3 1,3 0 0,0-1-1,0 1 1,1 0-1,0 0 1,0 0 0,0 0-1,1 1 1,0-1-1,1 1 1,-1 0 0,-2 11-1,4-13-64,0 0 0,0 0 0,1 1 0,-1-1 0,1 0 1,0 0-1,0 0 0,1 1 0,0-1 0,0 0 0,0 0 0,0 0 0,1 0 0,0 0 0,0 0 0,5 9 0,-3-9-231,0 0 0,0-1 0,1 1 0,-1-1 0,1 1 0,10 6 0,-9-8-365,-1 0-1,0-1 1,1 0 0,-1 1 0,1-2 0,0 1-1,0-1 1,7 1 0,12 1-4889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1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9 571 5096,'-3'34'1272,"0"-15"-773,2 0 0,0-1-1,1 1 1,4 29-1,-4-43-450,2 0 1,-1 0-1,0 0 0,1 0 1,0 0-1,0 0 0,1-1 1,-1 1-1,1-1 0,0 1 0,0-1 1,1 0-1,-1 0 0,1-1 1,0 1-1,0-1 0,0 0 0,0 0 1,0 0-1,1 0 0,6 2 1,-5-2 9,0-1-1,1 1 1,-1-1 0,0-1 0,1 1 0,-1-1 0,1 0 0,0-1 0,-1 1 0,1-1 0,0-1 0,-1 1 0,1-1 0,0 0 0,9-4 0,-7 2-30,-1-1 0,0 0 1,0 0-1,-1-1 0,1 0 1,-1 0-1,0-1 0,0 0 1,-1 0-1,9-11 0,-3 1-18,0-1-1,-1 0 1,-1-1 0,-1 0-1,-1 0 1,0-1 0,-1 0-1,-1 0 1,5-34-1,-2-42 56,-5 0-1,-11-139 0,7 231-55,-11-115 229,11 115-180,-2 6-42,-7 10 34,1 1-1,1 0 1,0 0-1,1 1 0,1 0 1,0 0-1,1 1 1,1-1-1,-2 17 0,-6 154 780,10-146-699,1-10 2,1 0 0,1 0 1,2 0-1,1 0 1,10 34-1,-10-47-71,1-1 0,0 0-1,1 0 1,1-1 0,0 1 0,1-2-1,0 1 1,2-2 0,-1 1 0,19 16-1,-27-27-52,1-1 0,0 1-1,0-1 1,0 0 0,1 1 0,-1-2-1,0 1 1,1 0 0,-1-1-1,1 1 1,0-1 0,-1 0-1,1 0 1,0-1 0,6 1-1,-7-1-2,0 0 0,0-1 0,0 1 0,0-1-1,0 0 1,0 0 0,0 0 0,0-1 0,-1 1-1,1-1 1,-1 1 0,1-1 0,-1 0 0,1 0-1,3-4 1,0-2-8,0 0-1,0-1 0,0 1 1,-1-1-1,0-1 1,-1 1-1,0-1 1,-1 0-1,5-18 0,-2 8-18,1 0-96,-8 18 95,-6 11 63,5-5-36,0 1 0,0-1 0,0 1 0,1 0 0,0 0 0,0-1 0,0 1 0,0 0 0,1 0 0,-1 0 0,1 0 1,1 0-1,-1 0 0,1 0 0,0 0 0,0-1 0,0 1 0,0 0 0,1 0 0,0-1 0,0 1 0,0-1 0,1 0 0,0 0 0,-1 0 0,2 0 0,-1 0 0,0 0 0,1-1 0,-1 1 0,7 3 0,-5-6-3,0-1-1,0 0 0,0 0 0,0 0 0,-1-1 1,1 1-1,0-1 0,0 0 0,0-1 0,0 1 0,-1-1 1,1 0-1,7-4 0,4-4-5,-1 1 1,0-2-1,-1 0 0,0-1 0,-1 0 1,17-20-1,0 0 23,-29 31-22,0-1 0,1 1 0,-1 0 0,0-1 0,0 1 1,1 0-1,-1 0 0,0 0 0,1 0 0,-1 0 0,1 1 0,0-1 1,-1 0-1,1 1 0,0-1 0,-1 1 0,1-1 0,0 1 0,-1 0 1,1 0-1,0 0 0,0 0 0,3 0 0,-3 1 11,0 0 0,-1 0 0,1 0 0,0 1 0,-1-1 0,1 0 0,-1 1 0,1-1 0,-1 1 0,0 0 0,0-1 0,0 1 0,0 0 0,0 0 0,0 0 0,1 3 0,3 9 83,-1 0 0,-1 0 0,-1 0 0,2 22 0,13 57 568,-16-90-533,2-4-122,-1 1 0,1-1 0,-1 0 0,1 0 0,0 0 0,-1 0 0,0 0 0,1 0 0,-1-1 0,0 1 0,0-1 0,1 0 0,-1 0 0,-1 0 0,1 0 0,3-4 0,22-35 157,43-75-172,-69 113-64,8 8 104,-8-5-33,-1 1 1,1-1-1,0 0 1,0 0-1,0 1 1,0-1-1,0 0 1,-1 1-1,1-1 1,0 1-1,0-1 1,-1 1-1,1-1 1,0 1-1,-1 0 1,1-1-1,0 1 1,-1 0-1,1-1 1,-1 1-1,1 1 0,12 33-187,0-1-2278,-9-13-5529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0 5264,'-7'21'859,"5"-17"-45,-13 4 622,9-3-1263,0 0 1,1 0 0,-1 1-1,1-1 1,1 1 0,-1 0 0,1 0-1,0 1 1,0-1 0,1 1-1,0 0 1,0 0 0,1 0-1,0 0 1,-3 14 0,5-18-70,0-1-57,-1 1 1,2 0-1,-1 0 0,0-1 0,0 1 0,1 0 0,0 0 0,-1-1 0,1 1 0,2 3 0,12-7-68,-13 1 20,-1 0 0,1 0 0,-1 0 0,1 0 0,-1 0 1,0 0-1,1 0 0,-1-1 0,1 1 0,-1-1 0,1 1 0,-1-1 0,0 1 0,1-1 0,-1 0 0,0 0 0,0 0 1,1 0-1,-1 0 0,0 0 0,0 0 0,0 0 0,0 0 0,0 0 0,0 0 0,-1-1 0,1 1 0,0 0 0,0-2 0,0 0-5,2-2 10,-1 0-1,0 0 1,0 0 0,-1 0-1,1 0 1,-1-1 0,0 1-1,0 0 1,-1-11 0,1 5-14,0 5 58,-1 0 1,-1 0-1,1 0 0,-1 0 0,0 0 0,0 0 0,-3-8 0,0 1 109,4 10 62,-4 3-195,1 0-1,-1 1 1,1-1-1,-1 0 1,1 1-1,0 0 1,-1 0-1,1 0 1,0 0-1,0 0 1,0 1-1,-1-1 0,1 1 1,1 0-1,-1 0 1,-4 4-1,3-1 20,0 0 0,0 0-1,0 0 1,1 1 0,0-1 0,0 1-1,1 0 1,-3 6 0,4-9 206,16-11-146,-13 7-105,0 1 0,-1-1 0,1 1 0,-1-1 0,1 0 0,-1 0-1,0 0 1,1 0 0,-1 0 0,0 0 0,0 0 0,1 0 0,-1-1 0,0 1 0,0 0 0,0-1-1,-1 1 1,1-1 0,0 1 0,0-1 0,-1 1 0,1-1 0,-1 1 0,1-4 0,8-15 14,-5 18 115,-5 32 221,-1 2-248,3 40 453,3-1 1,25 131-1,-14-114-132,5 104 0,-19-164-299,-2 0 1,0 0-1,-8 39 1,9-61-116,-1 0 1,-1-1-1,1 1 0,-1 0 1,0-1-1,0 1 1,0-1-1,-1 1 1,0-1-1,0 0 0,0 0 1,-1 0-1,1-1 1,-1 1-1,0-1 0,-1 0 1,1 0-1,-1 0 1,0-1-1,0 1 0,0-1 1,-10 4-1,8-6-180,1 0 0,-1 0-1,0-1 1,0 0-1,0 0 1,0 0 0,0-1-1,1 0 1,-1-1 0,0 0-1,1 0 1,-1 0 0,1-1-1,0 1 1,-1-2 0,1 1-1,1-1 1,-9-6-1,-9-8-2378,0 0-1,-38-43 1,24 18-3825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1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44 9073,'0'0'1012,"-15"-5"-136,0-1 460,18-10-7752,3-1 547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6233,'18'-6'968,"-3"4"-44,0-4-88,4 3-68,5-2-156,22-3-140,-3-1-120,2 4-80,10-3-180,-3-3-188,0 3-312,0 2-328,-4-2-260,-8-3-404,0-3 160,-4 6-917,-15 5-2327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107 492 4848,'0'0'3271,"-1"3"-2963,1 7 66,-1 0 0,1 0 1,1 0-1,2 18 0,-2-25-77,4 6 271,-5-8-498,0 0 1,0 0 0,0-1-1,1 1 1,-1 0 0,0 0-1,0-1 1,1 1-1,-1 0 1,0 0 0,1-1-1,-1 1 1,0 0 0,1-1-1,-1 1 1,1-1 0,0 1-1,-1 0 1,1-1-1,-1 1 1,1-1 0,0 0-1,-1 1 1,1-1 0,0 1-1,-1-1 1,1 0 0,1 1-1,3-2-20,0 0-1,0 0 0,-1 0 1,1 0-1,0-1 1,0 0-1,-1 0 0,1 0 1,-1 0-1,0-1 1,0 1-1,0-1 0,0 0 1,0-1-1,0 1 1,-1-1-1,0 1 1,1-1-1,-1 0 0,-1 0 1,1-1-1,-1 1 1,1-1-1,-1 1 0,-1-1 1,1 1-1,-1-1 1,2-6-1,2-9-29,-1-1 0,-1 1 0,-1 0 0,-1-1 0,-1 1 0,0-1 0,-2 1 0,0-1 0,-1 1 0,-1 0 0,-1 0 0,-1 0 0,-1 1 0,0 0 0,-2 0 0,0 1 0,-1 0 0,-1 0 0,0 1 0,-1 1 0,-1 0 0,-1 0 0,-20-17 0,29 30-117,-1 0-1,1 0 1,-1 0-1,0 1 1,0-1 0,0 1-1,0 1 1,0-1 0,0 1-1,-1 0 1,1 1-1,-11 0 1,33 31-40,-7-24 130,0-1 0,0 0 1,1 0-1,-1-1 0,1 0 0,12 4 0,12 6-31,-20-8 26,5 3-10,0 0-1,29 22 1,-41-27 22,-2 0-1,1 0 1,-1 1 0,1 0-1,-2 1 1,1-1 0,-1 1-1,0 0 1,0 0 0,5 13 0,-2 3 29,-1 0 1,-2 0 0,3 24-1,-5-29-535,0-1 0,1 0 0,1 1-1,1-1 1,0-1 0,12 26 0,-15-40-1077,17 4-2554,1-1-259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5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127 448 5064,'0'0'6060,"-25"16"-5225,17-9-735,-1 0-1,1 1 1,0 0-1,1 0 1,0 1 0,0 0-1,1 0 1,0 0-1,1 1 1,0 0-1,0 0 1,1 1 0,-4 14-1,6-19-78,0 0-1,1 0 1,0 0 0,0 0-1,0 0 1,1 0 0,0 0-1,0 0 1,0 0 0,1 1-1,0-1 1,0 0 0,0 0-1,1-1 1,0 1-1,0 0 1,1 0 0,-1-1-1,1 0 1,0 1 0,1-1-1,-1 0 1,1 0 0,0-1-1,7 6 1,-9-8-24,0 0 1,0 0-1,0-1 1,1 1-1,-1-1 1,1 1-1,-1-1 0,1 0 1,-1 0-1,1 0 1,0-1-1,-1 1 1,1-1-1,0 1 0,0-1 1,-1 0-1,1 0 1,0 0-1,0 0 1,0 0-1,-1-1 0,1 0 1,0 1-1,-1-1 1,1 0-1,0 0 1,-1 0-1,1-1 0,-1 1 1,0-1-1,1 1 1,-1-1-1,0 0 1,0 1-1,0-1 0,0-1 1,0 1-1,1-3 1,3-2-8,-1 0-1,-1 0 1,1-1 0,-1 0 0,-1 0 0,0 0 0,0 0 0,0-1 0,-1 1 0,2-18 0,-3 15 24,-2-1 0,1 1 1,-2-1-1,1 1 1,-1-1-1,-1 1 1,-5-15-1,7 23-15,-23 31 23,21-21-14,1-1-1,-1 0 1,1 1 0,0 0 0,1-1 0,0 1 0,0 0 0,0 0 0,1 0 0,0 0 0,0-1 0,1 1 0,0 0 0,0 0-1,1 0 1,-1-1 0,1 1 0,1-1 0,-1 1 0,7 9 0,-7-12-11,0 0 1,1 0-1,-1 0 0,1 0 0,0 0 1,0-1-1,1 1 0,-1-1 1,1 0-1,-1 0 0,1 0 0,0-1 1,0 1-1,0-1 0,1 0 0,-1 0 1,0-1-1,1 1 0,0-1 1,-1 0-1,1 0 0,-1 0 0,1-1 1,0 0-1,0 0 0,-1 0 1,1 0-1,0-1 0,-1 1 0,7-3 1,-3 0-10,0 0 0,-1-1 0,1 0 0,-1 0 0,0-1 0,0 1 0,-1-2 0,1 1 0,-1-1 0,0 0 0,-1 0 0,1 0 0,-1-1 0,-1 0 0,7-11 0,3-9-19,-2 0 0,17-54 1,-28 78-46,6-29-548,-3 25 383,0 1 0,1 0 0,-1 0 0,1 0 0,0 1 1,1-1-1,10-7 0,-14 12 807,-6 2-455,-5 2-54,0 1-1,1 0 1,-1 1 0,1 0-1,0 0 1,0 0 0,0 1-1,1 1 1,0-1 0,0 1 0,1 0-1,0 1 1,0-1 0,1 1-1,-9 16 1,9-16-29,1 0 0,0 1 0,1-1 0,-1 1 0,1 0 0,1 0 0,0 0 1,0 0-1,1 0 0,0 1 0,1-1 0,0 0 0,0 1 0,1-1 0,0 0 0,5 18 0,-5-24-22,0 0 0,0-1 0,0 1 0,0 0 0,1-1 0,-1 1 1,1-1-1,0 1 0,0-1 0,0 0 0,0 0 0,0 0 0,0 0 0,0 0 0,1 0 0,-1-1 0,1 1 0,-1-1 0,1 1 0,0-1 0,-1 0 0,1 0 0,0-1 0,0 1 0,0 0 0,0-1 1,0 0-1,0 1 0,0-1 0,0 0 0,-1-1 0,1 1 0,0 0 0,0-1 0,0 0 0,0 0 0,0 0 0,4-2 0,2-1 0,1 0-1,-1-1 1,0 0 0,0 0-1,-1-1 1,0-1 0,0 1 0,0-1-1,11-14 1,-9 7-11,-1-1 1,0 1 0,-1-2-1,-1 1 1,0-1-1,-1 0 1,-1-1 0,-1 1-1,0-1 1,-1 0-1,1-30 1,-2-17-3,-13-116 0,4 92-33,2 39 27,0-48-34,5 94 32,-15 27 174,3 30 121,3-1 0,2 1 0,-1 95 0,8-130-197,-1 10 19,1 0 1,2 0-1,0 0 0,2 0 1,2 0-1,0-1 0,2 0 0,17 41 1,-24-67-95,0 1 0,1-1-1,0 1 1,-1-1 0,1 0 0,0 0 0,0 0 0,0 0 0,0 0 0,1 0 0,-1-1 0,0 1-1,1-1 1,-1 1 0,1-1 0,0 0 0,-1 0 0,5 1 0,-6-2-8,3-1-5,-1-1 1,0 1 0,0-1-1,0 0 1,0 0-1,-1-1 1,1 1 0,-1 0-1,4-5 1,-1 0-14,0 0 0,-1 0 1,0-1-1,0 1 0,-1-1 0,5-14 1,2-5-37,-9 25 24,3-26-129,-4 29 128,-4 12 19,1-2 28,0 1-1,1-1 1,1 0-1,0 1 1,0-1-1,1 1 0,0-1 1,1 1-1,1-1 1,2 13-1,-3-20-6,0-1 0,0 1 1,1 0-1,-1-1 0,1 1 0,-1-1 0,1 1 0,0-1 0,1 0 0,-1 1 0,1-1 0,-1-1 1,1 1-1,0 0 0,0-1 0,0 1 0,0-1 0,0 0 0,1 0 0,-1 0 0,1 0 0,-1-1 0,1 1 1,0-1-1,0 0 0,0 0 0,-1-1 0,1 1 0,0-1 0,0 1 0,0-1 0,7-1 0,-5 0-9,0-1 0,-1 0 0,1 0-1,0 0 1,-1 0 0,1-1 0,-1 0-1,1 0 1,-1 0 0,0-1 0,-1 0-1,1 0 1,-1 0 0,1 0 0,-1-1-1,-1 0 1,1 0 0,-1 0-1,1 0 1,-1 0 0,-1-1 0,1 1-1,-1-1 1,3-10 0,-3 10-20,0 0 0,0 0 0,-1-1 0,0 1 0,0 0 0,0 0 0,-1-1 0,0 1 0,0-1 0,0 1 0,-1 0-1,0-1 1,0 1 0,-1 0 0,0 0 0,0 0 0,0 0 0,-1 0 0,0 0 0,0 1 0,0-1 0,-1 1 0,-7-8 0,4 9-4,0 0 0,-1 1 0,1 0 0,-1 0 0,0 1 0,0 0 0,0 1 0,0-1-1,0 1 1,-14 1 0,19 0-6,5-2-1008,6-5 1028,-1 1 0,1 0 0,1 1 0,-1 0 0,1 0-1,-1 1 1,1 0 0,1 0 0,-1 1 0,19-4 0,-8 3 4,1 0 1,-1 1 0,1 2 0,29 0-1,-45 2 12,0 0 0,1 0 0,-1 0 0,0 1 0,0-1 0,0 1 0,0 1 0,0-1 0,0 1 0,-1 0 0,1 0 0,-1 0 0,0 0 0,0 1 0,0 0 0,0 0 1,0 0-1,-1 0 0,0 1 0,5 9 0,4 8 137,-1 2 1,-1 0 0,9 32 0,4 8 125,-10-44 70,-1-18 128,-10-3-447,0-1-1,0 0 1,0 0 0,0 0-1,-1 0 1,1-1 0,0 1-1,-1 0 1,0-1 0,0 1-1,1-1 1,-1 1 0,0-4-1,7-10-12,0-1-1,1 1 0,1 1 1,0 0-1,1 0 0,0 1 1,23-21-1,-33 34-9,0 0 1,0 0-1,0 0 1,0 0-1,-1 1 0,1-1 1,0 0-1,1 1 0,-1-1 1,0 1-1,0-1 0,0 1 1,0-1-1,0 1 1,0 0-1,1-1 0,-1 1 1,0 0-1,0 0 0,1 0 1,-1 0-1,0 0 0,0 0 1,0 0-1,1 1 0,-1-1 1,0 0-1,0 1 1,0-1-1,0 1 0,0-1 1,0 1-1,1-1 0,-1 1 1,0 0-1,-1 0 0,1-1 1,0 1-1,0 0 1,0 0-1,0 0 0,-1 0 1,1 0-1,0 0 0,-1 0 1,1 0-1,-1 0 0,1 0 1,-1 1-1,0-1 0,1 2 1,3 8 33,0 0 1,-1 0-1,-1 0 1,2 12-1,3 23 166,2-1-1,22 65 1,-30-108-9,12-10-115,-5 0-59,0 0 0,-1-1 0,0 0 0,0 0 0,-1 0 1,0-1-1,-1 0 0,0 0 0,6-18 0,12-21-242,40-45-335,-62 93 558,0 1 0,0-1 0,-1 0 1,1 0-1,0 1 0,0-1 0,0 1 0,0-1 1,0 1-1,0-1 0,0 1 0,0 0 1,0-1-1,0 1 0,0 0 0,0 0 0,1-1 1,-1 1-1,0 0 0,0 0 0,0 1 0,0-1 1,0 0-1,0 0 0,0 0 0,0 1 0,0-1 1,0 0-1,1 1 0,27 14-45,-21-8-58,-1 0-1,0 0 1,0 1-1,0 0 0,-1 0 1,0 1-1,-1 0 1,8 16-1,5-9-2511,-8-12-3795,2 0 660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7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175 351 4376,'0'0'1818,"-19"-3"-255,14 3-1372,0-1 0,0 1 0,-1 1 0,1-1 0,0 1 0,0 0 0,0 0 0,-1 0 0,1 1 0,0 0 0,1 0 0,-1 0 0,0 0 0,1 1 0,-1 0 0,1 0 0,-6 4 0,4 0-107,0-1-1,1 1 1,0 0-1,0 0 1,0 1-1,1-1 0,0 1 1,1 0-1,-6 15 1,7-12-39,-1-1 0,1 1 0,1-1 0,0 1 0,0 0 0,1 0 0,0-1 0,1 1 0,1 0 0,-1-1 0,2 1 1,-1-1-1,1 1 0,1-1 0,0 0 0,6 11 0,-7-20-27,1 0 1,-1-1-1,0 1 1,0-1 0,1 0-1,-1 1 1,0-1-1,0-1 1,6 0-1,-3-1 1,0 0 0,0-1 0,0 1 0,-1-1 0,1-1 0,-1 1 0,1-1 0,-1 0 0,0 0 0,-1 0 0,1-1 0,-1 0 0,0 0 0,0 0 0,6-10 0,3-9 73,-1 1 0,13-36 0,-24 59-91,9-28 45,-2-1 0,0 0 1,6-53-1,-1-93 336,-10 105 28,-3 9-219,0 61-188,0 0 0,0 0 0,0-1 0,0 1 0,0 0 0,1 0 0,-1 0 0,0-1 0,0 1 0,0 0 0,0 0 0,0 0 0,0 0 0,0-1 0,0 1 0,0 0 0,0 0 0,0 0 0,0-1 0,0 1 0,0 0 0,0 0 0,0 0 0,0-1 0,0 1 0,0 0 0,0 0 0,-1 0 0,1-1 0,0 1 0,0 0 0,0 0 0,0 0 0,0 0 0,0 0 0,-1-1 0,1 1 0,0 0 0,0 0 0,0 0 0,0 0 0,-1 0 0,1 0 0,0 0 0,0 0 0,0-1 0,-1 1 0,1 0 0,0 0 0,0 0 0,0 0 0,0 0 0,-1 0 0,1 0 0,0 0 0,0 0 0,-1 1 0,-7 29 42,2 21 69,2 0-1,3 0 0,1 0 0,3 0 1,2-1-1,18 77 0,-18-105-240,0 0 1,2 1-1,0-2 0,15 30 1,-18-43-358,0 0 0,1 0 0,0-1-1,1 1 1,0-1 0,0 0 0,0-1 0,1 0 0,0 0 0,0 0 0,0-1 0,1 0 0,11 6 0,-12-9-2564,11-2-2224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8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19 468 6173,'1'1'105,"0"0"1,0-1 0,0 1 0,0 0 0,0 0-1,0 0 1,0-1 0,0 1 0,0 0 0,-1 0-1,1 0 1,0 1 0,-1-1 0,1 0-1,-1 0 1,1 0 0,-1 0 0,1 0 0,-1 1-1,0-1 1,0 0 0,1 3 0,-11 25 1965,0-4-1628,6-10-118,1 1 1,0-1 0,1 1 0,0 29 0,29-34-24,-24-12-295,0 0 0,-1 0 1,1 0-1,0 0 0,0-1 0,-1 1 0,1-1 0,0 0 0,-1 0 0,0 0 0,1 0 1,-1 0-1,0 0 0,0-1 0,0 1 0,-1 0 0,4-5 0,25-48 51,-22 36-87,-2-1 1,0 0 0,-2 0-1,3-25 1,-5 33-28,-1 8 40,-8 50 28,5-38-1,1 0 0,0 1 0,0 0 0,0 13 0,1-17-1,0 0 0,1-1 1,-1 1-1,1-1 0,0 1 0,0-1 0,0 1 1,1-1-1,-1 1 0,1-1 0,0 0 1,1 0-1,-1 0 0,1 0 0,-1-1 1,1 1-1,0-1 0,1 1 0,-1-1 1,1 0-1,-1 0 0,5 3 0,-4-6-2,1 1-1,-1-1 0,0 0 1,0 0-1,0 0 1,0-1-1,0 1 1,0-1-1,0 0 0,7-2 1,-10 2-2,7-2 3,-1 0 1,0 0 0,0-1 0,-1 0-1,1 0 1,-1 0 0,0-1 0,0 0-1,0 0 1,0-1 0,-1 0 0,0 0-1,-1 0 1,1 0 0,-1-1 0,0 0-1,4-10 1,2-7 1,0 0 1,-2 0-1,-1-1 0,4-26 0,-7 16 101,-1 0 0,-2-1 0,-3-42-1,0 5 249,-2 42-340,-12 46-140,14-13 54,2 12-27,0 5 38,0-18 55,1-1 0,-1 0-1,0 0 1,1 0 0,-1 0 0,0 0 0,1 1 0,-1-1-1,0 0 1,1 0 0,-1 0 0,0 0 0,1 0 0,-1 0-1,0 0 1,1 0 0,-1 0 0,0 0 0,1 0 0,-1 0-1,0 0 1,1-1 0,-1 1 0,0 0 0,0 0-1,1 0 1,-1 0 0,0 0 0,1-1 0,-1 1 0,0 0-1,0 0 1,1-1 0,-1 1 0,0 0 0,0 0 0,0-1-1,1 1 1,-1 0 0,0-1 0,0 1 0,0 0 0,0 0-1,0-1 1,0 1 0,0 0 0,1-1 0,1-2-3,1-1 0,-1 1 0,0 0 0,0-1 0,0 1 0,0-1 0,-1 0 0,0 1 0,1-1 1,-1 0-1,0-4 0,16-45 131,-16 51 8,2-22 159,-5 16-185,-5 21-28,3 2-35,1 0 0,0 0 0,1 0 0,1 0-1,0 0 1,1 16 0,12 94 240,-9-105-202,-1-2-141,21 132 424,-19-133-569,0 0-1,1 0 1,1-1-1,1 1 1,0-1-1,12 18 1,-18-31-680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8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6185,'82'-39'2290,"56"-24"-627,-120 56-2100,1 1 1,-1 2 0,1 0-1,0 0 1,0 2 0,20 0-1,9 8-1934,-28-1 6985,-19-5-4574,-1 1 0,1-1 1,-1 1-1,1-1 0,-1 1 0,1 0 0,-1-1 0,0 1 0,1-1 1,-1 1-1,0 0 0,1 0 0,-1-1 0,0 1 0,0 0 0,1-1 0,-1 1 1,0 0-1,0 0 0,0-1 0,0 1 0,0 0 0,0 0 0,-1 0 1,1-1-1,0 1 0,0 1 0,-6 19 311,2-14-227,0 1 0,0-1 1,1 1-1,0 0 0,0 0 0,1 0 0,0 0 1,1 0-1,-1 1 0,1 12 0,1-17-86,0-1-1,0 1 1,1-1-1,0 1 1,-1-1-1,1 0 1,0 1-1,0-1 1,1 0-1,-1 0 1,1 0-1,0 0 1,0 0 0,0 0-1,0 0 1,0-1-1,0 1 1,1-1-1,-1 1 1,1-1-1,0 0 1,0 0-1,-1 0 1,1 0-1,1-1 1,-1 1-1,0-1 1,6 2-1,3 0-1,0 0 0,0-1 0,1 0 0,-1-1 0,1 0 0,0-1 0,-1-1 0,1 0-1,-1 0 1,1-1 0,-1-1 0,0 0 0,20-8 0,-26 9-42,0-1 0,-1 0 0,1 0-1,0 0 1,-1-1 0,0 0 0,0 0 0,0 0 0,0-1-1,-1 1 1,0-1 0,0 0 0,0-1 0,0 1 0,-1-1-1,0 1 1,0-1 0,0 0 0,-1 0 0,0-1 0,0 1-1,-1 0 1,0 0 0,0-1 0,0 1 0,-1-1 0,0 1-1,0-9 1,-2 5-33,1 0 0,-1 0 0,-1 0 0,-6-15 0,9 24 38,0 0-2,-1 0 0,1 0 0,-1 0 0,1 0 0,-1 0 0,1 0 0,-1 1 0,1-1 0,-1 0 0,0 0 1,1 1-1,-1-1 0,0 0 0,0 1 0,1-1 0,-1 1 0,0-1 0,0 1 0,0-1 0,0 1 0,0 0 1,0-1-1,0 1 0,0 0 0,0 0 0,0-1 0,0 1 0,0 0 0,0 0 0,0 0 0,0 0 0,0 1 1,0-1-1,0 0 0,1 0 0,-1 1 0,0-1 0,0 0 0,0 1 0,0-1 0,0 1 0,-1 0 0,-1 1 8,0 0-1,-1 0 0,1 0 1,0 0-1,0 1 1,1-1-1,-1 1 0,1 0 1,-1 0-1,-2 4 0,1 0-21,1 0 0,0 1 1,0 0-1,0-1 0,1 1 0,0 0 0,1 0 0,0 0 0,0 0 0,1 0 0,0 1 1,0-1-1,1 0 0,1 8 0,-2-14-189,1-1 0,0 1-1,-1-1 1,1 1 0,0-1 0,0 1 0,0-1 0,0 0 0,0 0 0,0 1-1,1-1 1,-1 0 0,0 0 0,0 0 0,1 0 0,-1 0 0,1 0 0,-1-1-1,1 1 1,-1 0 0,1-1 0,-1 1 0,1-1 0,0 0 0,-1 1-1,1-1 1,0 0 0,-1 0 0,1 0 0,0 0 0,-1 0 0,1-1 0,0 1-1,-1 0 1,1-1 0,-1 1 0,3-2 0,1 2-441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49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5180,'0'0'6017,"-18"0"-5485,10 0-427,-1 1 0,1 0 0,-1 0 1,1 1-1,-1 0 0,1 1 0,0 0 0,0 0 0,0 0 0,1 1 0,-1 1 0,1-1 1,0 1-1,0 0 0,0 1 0,1-1 0,0 1 0,0 1 0,1-1 0,-1 1 0,-5 11 1,7-12-70,0 1 0,1 0 0,0-1 0,0 1 0,1 1 0,0-1 0,0 0 0,1 0 1,0 1-1,0-1 0,0 1 0,1-1 0,0 1 0,1-1 0,0 0 0,0 1 1,0-1-1,1 0 0,0 1 0,1-1 0,-1 0 0,2-1 0,-1 1 0,0 0 1,6 6-1,-7-9-36,1-1 0,-1 0 0,1 1 0,0-1 0,0 0 0,0-1 1,0 1-1,1 0 0,-1-1 0,1 0 0,-1 0 0,1 0 0,0 0 0,0 0 1,0-1-1,0 0 0,0 1 0,0-2 0,0 1 0,0 0 0,1-1 0,-1 0 1,0 0-1,0 0 0,1 0 0,-1-1 0,0 0 0,0 0 0,0 0 0,0 0 1,0 0-1,0-1 0,0 0 0,-1 0 0,1 0 0,0 0 0,4-5 0,3-1-24,-1 0 0,0 0 0,0-1 0,-1-1 0,0 1 0,0-2 0,-2 1 0,1-1 0,-1 0 0,11-24 0,20-84 0,-37 117 208,-7 19-202,4-16 24,2 1 1,-1-1-1,0 1 0,0-1 0,0 1 0,1 0 0,-1-1 0,1 1 0,-1 0 0,1-1 0,0 1 1,0 0-1,0 1 0,1 18-115,0-4 175,1 0 0,6 27-1,-7-40-244,0 0 0,0 0 0,1 0-1,-1 0 1,1 0 0,0-1 0,1 1-1,-1 0 1,0-1 0,1 0-1,0 0 1,0 1 0,0-2 0,0 1-1,6 4 1,-7-6-3,-1-1 0,0 1 0,0-1 0,1 1 0,-1-1 0,0 1 1,1-1-1,-1 0 0,0 0 0,1 0 0,-1 0 0,0 0 0,1 0 0,-1 0 0,0 0 0,1 0 0,-1-1 0,0 1 0,1 0 0,-1-1 0,0 1 0,1-1 0,-1 0 0,2-1 1,6-2-1875,9-4-3497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5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0 598 5717,'10'14'7650,"-6"4"-5867,-7 24-3173,1-33 2316,5-13-938,0 0 0,1 0 1,-1 0-1,1 1 0,0 0 0,-1 0 0,1 0 0,1 0 1,7-4-1,-5 3 21,0-2 4,0-1 0,0 0 0,-1 0 0,0 0 0,0-1 0,0 0 0,-1 0 1,0 0-1,-1-1 0,0 0 0,0 1 0,-1-2 0,3-12 0,2-11 136,-1 0-1,2-49 1,-8 73-130,-1 2-17,1 1 1,-1-1 0,2 0 0,-1 0-1,1 0 1,4-10 0,-6 16-3,0 1 0,0 0 0,1-1 1,-1 1-1,0 0 0,0 0 0,1-1 0,-1 1 0,0 0 0,0 0 0,1-1 1,-1 1-1,0 0 0,1 0 0,-1 0 0,0 0 0,0-1 0,1 1 0,-1 0 1,0 0-1,1 0 0,-1 0 0,1 0 0,-1 0 0,0 0 0,1 0 0,-1 0 1,0 0-1,1 0 0,-1 0 0,0 0 0,1 0 0,-1 0 0,0 1 0,1-1 1,-1 0-1,0 0 0,1 0 0,-1 0 0,0 1 0,0-1 0,1 0 0,-1 0 1,0 1-1,0-1 0,1 0 0,-1 0 0,0 1 0,0-1 0,0 0 0,1 1 1,10 15 23,-10-15-25,12 19 8,0 2 0,-2 0 0,0 0 0,-2 1 0,0 1 0,-2-1 0,0 1 0,-2 0-1,-1 1 1,0-1 0,-2 1 0,-1 0 0,-1 0 0,-4 29 0,-5-18 53,9-33 59,2-1-218,0 0 86,1-1-1,0 1 0,-1-1 0,1 0 0,0 0 1,-1 0-1,6 1 0,9-6-45,0-1 1,0-1-1,26-12 0,-35 13 49,0 0 0,0 0 0,-1-1-1,0 0 1,0 0 0,0-1 0,-1 0 0,0 0 0,7-11-1,-2 2 11,-1 0 0,-1-1-1,0 0 1,-1 0 0,-1-1 0,-1 0-1,0 0 1,-2-1 0,0 1-1,-1-1 1,0 0 0,-1-36-1,-9-36-50,7 89 91,-4 3-39,1 1 0,-1 0 0,1 0 0,0 0 1,0 0-1,0 1 0,0 0 0,-3 2 0,3 1 11,0-1 0,0 1-1,0 0 1,1 0 0,0 0 0,0 0-1,0 0 1,1 0 0,0 1-1,0-1 1,1 0 0,0 9 0,0 2 13,1 0 1,1 0-1,5 22 1,-5-30-16,1 0 0,0-1 0,0 0 0,1 1 0,0-1 0,0 0 0,1-1 0,0 1 0,0-1 0,1 0 0,0 0 0,0-1 0,0 0 0,1 0 0,0 0 0,10 5 0,-6-5 11,0 0 1,1 0-1,0-2 0,0 1 0,0-1 0,0-1 1,1 0-1,0-1 0,-1 0 0,24-1 0,-21-1 4,-1-1-1,1 0 1,0-2-1,-1 1 1,1-2-1,-1 0 1,0-1-1,0 0 1,17-9-1,-22 9-9,-1 0-1,1-1 1,-1 0 0,0 0-1,0-1 1,-1 0 0,0 0-1,0-1 1,-1 0 0,0 0-1,0 0 1,-1-1 0,8-17-1,-4 1-2,-1 0 0,-1-1 0,-1 0 0,-2 0 0,2-30 0,-4-135 176,-4 98 344,-2 63-387,3 30-142,1 0-1,0-1 1,0 1 0,0 0-1,0 0 1,-1-1 0,1 1-1,0 0 1,0 0 0,0 0-1,-1-1 1,1 1-1,0 0 1,0 0 0,0 0-1,-1 0 1,1 0 0,0 0-1,-1-1 1,1 1 0,0 0-1,0 0 1,-1 0 0,1 0-1,0 0 1,0 0 0,-1 0-1,1 0 1,0 0-1,-1 0 1,1 0 0,0 0-1,0 0 1,-1 1 0,1-1-1,0 0 1,0 0 0,-1 0-1,1 0 1,0 0 0,0 1-1,-1-1 1,1 0 0,0 0-1,-3 3 8,1 0-1,0 0 1,-1 1-1,1-1 1,1 0-1,-1 1 0,0 0 1,1-1-1,0 1 1,-2 7-1,-8 39 469,2 0 0,2 1 1,0 93-1,7-123-522,1 0 0,1 0 0,1 0 1,1 0-1,1 0 0,1-1 0,0 0 1,2 0-1,0 0 0,2-1 0,21 34 1,-20-33-2181,-11-20 1867,0 1-1,0 0 1,1 0 0,-1-1 0,0 1 0,0 0 0,0 0 0,0 0 0,0 0 0,0-1-1,0 1 1,0 0 0,-1 0 0,1 0 0,0-1 0,0 1 0,-1 0 0,1 0 0,0-1-1,-1 1 1,1 0 0,-1-1 0,1 1 0,-1 0 0,1-1 0,-1 1 0,0 0 0,-11 8-6070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51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0 214 6613,'0'-3'219,"1"0"0,-1 1 0,1-1 0,-1 0 0,1 0 0,0 1 0,0-1-1,0 0 1,0 1 0,1-1 0,-1 1 0,1-1 0,-1 1 0,1 0 0,0 0 0,0 0 0,0 0 0,0 0 0,0 0 0,1 0 0,-1 1 0,0-1 0,1 1 0,-1 0 0,1-1 0,0 1 0,-1 0 0,4 0 0,211-76 2220,-68 35-3843,-114 34 160,-25 6-216,1 0-1,-1-1 1,0 0-1,16-7 1,-11 4-3980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51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5969,'14'-35'6317,"-1"3"-4787,-12 30-1237,1 3-259,1-1 0,-1 1 1,1-1-1,-1 1 0,0 0 0,1 0 0,-1 0 0,0 0 0,0 0 0,0 0 0,0 1 0,0-1 0,0 1 1,0 0-1,0-1 0,0 1 0,-1 0 0,1 0 0,-1 0 0,1 0 0,-1 0 0,0 0 0,0 1 1,0-1-1,0 0 0,0 1 0,-1-1 0,2 4 0,2 12 155,0 0-1,1 36 1,-2-28-10,9 199 744,-12-222-885,-2 24-218,1-16-6243,-2 14 1525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1:15:51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12 132 8249,'-12'-24'10253,"21"10"-10305,1 0-368,-7-11-2517,0 4 533,-3 4-1700,0 1-4461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5250"/>
          </a:xfrm>
          <a:custGeom>
            <a:avLst/>
            <a:gdLst/>
            <a:ahLst/>
            <a:cxnLst/>
            <a:rect l="l" t="t" r="r" b="b"/>
            <a:pathLst>
              <a:path w="3703320" h="95250">
                <a:moveTo>
                  <a:pt x="3703320" y="0"/>
                </a:moveTo>
                <a:lnTo>
                  <a:pt x="0" y="0"/>
                </a:lnTo>
                <a:lnTo>
                  <a:pt x="0" y="95250"/>
                </a:lnTo>
                <a:lnTo>
                  <a:pt x="3703320" y="95250"/>
                </a:lnTo>
                <a:lnTo>
                  <a:pt x="3703320" y="0"/>
                </a:lnTo>
                <a:close/>
              </a:path>
            </a:pathLst>
          </a:custGeom>
          <a:solidFill>
            <a:srgbClr val="366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3390"/>
            <a:ext cx="3703320" cy="99060"/>
          </a:xfrm>
          <a:custGeom>
            <a:avLst/>
            <a:gdLst/>
            <a:ahLst/>
            <a:cxnLst/>
            <a:rect l="l" t="t" r="r" b="b"/>
            <a:pathLst>
              <a:path w="3703320" h="99059">
                <a:moveTo>
                  <a:pt x="3703320" y="0"/>
                </a:moveTo>
                <a:lnTo>
                  <a:pt x="0" y="0"/>
                </a:lnTo>
                <a:lnTo>
                  <a:pt x="0" y="99060"/>
                </a:lnTo>
                <a:lnTo>
                  <a:pt x="3703320" y="99060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2053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20" y="0"/>
                </a:moveTo>
                <a:lnTo>
                  <a:pt x="0" y="0"/>
                </a:lnTo>
                <a:lnTo>
                  <a:pt x="0" y="91439"/>
                </a:lnTo>
                <a:lnTo>
                  <a:pt x="3703320" y="91439"/>
                </a:lnTo>
                <a:lnTo>
                  <a:pt x="3703320" y="0"/>
                </a:lnTo>
                <a:close/>
              </a:path>
            </a:pathLst>
          </a:custGeom>
          <a:solidFill>
            <a:srgbClr val="8BB6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436" y="790448"/>
            <a:ext cx="11311127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573" y="2491485"/>
            <a:ext cx="11134852" cy="2195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47E82-B837-BF39-DE06-714B08ACE0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.xml"/><Relationship Id="rId21" Type="http://schemas.openxmlformats.org/officeDocument/2006/relationships/image" Target="../media/image57.png"/><Relationship Id="rId42" Type="http://schemas.openxmlformats.org/officeDocument/2006/relationships/image" Target="../media/image78.png"/><Relationship Id="rId63" Type="http://schemas.openxmlformats.org/officeDocument/2006/relationships/image" Target="../media/image99.png"/><Relationship Id="rId84" Type="http://schemas.openxmlformats.org/officeDocument/2006/relationships/image" Target="../media/image120.png"/><Relationship Id="rId138" Type="http://schemas.openxmlformats.org/officeDocument/2006/relationships/image" Target="../media/image148.png"/><Relationship Id="rId16" Type="http://schemas.openxmlformats.org/officeDocument/2006/relationships/image" Target="../media/image52.png"/><Relationship Id="rId107" Type="http://schemas.openxmlformats.org/officeDocument/2006/relationships/customXml" Target="../ink/ink13.xml"/><Relationship Id="rId11" Type="http://schemas.openxmlformats.org/officeDocument/2006/relationships/image" Target="../media/image47.png"/><Relationship Id="rId32" Type="http://schemas.openxmlformats.org/officeDocument/2006/relationships/image" Target="../media/image68.png"/><Relationship Id="rId37" Type="http://schemas.openxmlformats.org/officeDocument/2006/relationships/image" Target="../media/image73.png"/><Relationship Id="rId53" Type="http://schemas.openxmlformats.org/officeDocument/2006/relationships/image" Target="../media/image89.png"/><Relationship Id="rId58" Type="http://schemas.openxmlformats.org/officeDocument/2006/relationships/image" Target="../media/image94.png"/><Relationship Id="rId74" Type="http://schemas.openxmlformats.org/officeDocument/2006/relationships/image" Target="../media/image110.png"/><Relationship Id="rId79" Type="http://schemas.openxmlformats.org/officeDocument/2006/relationships/image" Target="../media/image115.png"/><Relationship Id="rId102" Type="http://schemas.openxmlformats.org/officeDocument/2006/relationships/image" Target="../media/image130.png"/><Relationship Id="rId123" Type="http://schemas.openxmlformats.org/officeDocument/2006/relationships/customXml" Target="../ink/ink21.xml"/><Relationship Id="rId128" Type="http://schemas.openxmlformats.org/officeDocument/2006/relationships/image" Target="../media/image143.png"/><Relationship Id="rId5" Type="http://schemas.openxmlformats.org/officeDocument/2006/relationships/image" Target="../media/image41.png"/><Relationship Id="rId90" Type="http://schemas.openxmlformats.org/officeDocument/2006/relationships/image" Target="../media/image124.png"/><Relationship Id="rId95" Type="http://schemas.openxmlformats.org/officeDocument/2006/relationships/customXml" Target="../ink/ink7.xml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43" Type="http://schemas.openxmlformats.org/officeDocument/2006/relationships/image" Target="../media/image79.png"/><Relationship Id="rId48" Type="http://schemas.openxmlformats.org/officeDocument/2006/relationships/image" Target="../media/image84.png"/><Relationship Id="rId64" Type="http://schemas.openxmlformats.org/officeDocument/2006/relationships/image" Target="../media/image100.png"/><Relationship Id="rId69" Type="http://schemas.openxmlformats.org/officeDocument/2006/relationships/image" Target="../media/image105.png"/><Relationship Id="rId113" Type="http://schemas.openxmlformats.org/officeDocument/2006/relationships/customXml" Target="../ink/ink16.xml"/><Relationship Id="rId118" Type="http://schemas.openxmlformats.org/officeDocument/2006/relationships/image" Target="../media/image138.png"/><Relationship Id="rId134" Type="http://schemas.openxmlformats.org/officeDocument/2006/relationships/image" Target="../media/image146.png"/><Relationship Id="rId139" Type="http://schemas.openxmlformats.org/officeDocument/2006/relationships/customXml" Target="../ink/ink29.xml"/><Relationship Id="rId80" Type="http://schemas.openxmlformats.org/officeDocument/2006/relationships/image" Target="../media/image116.png"/><Relationship Id="rId85" Type="http://schemas.openxmlformats.org/officeDocument/2006/relationships/image" Target="../media/image121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33" Type="http://schemas.openxmlformats.org/officeDocument/2006/relationships/image" Target="../media/image69.png"/><Relationship Id="rId38" Type="http://schemas.openxmlformats.org/officeDocument/2006/relationships/image" Target="../media/image74.png"/><Relationship Id="rId59" Type="http://schemas.openxmlformats.org/officeDocument/2006/relationships/image" Target="../media/image95.png"/><Relationship Id="rId103" Type="http://schemas.openxmlformats.org/officeDocument/2006/relationships/customXml" Target="../ink/ink11.xml"/><Relationship Id="rId108" Type="http://schemas.openxmlformats.org/officeDocument/2006/relationships/image" Target="../media/image133.png"/><Relationship Id="rId124" Type="http://schemas.openxmlformats.org/officeDocument/2006/relationships/image" Target="../media/image141.png"/><Relationship Id="rId129" Type="http://schemas.openxmlformats.org/officeDocument/2006/relationships/customXml" Target="../ink/ink24.xml"/><Relationship Id="rId54" Type="http://schemas.openxmlformats.org/officeDocument/2006/relationships/image" Target="../media/image90.png"/><Relationship Id="rId70" Type="http://schemas.openxmlformats.org/officeDocument/2006/relationships/image" Target="../media/image106.png"/><Relationship Id="rId75" Type="http://schemas.openxmlformats.org/officeDocument/2006/relationships/image" Target="../media/image111.png"/><Relationship Id="rId91" Type="http://schemas.openxmlformats.org/officeDocument/2006/relationships/customXml" Target="../ink/ink5.xml"/><Relationship Id="rId96" Type="http://schemas.openxmlformats.org/officeDocument/2006/relationships/image" Target="../media/image127.png"/><Relationship Id="rId140" Type="http://schemas.openxmlformats.org/officeDocument/2006/relationships/image" Target="../media/image1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49" Type="http://schemas.openxmlformats.org/officeDocument/2006/relationships/image" Target="../media/image85.png"/><Relationship Id="rId114" Type="http://schemas.openxmlformats.org/officeDocument/2006/relationships/image" Target="../media/image136.png"/><Relationship Id="rId119" Type="http://schemas.openxmlformats.org/officeDocument/2006/relationships/customXml" Target="../ink/ink19.xml"/><Relationship Id="rId44" Type="http://schemas.openxmlformats.org/officeDocument/2006/relationships/image" Target="../media/image80.png"/><Relationship Id="rId60" Type="http://schemas.openxmlformats.org/officeDocument/2006/relationships/image" Target="../media/image96.png"/><Relationship Id="rId65" Type="http://schemas.openxmlformats.org/officeDocument/2006/relationships/image" Target="../media/image101.png"/><Relationship Id="rId81" Type="http://schemas.openxmlformats.org/officeDocument/2006/relationships/image" Target="../media/image117.png"/><Relationship Id="rId86" Type="http://schemas.openxmlformats.org/officeDocument/2006/relationships/image" Target="../media/image122.png"/><Relationship Id="rId130" Type="http://schemas.openxmlformats.org/officeDocument/2006/relationships/image" Target="../media/image144.png"/><Relationship Id="rId135" Type="http://schemas.openxmlformats.org/officeDocument/2006/relationships/customXml" Target="../ink/ink27.xml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9" Type="http://schemas.openxmlformats.org/officeDocument/2006/relationships/image" Target="../media/image75.png"/><Relationship Id="rId109" Type="http://schemas.openxmlformats.org/officeDocument/2006/relationships/customXml" Target="../ink/ink14.xml"/><Relationship Id="rId34" Type="http://schemas.openxmlformats.org/officeDocument/2006/relationships/image" Target="../media/image70.png"/><Relationship Id="rId50" Type="http://schemas.openxmlformats.org/officeDocument/2006/relationships/image" Target="../media/image86.png"/><Relationship Id="rId55" Type="http://schemas.openxmlformats.org/officeDocument/2006/relationships/image" Target="../media/image91.png"/><Relationship Id="rId76" Type="http://schemas.openxmlformats.org/officeDocument/2006/relationships/image" Target="../media/image112.png"/><Relationship Id="rId97" Type="http://schemas.openxmlformats.org/officeDocument/2006/relationships/customXml" Target="../ink/ink8.xml"/><Relationship Id="rId104" Type="http://schemas.openxmlformats.org/officeDocument/2006/relationships/image" Target="../media/image131.png"/><Relationship Id="rId120" Type="http://schemas.openxmlformats.org/officeDocument/2006/relationships/image" Target="../media/image139.png"/><Relationship Id="rId125" Type="http://schemas.openxmlformats.org/officeDocument/2006/relationships/customXml" Target="../ink/ink22.xml"/><Relationship Id="rId7" Type="http://schemas.openxmlformats.org/officeDocument/2006/relationships/image" Target="../media/image43.png"/><Relationship Id="rId71" Type="http://schemas.openxmlformats.org/officeDocument/2006/relationships/image" Target="../media/image107.png"/><Relationship Id="rId92" Type="http://schemas.openxmlformats.org/officeDocument/2006/relationships/image" Target="../media/image125.png"/><Relationship Id="rId2" Type="http://schemas.openxmlformats.org/officeDocument/2006/relationships/image" Target="../media/image38.png"/><Relationship Id="rId29" Type="http://schemas.openxmlformats.org/officeDocument/2006/relationships/image" Target="../media/image65.png"/><Relationship Id="rId24" Type="http://schemas.openxmlformats.org/officeDocument/2006/relationships/image" Target="../media/image60.png"/><Relationship Id="rId40" Type="http://schemas.openxmlformats.org/officeDocument/2006/relationships/image" Target="../media/image76.png"/><Relationship Id="rId45" Type="http://schemas.openxmlformats.org/officeDocument/2006/relationships/image" Target="../media/image81.png"/><Relationship Id="rId66" Type="http://schemas.openxmlformats.org/officeDocument/2006/relationships/image" Target="../media/image102.png"/><Relationship Id="rId87" Type="http://schemas.openxmlformats.org/officeDocument/2006/relationships/customXml" Target="../ink/ink3.xml"/><Relationship Id="rId110" Type="http://schemas.openxmlformats.org/officeDocument/2006/relationships/image" Target="../media/image134.png"/><Relationship Id="rId115" Type="http://schemas.openxmlformats.org/officeDocument/2006/relationships/customXml" Target="../ink/ink17.xml"/><Relationship Id="rId131" Type="http://schemas.openxmlformats.org/officeDocument/2006/relationships/customXml" Target="../ink/ink25.xml"/><Relationship Id="rId136" Type="http://schemas.openxmlformats.org/officeDocument/2006/relationships/image" Target="../media/image147.png"/><Relationship Id="rId61" Type="http://schemas.openxmlformats.org/officeDocument/2006/relationships/image" Target="../media/image97.png"/><Relationship Id="rId82" Type="http://schemas.openxmlformats.org/officeDocument/2006/relationships/image" Target="../media/image118.png"/><Relationship Id="rId19" Type="http://schemas.openxmlformats.org/officeDocument/2006/relationships/image" Target="../media/image55.png"/><Relationship Id="rId14" Type="http://schemas.openxmlformats.org/officeDocument/2006/relationships/image" Target="../media/image50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56" Type="http://schemas.openxmlformats.org/officeDocument/2006/relationships/image" Target="../media/image92.png"/><Relationship Id="rId77" Type="http://schemas.openxmlformats.org/officeDocument/2006/relationships/image" Target="../media/image113.png"/><Relationship Id="rId100" Type="http://schemas.openxmlformats.org/officeDocument/2006/relationships/image" Target="../media/image129.png"/><Relationship Id="rId105" Type="http://schemas.openxmlformats.org/officeDocument/2006/relationships/customXml" Target="../ink/ink12.xml"/><Relationship Id="rId126" Type="http://schemas.openxmlformats.org/officeDocument/2006/relationships/image" Target="../media/image142.png"/><Relationship Id="rId8" Type="http://schemas.openxmlformats.org/officeDocument/2006/relationships/image" Target="../media/image44.png"/><Relationship Id="rId51" Type="http://schemas.openxmlformats.org/officeDocument/2006/relationships/image" Target="../media/image87.png"/><Relationship Id="rId72" Type="http://schemas.openxmlformats.org/officeDocument/2006/relationships/image" Target="../media/image108.png"/><Relationship Id="rId93" Type="http://schemas.openxmlformats.org/officeDocument/2006/relationships/customXml" Target="../ink/ink6.xml"/><Relationship Id="rId98" Type="http://schemas.openxmlformats.org/officeDocument/2006/relationships/image" Target="../media/image128.png"/><Relationship Id="rId121" Type="http://schemas.openxmlformats.org/officeDocument/2006/relationships/customXml" Target="../ink/ink20.xml"/><Relationship Id="rId3" Type="http://schemas.openxmlformats.org/officeDocument/2006/relationships/image" Target="../media/image39.png"/><Relationship Id="rId25" Type="http://schemas.openxmlformats.org/officeDocument/2006/relationships/image" Target="../media/image61.png"/><Relationship Id="rId46" Type="http://schemas.openxmlformats.org/officeDocument/2006/relationships/image" Target="../media/image82.png"/><Relationship Id="rId67" Type="http://schemas.openxmlformats.org/officeDocument/2006/relationships/image" Target="../media/image103.png"/><Relationship Id="rId116" Type="http://schemas.openxmlformats.org/officeDocument/2006/relationships/image" Target="../media/image137.png"/><Relationship Id="rId137" Type="http://schemas.openxmlformats.org/officeDocument/2006/relationships/customXml" Target="../ink/ink28.xml"/><Relationship Id="rId20" Type="http://schemas.openxmlformats.org/officeDocument/2006/relationships/image" Target="../media/image56.png"/><Relationship Id="rId41" Type="http://schemas.openxmlformats.org/officeDocument/2006/relationships/image" Target="../media/image77.png"/><Relationship Id="rId62" Type="http://schemas.openxmlformats.org/officeDocument/2006/relationships/image" Target="../media/image98.png"/><Relationship Id="rId83" Type="http://schemas.openxmlformats.org/officeDocument/2006/relationships/image" Target="../media/image119.png"/><Relationship Id="rId88" Type="http://schemas.openxmlformats.org/officeDocument/2006/relationships/image" Target="../media/image123.png"/><Relationship Id="rId111" Type="http://schemas.openxmlformats.org/officeDocument/2006/relationships/customXml" Target="../ink/ink15.xml"/><Relationship Id="rId132" Type="http://schemas.openxmlformats.org/officeDocument/2006/relationships/image" Target="../media/image145.png"/><Relationship Id="rId15" Type="http://schemas.openxmlformats.org/officeDocument/2006/relationships/image" Target="../media/image51.png"/><Relationship Id="rId36" Type="http://schemas.openxmlformats.org/officeDocument/2006/relationships/image" Target="../media/image72.png"/><Relationship Id="rId57" Type="http://schemas.openxmlformats.org/officeDocument/2006/relationships/image" Target="../media/image93.png"/><Relationship Id="rId106" Type="http://schemas.openxmlformats.org/officeDocument/2006/relationships/image" Target="../media/image132.png"/><Relationship Id="rId127" Type="http://schemas.openxmlformats.org/officeDocument/2006/relationships/customXml" Target="../ink/ink23.xml"/><Relationship Id="rId10" Type="http://schemas.openxmlformats.org/officeDocument/2006/relationships/image" Target="../media/image46.png"/><Relationship Id="rId31" Type="http://schemas.openxmlformats.org/officeDocument/2006/relationships/image" Target="../media/image67.png"/><Relationship Id="rId52" Type="http://schemas.openxmlformats.org/officeDocument/2006/relationships/image" Target="../media/image88.png"/><Relationship Id="rId73" Type="http://schemas.openxmlformats.org/officeDocument/2006/relationships/image" Target="../media/image109.png"/><Relationship Id="rId78" Type="http://schemas.openxmlformats.org/officeDocument/2006/relationships/image" Target="../media/image114.png"/><Relationship Id="rId94" Type="http://schemas.openxmlformats.org/officeDocument/2006/relationships/image" Target="../media/image126.png"/><Relationship Id="rId99" Type="http://schemas.openxmlformats.org/officeDocument/2006/relationships/customXml" Target="../ink/ink9.xml"/><Relationship Id="rId101" Type="http://schemas.openxmlformats.org/officeDocument/2006/relationships/customXml" Target="../ink/ink10.xml"/><Relationship Id="rId122" Type="http://schemas.openxmlformats.org/officeDocument/2006/relationships/image" Target="../media/image14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26" Type="http://schemas.openxmlformats.org/officeDocument/2006/relationships/image" Target="../media/image62.png"/><Relationship Id="rId47" Type="http://schemas.openxmlformats.org/officeDocument/2006/relationships/image" Target="../media/image83.png"/><Relationship Id="rId68" Type="http://schemas.openxmlformats.org/officeDocument/2006/relationships/image" Target="../media/image104.png"/><Relationship Id="rId89" Type="http://schemas.openxmlformats.org/officeDocument/2006/relationships/customXml" Target="../ink/ink4.xml"/><Relationship Id="rId112" Type="http://schemas.openxmlformats.org/officeDocument/2006/relationships/image" Target="../media/image135.png"/><Relationship Id="rId133" Type="http://schemas.openxmlformats.org/officeDocument/2006/relationships/customXml" Target="../ink/ink2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image" Target="../media/image169.png"/><Relationship Id="rId42" Type="http://schemas.openxmlformats.org/officeDocument/2006/relationships/image" Target="../media/image190.png"/><Relationship Id="rId63" Type="http://schemas.openxmlformats.org/officeDocument/2006/relationships/customXml" Target="../ink/ink31.xml"/><Relationship Id="rId84" Type="http://schemas.openxmlformats.org/officeDocument/2006/relationships/image" Target="../media/image220.png"/><Relationship Id="rId138" Type="http://schemas.openxmlformats.org/officeDocument/2006/relationships/image" Target="../media/image247.png"/><Relationship Id="rId107" Type="http://schemas.openxmlformats.org/officeDocument/2006/relationships/customXml" Target="../ink/ink53.xml"/><Relationship Id="rId11" Type="http://schemas.openxmlformats.org/officeDocument/2006/relationships/image" Target="../media/image159.png"/><Relationship Id="rId32" Type="http://schemas.openxmlformats.org/officeDocument/2006/relationships/image" Target="../media/image180.png"/><Relationship Id="rId37" Type="http://schemas.openxmlformats.org/officeDocument/2006/relationships/image" Target="../media/image185.png"/><Relationship Id="rId53" Type="http://schemas.openxmlformats.org/officeDocument/2006/relationships/image" Target="../media/image201.png"/><Relationship Id="rId58" Type="http://schemas.openxmlformats.org/officeDocument/2006/relationships/image" Target="../media/image206.png"/><Relationship Id="rId74" Type="http://schemas.openxmlformats.org/officeDocument/2006/relationships/image" Target="../media/image215.png"/><Relationship Id="rId79" Type="http://schemas.openxmlformats.org/officeDocument/2006/relationships/customXml" Target="../ink/ink39.xml"/><Relationship Id="rId102" Type="http://schemas.openxmlformats.org/officeDocument/2006/relationships/image" Target="../media/image229.png"/><Relationship Id="rId123" Type="http://schemas.openxmlformats.org/officeDocument/2006/relationships/customXml" Target="../ink/ink61.xml"/><Relationship Id="rId128" Type="http://schemas.openxmlformats.org/officeDocument/2006/relationships/image" Target="../media/image242.png"/><Relationship Id="rId5" Type="http://schemas.openxmlformats.org/officeDocument/2006/relationships/image" Target="../media/image153.png"/><Relationship Id="rId90" Type="http://schemas.openxmlformats.org/officeDocument/2006/relationships/image" Target="../media/image223.png"/><Relationship Id="rId95" Type="http://schemas.openxmlformats.org/officeDocument/2006/relationships/customXml" Target="../ink/ink47.xml"/><Relationship Id="rId22" Type="http://schemas.openxmlformats.org/officeDocument/2006/relationships/image" Target="../media/image170.png"/><Relationship Id="rId27" Type="http://schemas.openxmlformats.org/officeDocument/2006/relationships/image" Target="../media/image175.png"/><Relationship Id="rId43" Type="http://schemas.openxmlformats.org/officeDocument/2006/relationships/image" Target="../media/image191.png"/><Relationship Id="rId48" Type="http://schemas.openxmlformats.org/officeDocument/2006/relationships/image" Target="../media/image196.png"/><Relationship Id="rId64" Type="http://schemas.openxmlformats.org/officeDocument/2006/relationships/image" Target="../media/image21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237.png"/><Relationship Id="rId134" Type="http://schemas.openxmlformats.org/officeDocument/2006/relationships/image" Target="../media/image245.png"/><Relationship Id="rId139" Type="http://schemas.openxmlformats.org/officeDocument/2006/relationships/customXml" Target="../ink/ink69.xml"/><Relationship Id="rId80" Type="http://schemas.openxmlformats.org/officeDocument/2006/relationships/image" Target="../media/image218.png"/><Relationship Id="rId85" Type="http://schemas.openxmlformats.org/officeDocument/2006/relationships/customXml" Target="../ink/ink42.xml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33" Type="http://schemas.openxmlformats.org/officeDocument/2006/relationships/image" Target="../media/image181.png"/><Relationship Id="rId38" Type="http://schemas.openxmlformats.org/officeDocument/2006/relationships/image" Target="../media/image186.png"/><Relationship Id="rId59" Type="http://schemas.openxmlformats.org/officeDocument/2006/relationships/image" Target="../media/image207.png"/><Relationship Id="rId103" Type="http://schemas.openxmlformats.org/officeDocument/2006/relationships/customXml" Target="../ink/ink51.xml"/><Relationship Id="rId108" Type="http://schemas.openxmlformats.org/officeDocument/2006/relationships/image" Target="../media/image232.png"/><Relationship Id="rId124" Type="http://schemas.openxmlformats.org/officeDocument/2006/relationships/image" Target="../media/image240.png"/><Relationship Id="rId129" Type="http://schemas.openxmlformats.org/officeDocument/2006/relationships/customXml" Target="../ink/ink64.xml"/><Relationship Id="rId54" Type="http://schemas.openxmlformats.org/officeDocument/2006/relationships/image" Target="../media/image202.png"/><Relationship Id="rId70" Type="http://schemas.openxmlformats.org/officeDocument/2006/relationships/image" Target="../media/image213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226.png"/><Relationship Id="rId140" Type="http://schemas.openxmlformats.org/officeDocument/2006/relationships/image" Target="../media/image2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4.png"/><Relationship Id="rId23" Type="http://schemas.openxmlformats.org/officeDocument/2006/relationships/image" Target="../media/image171.png"/><Relationship Id="rId28" Type="http://schemas.openxmlformats.org/officeDocument/2006/relationships/image" Target="../media/image176.png"/><Relationship Id="rId49" Type="http://schemas.openxmlformats.org/officeDocument/2006/relationships/image" Target="../media/image197.png"/><Relationship Id="rId114" Type="http://schemas.openxmlformats.org/officeDocument/2006/relationships/image" Target="../media/image235.png"/><Relationship Id="rId119" Type="http://schemas.openxmlformats.org/officeDocument/2006/relationships/customXml" Target="../ink/ink59.xml"/><Relationship Id="rId44" Type="http://schemas.openxmlformats.org/officeDocument/2006/relationships/image" Target="../media/image192.png"/><Relationship Id="rId60" Type="http://schemas.openxmlformats.org/officeDocument/2006/relationships/image" Target="../media/image208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221.png"/><Relationship Id="rId130" Type="http://schemas.openxmlformats.org/officeDocument/2006/relationships/image" Target="../media/image243.png"/><Relationship Id="rId135" Type="http://schemas.openxmlformats.org/officeDocument/2006/relationships/customXml" Target="../ink/ink67.xml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39" Type="http://schemas.openxmlformats.org/officeDocument/2006/relationships/image" Target="../media/image187.png"/><Relationship Id="rId109" Type="http://schemas.openxmlformats.org/officeDocument/2006/relationships/customXml" Target="../ink/ink54.xml"/><Relationship Id="rId34" Type="http://schemas.openxmlformats.org/officeDocument/2006/relationships/image" Target="../media/image182.png"/><Relationship Id="rId50" Type="http://schemas.openxmlformats.org/officeDocument/2006/relationships/image" Target="../media/image198.png"/><Relationship Id="rId55" Type="http://schemas.openxmlformats.org/officeDocument/2006/relationships/image" Target="../media/image203.png"/><Relationship Id="rId76" Type="http://schemas.openxmlformats.org/officeDocument/2006/relationships/image" Target="../media/image216.png"/><Relationship Id="rId97" Type="http://schemas.openxmlformats.org/officeDocument/2006/relationships/customXml" Target="../ink/ink48.xml"/><Relationship Id="rId104" Type="http://schemas.openxmlformats.org/officeDocument/2006/relationships/image" Target="../media/image230.png"/><Relationship Id="rId120" Type="http://schemas.openxmlformats.org/officeDocument/2006/relationships/image" Target="../media/image238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7" Type="http://schemas.openxmlformats.org/officeDocument/2006/relationships/image" Target="../media/image155.png"/><Relationship Id="rId71" Type="http://schemas.openxmlformats.org/officeDocument/2006/relationships/customXml" Target="../ink/ink35.xml"/><Relationship Id="rId92" Type="http://schemas.openxmlformats.org/officeDocument/2006/relationships/image" Target="../media/image224.png"/><Relationship Id="rId2" Type="http://schemas.openxmlformats.org/officeDocument/2006/relationships/image" Target="../media/image150.png"/><Relationship Id="rId29" Type="http://schemas.openxmlformats.org/officeDocument/2006/relationships/image" Target="../media/image177.png"/><Relationship Id="rId24" Type="http://schemas.openxmlformats.org/officeDocument/2006/relationships/image" Target="../media/image172.png"/><Relationship Id="rId40" Type="http://schemas.openxmlformats.org/officeDocument/2006/relationships/image" Target="../media/image188.png"/><Relationship Id="rId45" Type="http://schemas.openxmlformats.org/officeDocument/2006/relationships/image" Target="../media/image193.png"/><Relationship Id="rId66" Type="http://schemas.openxmlformats.org/officeDocument/2006/relationships/image" Target="../media/image211.png"/><Relationship Id="rId87" Type="http://schemas.openxmlformats.org/officeDocument/2006/relationships/customXml" Target="../ink/ink43.xml"/><Relationship Id="rId110" Type="http://schemas.openxmlformats.org/officeDocument/2006/relationships/image" Target="../media/image233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246.png"/><Relationship Id="rId61" Type="http://schemas.openxmlformats.org/officeDocument/2006/relationships/customXml" Target="../ink/ink30.xml"/><Relationship Id="rId82" Type="http://schemas.openxmlformats.org/officeDocument/2006/relationships/image" Target="../media/image219.png"/><Relationship Id="rId19" Type="http://schemas.openxmlformats.org/officeDocument/2006/relationships/image" Target="../media/image167.png"/><Relationship Id="rId14" Type="http://schemas.openxmlformats.org/officeDocument/2006/relationships/image" Target="../media/image162.png"/><Relationship Id="rId30" Type="http://schemas.openxmlformats.org/officeDocument/2006/relationships/image" Target="../media/image178.png"/><Relationship Id="rId35" Type="http://schemas.openxmlformats.org/officeDocument/2006/relationships/image" Target="../media/image183.png"/><Relationship Id="rId56" Type="http://schemas.openxmlformats.org/officeDocument/2006/relationships/image" Target="../media/image204.png"/><Relationship Id="rId77" Type="http://schemas.openxmlformats.org/officeDocument/2006/relationships/customXml" Target="../ink/ink38.xml"/><Relationship Id="rId100" Type="http://schemas.openxmlformats.org/officeDocument/2006/relationships/image" Target="../media/image228.png"/><Relationship Id="rId105" Type="http://schemas.openxmlformats.org/officeDocument/2006/relationships/customXml" Target="../ink/ink52.xml"/><Relationship Id="rId126" Type="http://schemas.openxmlformats.org/officeDocument/2006/relationships/image" Target="../media/image241.png"/><Relationship Id="rId8" Type="http://schemas.openxmlformats.org/officeDocument/2006/relationships/image" Target="../media/image156.png"/><Relationship Id="rId51" Type="http://schemas.openxmlformats.org/officeDocument/2006/relationships/image" Target="../media/image199.png"/><Relationship Id="rId72" Type="http://schemas.openxmlformats.org/officeDocument/2006/relationships/image" Target="../media/image214.png"/><Relationship Id="rId93" Type="http://schemas.openxmlformats.org/officeDocument/2006/relationships/customXml" Target="../ink/ink46.xml"/><Relationship Id="rId98" Type="http://schemas.openxmlformats.org/officeDocument/2006/relationships/image" Target="../media/image227.png"/><Relationship Id="rId121" Type="http://schemas.openxmlformats.org/officeDocument/2006/relationships/customXml" Target="../ink/ink60.xml"/><Relationship Id="rId142" Type="http://schemas.openxmlformats.org/officeDocument/2006/relationships/image" Target="../media/image249.png"/><Relationship Id="rId3" Type="http://schemas.openxmlformats.org/officeDocument/2006/relationships/image" Target="../media/image151.png"/><Relationship Id="rId25" Type="http://schemas.openxmlformats.org/officeDocument/2006/relationships/image" Target="../media/image173.png"/><Relationship Id="rId46" Type="http://schemas.openxmlformats.org/officeDocument/2006/relationships/image" Target="../media/image194.png"/><Relationship Id="rId67" Type="http://schemas.openxmlformats.org/officeDocument/2006/relationships/customXml" Target="../ink/ink33.xml"/><Relationship Id="rId116" Type="http://schemas.openxmlformats.org/officeDocument/2006/relationships/image" Target="../media/image236.png"/><Relationship Id="rId137" Type="http://schemas.openxmlformats.org/officeDocument/2006/relationships/customXml" Target="../ink/ink68.xml"/><Relationship Id="rId20" Type="http://schemas.openxmlformats.org/officeDocument/2006/relationships/image" Target="../media/image168.png"/><Relationship Id="rId41" Type="http://schemas.openxmlformats.org/officeDocument/2006/relationships/image" Target="../media/image189.png"/><Relationship Id="rId62" Type="http://schemas.openxmlformats.org/officeDocument/2006/relationships/image" Target="../media/image209.png"/><Relationship Id="rId83" Type="http://schemas.openxmlformats.org/officeDocument/2006/relationships/customXml" Target="../ink/ink41.xml"/><Relationship Id="rId88" Type="http://schemas.openxmlformats.org/officeDocument/2006/relationships/image" Target="../media/image222.png"/><Relationship Id="rId111" Type="http://schemas.openxmlformats.org/officeDocument/2006/relationships/customXml" Target="../ink/ink55.xml"/><Relationship Id="rId132" Type="http://schemas.openxmlformats.org/officeDocument/2006/relationships/image" Target="../media/image244.png"/><Relationship Id="rId15" Type="http://schemas.openxmlformats.org/officeDocument/2006/relationships/image" Target="../media/image163.png"/><Relationship Id="rId36" Type="http://schemas.openxmlformats.org/officeDocument/2006/relationships/image" Target="../media/image184.png"/><Relationship Id="rId57" Type="http://schemas.openxmlformats.org/officeDocument/2006/relationships/image" Target="../media/image205.png"/><Relationship Id="rId106" Type="http://schemas.openxmlformats.org/officeDocument/2006/relationships/image" Target="../media/image231.png"/><Relationship Id="rId127" Type="http://schemas.openxmlformats.org/officeDocument/2006/relationships/customXml" Target="../ink/ink63.xml"/><Relationship Id="rId10" Type="http://schemas.openxmlformats.org/officeDocument/2006/relationships/image" Target="../media/image158.png"/><Relationship Id="rId31" Type="http://schemas.openxmlformats.org/officeDocument/2006/relationships/image" Target="../media/image179.png"/><Relationship Id="rId52" Type="http://schemas.openxmlformats.org/officeDocument/2006/relationships/image" Target="../media/image200.png"/><Relationship Id="rId73" Type="http://schemas.openxmlformats.org/officeDocument/2006/relationships/customXml" Target="../ink/ink36.xml"/><Relationship Id="rId78" Type="http://schemas.openxmlformats.org/officeDocument/2006/relationships/image" Target="../media/image217.png"/><Relationship Id="rId94" Type="http://schemas.openxmlformats.org/officeDocument/2006/relationships/image" Target="../media/image225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239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26" Type="http://schemas.openxmlformats.org/officeDocument/2006/relationships/image" Target="../media/image174.png"/><Relationship Id="rId47" Type="http://schemas.openxmlformats.org/officeDocument/2006/relationships/image" Target="../media/image195.png"/><Relationship Id="rId68" Type="http://schemas.openxmlformats.org/officeDocument/2006/relationships/image" Target="../media/image212.png"/><Relationship Id="rId89" Type="http://schemas.openxmlformats.org/officeDocument/2006/relationships/customXml" Target="../ink/ink44.xml"/><Relationship Id="rId112" Type="http://schemas.openxmlformats.org/officeDocument/2006/relationships/image" Target="../media/image234.png"/><Relationship Id="rId133" Type="http://schemas.openxmlformats.org/officeDocument/2006/relationships/customXml" Target="../ink/ink66.xml"/><Relationship Id="rId16" Type="http://schemas.openxmlformats.org/officeDocument/2006/relationships/image" Target="../media/image16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0.png"/><Relationship Id="rId21" Type="http://schemas.openxmlformats.org/officeDocument/2006/relationships/image" Target="../media/image255.png"/><Relationship Id="rId42" Type="http://schemas.openxmlformats.org/officeDocument/2006/relationships/image" Target="../media/image276.png"/><Relationship Id="rId47" Type="http://schemas.openxmlformats.org/officeDocument/2006/relationships/image" Target="../media/image281.png"/><Relationship Id="rId63" Type="http://schemas.openxmlformats.org/officeDocument/2006/relationships/image" Target="../media/image297.png"/><Relationship Id="rId68" Type="http://schemas.openxmlformats.org/officeDocument/2006/relationships/image" Target="../media/image302.png"/><Relationship Id="rId84" Type="http://schemas.openxmlformats.org/officeDocument/2006/relationships/image" Target="../media/image318.png"/><Relationship Id="rId89" Type="http://schemas.openxmlformats.org/officeDocument/2006/relationships/image" Target="../media/image323.png"/><Relationship Id="rId16" Type="http://schemas.openxmlformats.org/officeDocument/2006/relationships/image" Target="../media/image205.png"/><Relationship Id="rId11" Type="http://schemas.openxmlformats.org/officeDocument/2006/relationships/image" Target="../media/image191.png"/><Relationship Id="rId32" Type="http://schemas.openxmlformats.org/officeDocument/2006/relationships/image" Target="../media/image266.png"/><Relationship Id="rId37" Type="http://schemas.openxmlformats.org/officeDocument/2006/relationships/image" Target="../media/image271.png"/><Relationship Id="rId53" Type="http://schemas.openxmlformats.org/officeDocument/2006/relationships/image" Target="../media/image287.png"/><Relationship Id="rId58" Type="http://schemas.openxmlformats.org/officeDocument/2006/relationships/image" Target="../media/image292.png"/><Relationship Id="rId74" Type="http://schemas.openxmlformats.org/officeDocument/2006/relationships/image" Target="../media/image308.png"/><Relationship Id="rId79" Type="http://schemas.openxmlformats.org/officeDocument/2006/relationships/image" Target="../media/image313.png"/><Relationship Id="rId5" Type="http://schemas.openxmlformats.org/officeDocument/2006/relationships/image" Target="../media/image188.png"/><Relationship Id="rId90" Type="http://schemas.openxmlformats.org/officeDocument/2006/relationships/image" Target="../media/image324.png"/><Relationship Id="rId22" Type="http://schemas.openxmlformats.org/officeDocument/2006/relationships/image" Target="../media/image256.png"/><Relationship Id="rId27" Type="http://schemas.openxmlformats.org/officeDocument/2006/relationships/image" Target="../media/image261.png"/><Relationship Id="rId43" Type="http://schemas.openxmlformats.org/officeDocument/2006/relationships/image" Target="../media/image277.png"/><Relationship Id="rId48" Type="http://schemas.openxmlformats.org/officeDocument/2006/relationships/image" Target="../media/image282.png"/><Relationship Id="rId64" Type="http://schemas.openxmlformats.org/officeDocument/2006/relationships/image" Target="../media/image298.png"/><Relationship Id="rId69" Type="http://schemas.openxmlformats.org/officeDocument/2006/relationships/image" Target="../media/image303.png"/><Relationship Id="rId8" Type="http://schemas.openxmlformats.org/officeDocument/2006/relationships/image" Target="../media/image189.png"/><Relationship Id="rId51" Type="http://schemas.openxmlformats.org/officeDocument/2006/relationships/image" Target="../media/image285.png"/><Relationship Id="rId72" Type="http://schemas.openxmlformats.org/officeDocument/2006/relationships/image" Target="../media/image306.png"/><Relationship Id="rId80" Type="http://schemas.openxmlformats.org/officeDocument/2006/relationships/image" Target="../media/image314.png"/><Relationship Id="rId85" Type="http://schemas.openxmlformats.org/officeDocument/2006/relationships/image" Target="../media/image319.png"/><Relationship Id="rId93" Type="http://schemas.openxmlformats.org/officeDocument/2006/relationships/image" Target="../media/image327.png"/><Relationship Id="rId3" Type="http://schemas.openxmlformats.org/officeDocument/2006/relationships/image" Target="../media/image186.png"/><Relationship Id="rId12" Type="http://schemas.openxmlformats.org/officeDocument/2006/relationships/image" Target="../media/image193.png"/><Relationship Id="rId17" Type="http://schemas.openxmlformats.org/officeDocument/2006/relationships/image" Target="../media/image208.png"/><Relationship Id="rId25" Type="http://schemas.openxmlformats.org/officeDocument/2006/relationships/image" Target="../media/image259.png"/><Relationship Id="rId33" Type="http://schemas.openxmlformats.org/officeDocument/2006/relationships/image" Target="../media/image267.png"/><Relationship Id="rId38" Type="http://schemas.openxmlformats.org/officeDocument/2006/relationships/image" Target="../media/image272.png"/><Relationship Id="rId46" Type="http://schemas.openxmlformats.org/officeDocument/2006/relationships/image" Target="../media/image280.png"/><Relationship Id="rId59" Type="http://schemas.openxmlformats.org/officeDocument/2006/relationships/image" Target="../media/image293.png"/><Relationship Id="rId67" Type="http://schemas.openxmlformats.org/officeDocument/2006/relationships/image" Target="../media/image301.png"/><Relationship Id="rId20" Type="http://schemas.openxmlformats.org/officeDocument/2006/relationships/image" Target="../media/image254.png"/><Relationship Id="rId41" Type="http://schemas.openxmlformats.org/officeDocument/2006/relationships/image" Target="../media/image275.png"/><Relationship Id="rId54" Type="http://schemas.openxmlformats.org/officeDocument/2006/relationships/image" Target="../media/image288.png"/><Relationship Id="rId62" Type="http://schemas.openxmlformats.org/officeDocument/2006/relationships/image" Target="../media/image296.png"/><Relationship Id="rId70" Type="http://schemas.openxmlformats.org/officeDocument/2006/relationships/image" Target="../media/image304.png"/><Relationship Id="rId75" Type="http://schemas.openxmlformats.org/officeDocument/2006/relationships/image" Target="../media/image309.png"/><Relationship Id="rId83" Type="http://schemas.openxmlformats.org/officeDocument/2006/relationships/image" Target="../media/image317.png"/><Relationship Id="rId88" Type="http://schemas.openxmlformats.org/officeDocument/2006/relationships/image" Target="../media/image322.png"/><Relationship Id="rId91" Type="http://schemas.openxmlformats.org/officeDocument/2006/relationships/image" Target="../media/image3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1.png"/><Relationship Id="rId15" Type="http://schemas.openxmlformats.org/officeDocument/2006/relationships/image" Target="../media/image204.png"/><Relationship Id="rId23" Type="http://schemas.openxmlformats.org/officeDocument/2006/relationships/image" Target="../media/image257.png"/><Relationship Id="rId28" Type="http://schemas.openxmlformats.org/officeDocument/2006/relationships/image" Target="../media/image262.png"/><Relationship Id="rId36" Type="http://schemas.openxmlformats.org/officeDocument/2006/relationships/image" Target="../media/image270.png"/><Relationship Id="rId49" Type="http://schemas.openxmlformats.org/officeDocument/2006/relationships/image" Target="../media/image283.png"/><Relationship Id="rId57" Type="http://schemas.openxmlformats.org/officeDocument/2006/relationships/image" Target="../media/image291.png"/><Relationship Id="rId10" Type="http://schemas.openxmlformats.org/officeDocument/2006/relationships/image" Target="../media/image190.png"/><Relationship Id="rId31" Type="http://schemas.openxmlformats.org/officeDocument/2006/relationships/image" Target="../media/image265.png"/><Relationship Id="rId44" Type="http://schemas.openxmlformats.org/officeDocument/2006/relationships/image" Target="../media/image278.png"/><Relationship Id="rId52" Type="http://schemas.openxmlformats.org/officeDocument/2006/relationships/image" Target="../media/image286.png"/><Relationship Id="rId60" Type="http://schemas.openxmlformats.org/officeDocument/2006/relationships/image" Target="../media/image294.png"/><Relationship Id="rId65" Type="http://schemas.openxmlformats.org/officeDocument/2006/relationships/image" Target="../media/image299.png"/><Relationship Id="rId73" Type="http://schemas.openxmlformats.org/officeDocument/2006/relationships/image" Target="../media/image307.png"/><Relationship Id="rId78" Type="http://schemas.openxmlformats.org/officeDocument/2006/relationships/image" Target="../media/image312.png"/><Relationship Id="rId81" Type="http://schemas.openxmlformats.org/officeDocument/2006/relationships/image" Target="../media/image315.png"/><Relationship Id="rId86" Type="http://schemas.openxmlformats.org/officeDocument/2006/relationships/image" Target="../media/image320.png"/><Relationship Id="rId94" Type="http://schemas.openxmlformats.org/officeDocument/2006/relationships/image" Target="../media/image328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Relationship Id="rId13" Type="http://schemas.openxmlformats.org/officeDocument/2006/relationships/image" Target="../media/image194.png"/><Relationship Id="rId18" Type="http://schemas.openxmlformats.org/officeDocument/2006/relationships/image" Target="../media/image206.png"/><Relationship Id="rId39" Type="http://schemas.openxmlformats.org/officeDocument/2006/relationships/image" Target="../media/image273.png"/><Relationship Id="rId34" Type="http://schemas.openxmlformats.org/officeDocument/2006/relationships/image" Target="../media/image268.png"/><Relationship Id="rId50" Type="http://schemas.openxmlformats.org/officeDocument/2006/relationships/image" Target="../media/image284.png"/><Relationship Id="rId55" Type="http://schemas.openxmlformats.org/officeDocument/2006/relationships/image" Target="../media/image289.png"/><Relationship Id="rId76" Type="http://schemas.openxmlformats.org/officeDocument/2006/relationships/image" Target="../media/image310.png"/><Relationship Id="rId7" Type="http://schemas.openxmlformats.org/officeDocument/2006/relationships/image" Target="../media/image252.png"/><Relationship Id="rId71" Type="http://schemas.openxmlformats.org/officeDocument/2006/relationships/image" Target="../media/image305.png"/><Relationship Id="rId92" Type="http://schemas.openxmlformats.org/officeDocument/2006/relationships/image" Target="../media/image326.png"/><Relationship Id="rId2" Type="http://schemas.openxmlformats.org/officeDocument/2006/relationships/image" Target="../media/image250.png"/><Relationship Id="rId29" Type="http://schemas.openxmlformats.org/officeDocument/2006/relationships/image" Target="../media/image263.png"/><Relationship Id="rId24" Type="http://schemas.openxmlformats.org/officeDocument/2006/relationships/image" Target="../media/image258.png"/><Relationship Id="rId40" Type="http://schemas.openxmlformats.org/officeDocument/2006/relationships/image" Target="../media/image274.png"/><Relationship Id="rId45" Type="http://schemas.openxmlformats.org/officeDocument/2006/relationships/image" Target="../media/image279.png"/><Relationship Id="rId66" Type="http://schemas.openxmlformats.org/officeDocument/2006/relationships/image" Target="../media/image300.png"/><Relationship Id="rId87" Type="http://schemas.openxmlformats.org/officeDocument/2006/relationships/image" Target="../media/image321.png"/><Relationship Id="rId61" Type="http://schemas.openxmlformats.org/officeDocument/2006/relationships/image" Target="../media/image295.png"/><Relationship Id="rId82" Type="http://schemas.openxmlformats.org/officeDocument/2006/relationships/image" Target="../media/image316.png"/><Relationship Id="rId19" Type="http://schemas.openxmlformats.org/officeDocument/2006/relationships/image" Target="../media/image253.png"/><Relationship Id="rId14" Type="http://schemas.openxmlformats.org/officeDocument/2006/relationships/image" Target="../media/image203.png"/><Relationship Id="rId30" Type="http://schemas.openxmlformats.org/officeDocument/2006/relationships/image" Target="../media/image264.png"/><Relationship Id="rId35" Type="http://schemas.openxmlformats.org/officeDocument/2006/relationships/image" Target="../media/image269.png"/><Relationship Id="rId56" Type="http://schemas.openxmlformats.org/officeDocument/2006/relationships/image" Target="../media/image290.png"/><Relationship Id="rId77" Type="http://schemas.openxmlformats.org/officeDocument/2006/relationships/image" Target="../media/image3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13" Type="http://schemas.openxmlformats.org/officeDocument/2006/relationships/image" Target="../media/image340.png"/><Relationship Id="rId3" Type="http://schemas.openxmlformats.org/officeDocument/2006/relationships/image" Target="../media/image330.png"/><Relationship Id="rId7" Type="http://schemas.openxmlformats.org/officeDocument/2006/relationships/image" Target="../media/image334.png"/><Relationship Id="rId12" Type="http://schemas.openxmlformats.org/officeDocument/2006/relationships/image" Target="../media/image339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3.png"/><Relationship Id="rId11" Type="http://schemas.openxmlformats.org/officeDocument/2006/relationships/image" Target="../media/image338.png"/><Relationship Id="rId5" Type="http://schemas.openxmlformats.org/officeDocument/2006/relationships/image" Target="../media/image332.png"/><Relationship Id="rId10" Type="http://schemas.openxmlformats.org/officeDocument/2006/relationships/image" Target="../media/image337.png"/><Relationship Id="rId4" Type="http://schemas.openxmlformats.org/officeDocument/2006/relationships/image" Target="../media/image331.png"/><Relationship Id="rId9" Type="http://schemas.openxmlformats.org/officeDocument/2006/relationships/image" Target="../media/image336.png"/><Relationship Id="rId14" Type="http://schemas.openxmlformats.org/officeDocument/2006/relationships/image" Target="../media/image34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3.png"/><Relationship Id="rId18" Type="http://schemas.openxmlformats.org/officeDocument/2006/relationships/image" Target="../media/image358.png"/><Relationship Id="rId26" Type="http://schemas.openxmlformats.org/officeDocument/2006/relationships/image" Target="../media/image366.png"/><Relationship Id="rId39" Type="http://schemas.openxmlformats.org/officeDocument/2006/relationships/image" Target="../media/image379.png"/><Relationship Id="rId21" Type="http://schemas.openxmlformats.org/officeDocument/2006/relationships/image" Target="../media/image361.png"/><Relationship Id="rId34" Type="http://schemas.openxmlformats.org/officeDocument/2006/relationships/image" Target="../media/image374.png"/><Relationship Id="rId42" Type="http://schemas.openxmlformats.org/officeDocument/2006/relationships/image" Target="../media/image382.png"/><Relationship Id="rId47" Type="http://schemas.openxmlformats.org/officeDocument/2006/relationships/image" Target="../media/image387.png"/><Relationship Id="rId7" Type="http://schemas.openxmlformats.org/officeDocument/2006/relationships/image" Target="../media/image347.png"/><Relationship Id="rId2" Type="http://schemas.openxmlformats.org/officeDocument/2006/relationships/image" Target="../media/image342.png"/><Relationship Id="rId16" Type="http://schemas.openxmlformats.org/officeDocument/2006/relationships/image" Target="../media/image356.png"/><Relationship Id="rId29" Type="http://schemas.openxmlformats.org/officeDocument/2006/relationships/image" Target="../media/image3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6.png"/><Relationship Id="rId11" Type="http://schemas.openxmlformats.org/officeDocument/2006/relationships/image" Target="../media/image351.png"/><Relationship Id="rId24" Type="http://schemas.openxmlformats.org/officeDocument/2006/relationships/image" Target="../media/image364.png"/><Relationship Id="rId32" Type="http://schemas.openxmlformats.org/officeDocument/2006/relationships/image" Target="../media/image372.png"/><Relationship Id="rId37" Type="http://schemas.openxmlformats.org/officeDocument/2006/relationships/image" Target="../media/image377.png"/><Relationship Id="rId40" Type="http://schemas.openxmlformats.org/officeDocument/2006/relationships/image" Target="../media/image380.png"/><Relationship Id="rId45" Type="http://schemas.openxmlformats.org/officeDocument/2006/relationships/image" Target="../media/image385.png"/><Relationship Id="rId5" Type="http://schemas.openxmlformats.org/officeDocument/2006/relationships/image" Target="../media/image345.png"/><Relationship Id="rId15" Type="http://schemas.openxmlformats.org/officeDocument/2006/relationships/image" Target="../media/image355.png"/><Relationship Id="rId23" Type="http://schemas.openxmlformats.org/officeDocument/2006/relationships/image" Target="../media/image363.png"/><Relationship Id="rId28" Type="http://schemas.openxmlformats.org/officeDocument/2006/relationships/image" Target="../media/image368.png"/><Relationship Id="rId36" Type="http://schemas.openxmlformats.org/officeDocument/2006/relationships/image" Target="../media/image376.png"/><Relationship Id="rId10" Type="http://schemas.openxmlformats.org/officeDocument/2006/relationships/image" Target="../media/image350.png"/><Relationship Id="rId19" Type="http://schemas.openxmlformats.org/officeDocument/2006/relationships/image" Target="../media/image359.png"/><Relationship Id="rId31" Type="http://schemas.openxmlformats.org/officeDocument/2006/relationships/image" Target="../media/image371.png"/><Relationship Id="rId44" Type="http://schemas.openxmlformats.org/officeDocument/2006/relationships/image" Target="../media/image384.png"/><Relationship Id="rId4" Type="http://schemas.openxmlformats.org/officeDocument/2006/relationships/image" Target="../media/image344.png"/><Relationship Id="rId9" Type="http://schemas.openxmlformats.org/officeDocument/2006/relationships/image" Target="../media/image349.png"/><Relationship Id="rId14" Type="http://schemas.openxmlformats.org/officeDocument/2006/relationships/image" Target="../media/image354.png"/><Relationship Id="rId22" Type="http://schemas.openxmlformats.org/officeDocument/2006/relationships/image" Target="../media/image362.png"/><Relationship Id="rId27" Type="http://schemas.openxmlformats.org/officeDocument/2006/relationships/image" Target="../media/image367.png"/><Relationship Id="rId30" Type="http://schemas.openxmlformats.org/officeDocument/2006/relationships/image" Target="../media/image370.png"/><Relationship Id="rId35" Type="http://schemas.openxmlformats.org/officeDocument/2006/relationships/image" Target="../media/image375.png"/><Relationship Id="rId43" Type="http://schemas.openxmlformats.org/officeDocument/2006/relationships/image" Target="../media/image383.png"/><Relationship Id="rId8" Type="http://schemas.openxmlformats.org/officeDocument/2006/relationships/image" Target="../media/image348.png"/><Relationship Id="rId3" Type="http://schemas.openxmlformats.org/officeDocument/2006/relationships/image" Target="../media/image343.png"/><Relationship Id="rId12" Type="http://schemas.openxmlformats.org/officeDocument/2006/relationships/image" Target="../media/image352.png"/><Relationship Id="rId17" Type="http://schemas.openxmlformats.org/officeDocument/2006/relationships/image" Target="../media/image357.png"/><Relationship Id="rId25" Type="http://schemas.openxmlformats.org/officeDocument/2006/relationships/image" Target="../media/image365.png"/><Relationship Id="rId33" Type="http://schemas.openxmlformats.org/officeDocument/2006/relationships/image" Target="../media/image373.png"/><Relationship Id="rId38" Type="http://schemas.openxmlformats.org/officeDocument/2006/relationships/image" Target="../media/image378.png"/><Relationship Id="rId46" Type="http://schemas.openxmlformats.org/officeDocument/2006/relationships/image" Target="../media/image386.png"/><Relationship Id="rId20" Type="http://schemas.openxmlformats.org/officeDocument/2006/relationships/image" Target="../media/image360.png"/><Relationship Id="rId41" Type="http://schemas.openxmlformats.org/officeDocument/2006/relationships/image" Target="../media/image38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9.png"/><Relationship Id="rId18" Type="http://schemas.openxmlformats.org/officeDocument/2006/relationships/image" Target="../media/image404.png"/><Relationship Id="rId26" Type="http://schemas.openxmlformats.org/officeDocument/2006/relationships/image" Target="../media/image412.png"/><Relationship Id="rId39" Type="http://schemas.openxmlformats.org/officeDocument/2006/relationships/image" Target="../media/image425.png"/><Relationship Id="rId21" Type="http://schemas.openxmlformats.org/officeDocument/2006/relationships/image" Target="../media/image407.png"/><Relationship Id="rId34" Type="http://schemas.openxmlformats.org/officeDocument/2006/relationships/image" Target="../media/image420.png"/><Relationship Id="rId42" Type="http://schemas.openxmlformats.org/officeDocument/2006/relationships/image" Target="../media/image428.png"/><Relationship Id="rId47" Type="http://schemas.openxmlformats.org/officeDocument/2006/relationships/customXml" Target="../ink/ink73.xml"/><Relationship Id="rId50" Type="http://schemas.openxmlformats.org/officeDocument/2006/relationships/image" Target="../media/image432.png"/><Relationship Id="rId55" Type="http://schemas.openxmlformats.org/officeDocument/2006/relationships/customXml" Target="../ink/ink77.xml"/><Relationship Id="rId7" Type="http://schemas.openxmlformats.org/officeDocument/2006/relationships/image" Target="../media/image393.png"/><Relationship Id="rId2" Type="http://schemas.openxmlformats.org/officeDocument/2006/relationships/image" Target="../media/image388.png"/><Relationship Id="rId16" Type="http://schemas.openxmlformats.org/officeDocument/2006/relationships/image" Target="../media/image402.png"/><Relationship Id="rId29" Type="http://schemas.openxmlformats.org/officeDocument/2006/relationships/image" Target="../media/image415.png"/><Relationship Id="rId11" Type="http://schemas.openxmlformats.org/officeDocument/2006/relationships/image" Target="../media/image397.png"/><Relationship Id="rId24" Type="http://schemas.openxmlformats.org/officeDocument/2006/relationships/image" Target="../media/image410.png"/><Relationship Id="rId32" Type="http://schemas.openxmlformats.org/officeDocument/2006/relationships/image" Target="../media/image418.png"/><Relationship Id="rId37" Type="http://schemas.openxmlformats.org/officeDocument/2006/relationships/image" Target="../media/image423.png"/><Relationship Id="rId40" Type="http://schemas.openxmlformats.org/officeDocument/2006/relationships/image" Target="../media/image426.png"/><Relationship Id="rId45" Type="http://schemas.openxmlformats.org/officeDocument/2006/relationships/customXml" Target="../ink/ink72.xml"/><Relationship Id="rId53" Type="http://schemas.openxmlformats.org/officeDocument/2006/relationships/customXml" Target="../ink/ink76.xml"/><Relationship Id="rId58" Type="http://schemas.openxmlformats.org/officeDocument/2006/relationships/image" Target="../media/image436.png"/><Relationship Id="rId5" Type="http://schemas.openxmlformats.org/officeDocument/2006/relationships/image" Target="../media/image391.png"/><Relationship Id="rId61" Type="http://schemas.openxmlformats.org/officeDocument/2006/relationships/customXml" Target="../ink/ink80.xml"/><Relationship Id="rId19" Type="http://schemas.openxmlformats.org/officeDocument/2006/relationships/image" Target="../media/image405.png"/><Relationship Id="rId14" Type="http://schemas.openxmlformats.org/officeDocument/2006/relationships/image" Target="../media/image400.png"/><Relationship Id="rId22" Type="http://schemas.openxmlformats.org/officeDocument/2006/relationships/image" Target="../media/image408.png"/><Relationship Id="rId27" Type="http://schemas.openxmlformats.org/officeDocument/2006/relationships/image" Target="../media/image413.png"/><Relationship Id="rId30" Type="http://schemas.openxmlformats.org/officeDocument/2006/relationships/image" Target="../media/image416.png"/><Relationship Id="rId35" Type="http://schemas.openxmlformats.org/officeDocument/2006/relationships/image" Target="../media/image421.png"/><Relationship Id="rId43" Type="http://schemas.openxmlformats.org/officeDocument/2006/relationships/customXml" Target="../ink/ink71.xml"/><Relationship Id="rId48" Type="http://schemas.openxmlformats.org/officeDocument/2006/relationships/image" Target="../media/image431.png"/><Relationship Id="rId56" Type="http://schemas.openxmlformats.org/officeDocument/2006/relationships/image" Target="../media/image435.png"/><Relationship Id="rId8" Type="http://schemas.openxmlformats.org/officeDocument/2006/relationships/image" Target="../media/image394.png"/><Relationship Id="rId51" Type="http://schemas.openxmlformats.org/officeDocument/2006/relationships/customXml" Target="../ink/ink75.xml"/><Relationship Id="rId3" Type="http://schemas.openxmlformats.org/officeDocument/2006/relationships/image" Target="../media/image389.png"/><Relationship Id="rId12" Type="http://schemas.openxmlformats.org/officeDocument/2006/relationships/image" Target="../media/image398.png"/><Relationship Id="rId17" Type="http://schemas.openxmlformats.org/officeDocument/2006/relationships/image" Target="../media/image403.png"/><Relationship Id="rId25" Type="http://schemas.openxmlformats.org/officeDocument/2006/relationships/image" Target="../media/image411.png"/><Relationship Id="rId33" Type="http://schemas.openxmlformats.org/officeDocument/2006/relationships/image" Target="../media/image419.png"/><Relationship Id="rId38" Type="http://schemas.openxmlformats.org/officeDocument/2006/relationships/image" Target="../media/image424.png"/><Relationship Id="rId46" Type="http://schemas.openxmlformats.org/officeDocument/2006/relationships/image" Target="../media/image430.png"/><Relationship Id="rId59" Type="http://schemas.openxmlformats.org/officeDocument/2006/relationships/customXml" Target="../ink/ink79.xml"/><Relationship Id="rId20" Type="http://schemas.openxmlformats.org/officeDocument/2006/relationships/image" Target="../media/image406.png"/><Relationship Id="rId41" Type="http://schemas.openxmlformats.org/officeDocument/2006/relationships/image" Target="../media/image427.png"/><Relationship Id="rId54" Type="http://schemas.openxmlformats.org/officeDocument/2006/relationships/image" Target="../media/image434.png"/><Relationship Id="rId62" Type="http://schemas.openxmlformats.org/officeDocument/2006/relationships/image" Target="../media/image4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2.png"/><Relationship Id="rId15" Type="http://schemas.openxmlformats.org/officeDocument/2006/relationships/image" Target="../media/image401.png"/><Relationship Id="rId23" Type="http://schemas.openxmlformats.org/officeDocument/2006/relationships/image" Target="../media/image409.png"/><Relationship Id="rId28" Type="http://schemas.openxmlformats.org/officeDocument/2006/relationships/image" Target="../media/image414.png"/><Relationship Id="rId36" Type="http://schemas.openxmlformats.org/officeDocument/2006/relationships/image" Target="../media/image422.png"/><Relationship Id="rId49" Type="http://schemas.openxmlformats.org/officeDocument/2006/relationships/customXml" Target="../ink/ink74.xml"/><Relationship Id="rId57" Type="http://schemas.openxmlformats.org/officeDocument/2006/relationships/customXml" Target="../ink/ink78.xml"/><Relationship Id="rId10" Type="http://schemas.openxmlformats.org/officeDocument/2006/relationships/image" Target="../media/image396.png"/><Relationship Id="rId31" Type="http://schemas.openxmlformats.org/officeDocument/2006/relationships/image" Target="../media/image417.png"/><Relationship Id="rId44" Type="http://schemas.openxmlformats.org/officeDocument/2006/relationships/image" Target="../media/image429.png"/><Relationship Id="rId52" Type="http://schemas.openxmlformats.org/officeDocument/2006/relationships/image" Target="../media/image433.png"/><Relationship Id="rId60" Type="http://schemas.openxmlformats.org/officeDocument/2006/relationships/image" Target="../media/image437.png"/><Relationship Id="rId4" Type="http://schemas.openxmlformats.org/officeDocument/2006/relationships/image" Target="../media/image390.png"/><Relationship Id="rId9" Type="http://schemas.openxmlformats.org/officeDocument/2006/relationships/image" Target="../media/image39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0.png"/><Relationship Id="rId18" Type="http://schemas.openxmlformats.org/officeDocument/2006/relationships/customXml" Target="../ink/ink81.xml"/><Relationship Id="rId26" Type="http://schemas.openxmlformats.org/officeDocument/2006/relationships/customXml" Target="../ink/ink85.xml"/><Relationship Id="rId39" Type="http://schemas.openxmlformats.org/officeDocument/2006/relationships/image" Target="../media/image464.png"/><Relationship Id="rId21" Type="http://schemas.openxmlformats.org/officeDocument/2006/relationships/image" Target="../media/image456.png"/><Relationship Id="rId34" Type="http://schemas.openxmlformats.org/officeDocument/2006/relationships/customXml" Target="../ink/ink89.xml"/><Relationship Id="rId7" Type="http://schemas.openxmlformats.org/officeDocument/2006/relationships/image" Target="../media/image444.png"/><Relationship Id="rId12" Type="http://schemas.openxmlformats.org/officeDocument/2006/relationships/image" Target="../media/image449.png"/><Relationship Id="rId17" Type="http://schemas.openxmlformats.org/officeDocument/2006/relationships/image" Target="../media/image454.png"/><Relationship Id="rId25" Type="http://schemas.openxmlformats.org/officeDocument/2006/relationships/image" Target="../media/image458.png"/><Relationship Id="rId33" Type="http://schemas.openxmlformats.org/officeDocument/2006/relationships/image" Target="../media/image248.png"/><Relationship Id="rId38" Type="http://schemas.openxmlformats.org/officeDocument/2006/relationships/customXml" Target="../ink/ink91.xml"/><Relationship Id="rId2" Type="http://schemas.openxmlformats.org/officeDocument/2006/relationships/image" Target="../media/image439.png"/><Relationship Id="rId16" Type="http://schemas.openxmlformats.org/officeDocument/2006/relationships/image" Target="../media/image453.png"/><Relationship Id="rId20" Type="http://schemas.openxmlformats.org/officeDocument/2006/relationships/customXml" Target="../ink/ink82.xml"/><Relationship Id="rId29" Type="http://schemas.openxmlformats.org/officeDocument/2006/relationships/image" Target="../media/image4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3.png"/><Relationship Id="rId11" Type="http://schemas.openxmlformats.org/officeDocument/2006/relationships/image" Target="../media/image448.png"/><Relationship Id="rId24" Type="http://schemas.openxmlformats.org/officeDocument/2006/relationships/customXml" Target="../ink/ink84.xml"/><Relationship Id="rId32" Type="http://schemas.openxmlformats.org/officeDocument/2006/relationships/customXml" Target="../ink/ink88.xml"/><Relationship Id="rId37" Type="http://schemas.openxmlformats.org/officeDocument/2006/relationships/image" Target="../media/image463.png"/><Relationship Id="rId5" Type="http://schemas.openxmlformats.org/officeDocument/2006/relationships/image" Target="../media/image442.png"/><Relationship Id="rId15" Type="http://schemas.openxmlformats.org/officeDocument/2006/relationships/image" Target="../media/image452.png"/><Relationship Id="rId23" Type="http://schemas.openxmlformats.org/officeDocument/2006/relationships/image" Target="../media/image457.png"/><Relationship Id="rId28" Type="http://schemas.openxmlformats.org/officeDocument/2006/relationships/customXml" Target="../ink/ink86.xml"/><Relationship Id="rId36" Type="http://schemas.openxmlformats.org/officeDocument/2006/relationships/customXml" Target="../ink/ink90.xml"/><Relationship Id="rId10" Type="http://schemas.openxmlformats.org/officeDocument/2006/relationships/image" Target="../media/image447.png"/><Relationship Id="rId19" Type="http://schemas.openxmlformats.org/officeDocument/2006/relationships/image" Target="../media/image455.png"/><Relationship Id="rId31" Type="http://schemas.openxmlformats.org/officeDocument/2006/relationships/image" Target="../media/image461.png"/><Relationship Id="rId4" Type="http://schemas.openxmlformats.org/officeDocument/2006/relationships/image" Target="../media/image441.png"/><Relationship Id="rId9" Type="http://schemas.openxmlformats.org/officeDocument/2006/relationships/image" Target="../media/image446.png"/><Relationship Id="rId14" Type="http://schemas.openxmlformats.org/officeDocument/2006/relationships/image" Target="../media/image451.png"/><Relationship Id="rId22" Type="http://schemas.openxmlformats.org/officeDocument/2006/relationships/customXml" Target="../ink/ink83.xml"/><Relationship Id="rId27" Type="http://schemas.openxmlformats.org/officeDocument/2006/relationships/image" Target="../media/image459.png"/><Relationship Id="rId30" Type="http://schemas.openxmlformats.org/officeDocument/2006/relationships/customXml" Target="../ink/ink87.xml"/><Relationship Id="rId35" Type="http://schemas.openxmlformats.org/officeDocument/2006/relationships/image" Target="../media/image462.png"/><Relationship Id="rId8" Type="http://schemas.openxmlformats.org/officeDocument/2006/relationships/image" Target="../media/image445.png"/><Relationship Id="rId3" Type="http://schemas.openxmlformats.org/officeDocument/2006/relationships/image" Target="../media/image440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7.png"/><Relationship Id="rId21" Type="http://schemas.openxmlformats.org/officeDocument/2006/relationships/image" Target="../media/image484.png"/><Relationship Id="rId42" Type="http://schemas.openxmlformats.org/officeDocument/2006/relationships/image" Target="../media/image495.png"/><Relationship Id="rId47" Type="http://schemas.openxmlformats.org/officeDocument/2006/relationships/customXml" Target="../ink/ink104.xml"/><Relationship Id="rId63" Type="http://schemas.openxmlformats.org/officeDocument/2006/relationships/customXml" Target="../ink/ink112.xml"/><Relationship Id="rId68" Type="http://schemas.openxmlformats.org/officeDocument/2006/relationships/image" Target="../media/image508.png"/><Relationship Id="rId84" Type="http://schemas.openxmlformats.org/officeDocument/2006/relationships/image" Target="../media/image516.png"/><Relationship Id="rId89" Type="http://schemas.openxmlformats.org/officeDocument/2006/relationships/customXml" Target="../ink/ink125.xml"/><Relationship Id="rId16" Type="http://schemas.openxmlformats.org/officeDocument/2006/relationships/image" Target="../media/image479.png"/><Relationship Id="rId11" Type="http://schemas.openxmlformats.org/officeDocument/2006/relationships/image" Target="../media/image474.png"/><Relationship Id="rId32" Type="http://schemas.openxmlformats.org/officeDocument/2006/relationships/image" Target="../media/image490.png"/><Relationship Id="rId37" Type="http://schemas.openxmlformats.org/officeDocument/2006/relationships/customXml" Target="../ink/ink99.xml"/><Relationship Id="rId53" Type="http://schemas.openxmlformats.org/officeDocument/2006/relationships/customXml" Target="../ink/ink107.xml"/><Relationship Id="rId58" Type="http://schemas.openxmlformats.org/officeDocument/2006/relationships/image" Target="../media/image503.png"/><Relationship Id="rId74" Type="http://schemas.openxmlformats.org/officeDocument/2006/relationships/image" Target="../media/image511.png"/><Relationship Id="rId79" Type="http://schemas.openxmlformats.org/officeDocument/2006/relationships/customXml" Target="../ink/ink120.xml"/><Relationship Id="rId5" Type="http://schemas.openxmlformats.org/officeDocument/2006/relationships/image" Target="../media/image468.png"/><Relationship Id="rId90" Type="http://schemas.openxmlformats.org/officeDocument/2006/relationships/image" Target="../media/image519.png"/><Relationship Id="rId14" Type="http://schemas.openxmlformats.org/officeDocument/2006/relationships/image" Target="../media/image477.png"/><Relationship Id="rId22" Type="http://schemas.openxmlformats.org/officeDocument/2006/relationships/image" Target="../media/image485.png"/><Relationship Id="rId27" Type="http://schemas.openxmlformats.org/officeDocument/2006/relationships/customXml" Target="../ink/ink94.xml"/><Relationship Id="rId30" Type="http://schemas.openxmlformats.org/officeDocument/2006/relationships/image" Target="../media/image489.png"/><Relationship Id="rId35" Type="http://schemas.openxmlformats.org/officeDocument/2006/relationships/customXml" Target="../ink/ink98.xml"/><Relationship Id="rId43" Type="http://schemas.openxmlformats.org/officeDocument/2006/relationships/customXml" Target="../ink/ink102.xml"/><Relationship Id="rId48" Type="http://schemas.openxmlformats.org/officeDocument/2006/relationships/image" Target="../media/image498.png"/><Relationship Id="rId56" Type="http://schemas.openxmlformats.org/officeDocument/2006/relationships/image" Target="../media/image502.png"/><Relationship Id="rId64" Type="http://schemas.openxmlformats.org/officeDocument/2006/relationships/image" Target="../media/image506.png"/><Relationship Id="rId69" Type="http://schemas.openxmlformats.org/officeDocument/2006/relationships/customXml" Target="../ink/ink115.xml"/><Relationship Id="rId77" Type="http://schemas.openxmlformats.org/officeDocument/2006/relationships/customXml" Target="../ink/ink119.xml"/><Relationship Id="rId8" Type="http://schemas.openxmlformats.org/officeDocument/2006/relationships/image" Target="../media/image471.png"/><Relationship Id="rId51" Type="http://schemas.openxmlformats.org/officeDocument/2006/relationships/customXml" Target="../ink/ink106.xml"/><Relationship Id="rId72" Type="http://schemas.openxmlformats.org/officeDocument/2006/relationships/image" Target="../media/image510.png"/><Relationship Id="rId80" Type="http://schemas.openxmlformats.org/officeDocument/2006/relationships/image" Target="../media/image514.png"/><Relationship Id="rId85" Type="http://schemas.openxmlformats.org/officeDocument/2006/relationships/customXml" Target="../ink/ink123.xml"/><Relationship Id="rId3" Type="http://schemas.openxmlformats.org/officeDocument/2006/relationships/image" Target="../media/image466.png"/><Relationship Id="rId12" Type="http://schemas.openxmlformats.org/officeDocument/2006/relationships/image" Target="../media/image475.png"/><Relationship Id="rId17" Type="http://schemas.openxmlformats.org/officeDocument/2006/relationships/image" Target="../media/image480.png"/><Relationship Id="rId25" Type="http://schemas.openxmlformats.org/officeDocument/2006/relationships/customXml" Target="../ink/ink93.xml"/><Relationship Id="rId33" Type="http://schemas.openxmlformats.org/officeDocument/2006/relationships/customXml" Target="../ink/ink97.xml"/><Relationship Id="rId38" Type="http://schemas.openxmlformats.org/officeDocument/2006/relationships/image" Target="../media/image493.png"/><Relationship Id="rId46" Type="http://schemas.openxmlformats.org/officeDocument/2006/relationships/image" Target="../media/image497.png"/><Relationship Id="rId59" Type="http://schemas.openxmlformats.org/officeDocument/2006/relationships/customXml" Target="../ink/ink110.xml"/><Relationship Id="rId67" Type="http://schemas.openxmlformats.org/officeDocument/2006/relationships/customXml" Target="../ink/ink114.xml"/><Relationship Id="rId20" Type="http://schemas.openxmlformats.org/officeDocument/2006/relationships/image" Target="../media/image483.png"/><Relationship Id="rId41" Type="http://schemas.openxmlformats.org/officeDocument/2006/relationships/customXml" Target="../ink/ink101.xml"/><Relationship Id="rId54" Type="http://schemas.openxmlformats.org/officeDocument/2006/relationships/image" Target="../media/image501.png"/><Relationship Id="rId62" Type="http://schemas.openxmlformats.org/officeDocument/2006/relationships/image" Target="../media/image505.png"/><Relationship Id="rId70" Type="http://schemas.openxmlformats.org/officeDocument/2006/relationships/image" Target="../media/image509.png"/><Relationship Id="rId75" Type="http://schemas.openxmlformats.org/officeDocument/2006/relationships/customXml" Target="../ink/ink118.xml"/><Relationship Id="rId83" Type="http://schemas.openxmlformats.org/officeDocument/2006/relationships/customXml" Target="../ink/ink122.xml"/><Relationship Id="rId88" Type="http://schemas.openxmlformats.org/officeDocument/2006/relationships/image" Target="../media/image518.png"/><Relationship Id="rId91" Type="http://schemas.openxmlformats.org/officeDocument/2006/relationships/customXml" Target="../ink/ink1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9.png"/><Relationship Id="rId15" Type="http://schemas.openxmlformats.org/officeDocument/2006/relationships/image" Target="../media/image478.png"/><Relationship Id="rId23" Type="http://schemas.openxmlformats.org/officeDocument/2006/relationships/customXml" Target="../ink/ink92.xml"/><Relationship Id="rId28" Type="http://schemas.openxmlformats.org/officeDocument/2006/relationships/image" Target="../media/image488.png"/><Relationship Id="rId36" Type="http://schemas.openxmlformats.org/officeDocument/2006/relationships/image" Target="../media/image492.png"/><Relationship Id="rId49" Type="http://schemas.openxmlformats.org/officeDocument/2006/relationships/customXml" Target="../ink/ink105.xml"/><Relationship Id="rId57" Type="http://schemas.openxmlformats.org/officeDocument/2006/relationships/customXml" Target="../ink/ink109.xml"/><Relationship Id="rId10" Type="http://schemas.openxmlformats.org/officeDocument/2006/relationships/image" Target="../media/image473.png"/><Relationship Id="rId31" Type="http://schemas.openxmlformats.org/officeDocument/2006/relationships/customXml" Target="../ink/ink96.xml"/><Relationship Id="rId44" Type="http://schemas.openxmlformats.org/officeDocument/2006/relationships/image" Target="../media/image496.png"/><Relationship Id="rId52" Type="http://schemas.openxmlformats.org/officeDocument/2006/relationships/image" Target="../media/image500.png"/><Relationship Id="rId60" Type="http://schemas.openxmlformats.org/officeDocument/2006/relationships/image" Target="../media/image504.png"/><Relationship Id="rId65" Type="http://schemas.openxmlformats.org/officeDocument/2006/relationships/customXml" Target="../ink/ink113.xml"/><Relationship Id="rId73" Type="http://schemas.openxmlformats.org/officeDocument/2006/relationships/customXml" Target="../ink/ink117.xml"/><Relationship Id="rId78" Type="http://schemas.openxmlformats.org/officeDocument/2006/relationships/image" Target="../media/image513.png"/><Relationship Id="rId81" Type="http://schemas.openxmlformats.org/officeDocument/2006/relationships/customXml" Target="../ink/ink121.xml"/><Relationship Id="rId86" Type="http://schemas.openxmlformats.org/officeDocument/2006/relationships/image" Target="../media/image517.png"/><Relationship Id="rId4" Type="http://schemas.openxmlformats.org/officeDocument/2006/relationships/image" Target="../media/image467.png"/><Relationship Id="rId9" Type="http://schemas.openxmlformats.org/officeDocument/2006/relationships/image" Target="../media/image472.png"/><Relationship Id="rId13" Type="http://schemas.openxmlformats.org/officeDocument/2006/relationships/image" Target="../media/image476.png"/><Relationship Id="rId18" Type="http://schemas.openxmlformats.org/officeDocument/2006/relationships/image" Target="../media/image481.png"/><Relationship Id="rId39" Type="http://schemas.openxmlformats.org/officeDocument/2006/relationships/customXml" Target="../ink/ink100.xml"/><Relationship Id="rId34" Type="http://schemas.openxmlformats.org/officeDocument/2006/relationships/image" Target="../media/image491.png"/><Relationship Id="rId50" Type="http://schemas.openxmlformats.org/officeDocument/2006/relationships/image" Target="../media/image499.png"/><Relationship Id="rId55" Type="http://schemas.openxmlformats.org/officeDocument/2006/relationships/customXml" Target="../ink/ink108.xml"/><Relationship Id="rId76" Type="http://schemas.openxmlformats.org/officeDocument/2006/relationships/image" Target="../media/image512.png"/><Relationship Id="rId7" Type="http://schemas.openxmlformats.org/officeDocument/2006/relationships/image" Target="../media/image470.png"/><Relationship Id="rId71" Type="http://schemas.openxmlformats.org/officeDocument/2006/relationships/customXml" Target="../ink/ink116.xml"/><Relationship Id="rId92" Type="http://schemas.openxmlformats.org/officeDocument/2006/relationships/image" Target="../media/image520.png"/><Relationship Id="rId2" Type="http://schemas.openxmlformats.org/officeDocument/2006/relationships/image" Target="../media/image465.png"/><Relationship Id="rId29" Type="http://schemas.openxmlformats.org/officeDocument/2006/relationships/customXml" Target="../ink/ink95.xml"/><Relationship Id="rId24" Type="http://schemas.openxmlformats.org/officeDocument/2006/relationships/image" Target="../media/image486.png"/><Relationship Id="rId40" Type="http://schemas.openxmlformats.org/officeDocument/2006/relationships/image" Target="../media/image494.png"/><Relationship Id="rId45" Type="http://schemas.openxmlformats.org/officeDocument/2006/relationships/customXml" Target="../ink/ink103.xml"/><Relationship Id="rId66" Type="http://schemas.openxmlformats.org/officeDocument/2006/relationships/image" Target="../media/image507.png"/><Relationship Id="rId87" Type="http://schemas.openxmlformats.org/officeDocument/2006/relationships/customXml" Target="../ink/ink124.xml"/><Relationship Id="rId61" Type="http://schemas.openxmlformats.org/officeDocument/2006/relationships/customXml" Target="../ink/ink111.xml"/><Relationship Id="rId82" Type="http://schemas.openxmlformats.org/officeDocument/2006/relationships/image" Target="../media/image515.png"/><Relationship Id="rId19" Type="http://schemas.openxmlformats.org/officeDocument/2006/relationships/image" Target="../media/image4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png"/><Relationship Id="rId13" Type="http://schemas.openxmlformats.org/officeDocument/2006/relationships/image" Target="../media/image531.png"/><Relationship Id="rId18" Type="http://schemas.openxmlformats.org/officeDocument/2006/relationships/image" Target="../media/image536.png"/><Relationship Id="rId3" Type="http://schemas.openxmlformats.org/officeDocument/2006/relationships/image" Target="../media/image521.png"/><Relationship Id="rId7" Type="http://schemas.openxmlformats.org/officeDocument/2006/relationships/image" Target="../media/image525.png"/><Relationship Id="rId12" Type="http://schemas.openxmlformats.org/officeDocument/2006/relationships/image" Target="../media/image530.png"/><Relationship Id="rId17" Type="http://schemas.openxmlformats.org/officeDocument/2006/relationships/image" Target="../media/image535.png"/><Relationship Id="rId2" Type="http://schemas.openxmlformats.org/officeDocument/2006/relationships/image" Target="../media/image482.png"/><Relationship Id="rId16" Type="http://schemas.openxmlformats.org/officeDocument/2006/relationships/image" Target="../media/image534.png"/><Relationship Id="rId20" Type="http://schemas.openxmlformats.org/officeDocument/2006/relationships/image" Target="../media/image5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4.png"/><Relationship Id="rId11" Type="http://schemas.openxmlformats.org/officeDocument/2006/relationships/image" Target="../media/image529.png"/><Relationship Id="rId5" Type="http://schemas.openxmlformats.org/officeDocument/2006/relationships/image" Target="../media/image523.png"/><Relationship Id="rId15" Type="http://schemas.openxmlformats.org/officeDocument/2006/relationships/image" Target="../media/image533.png"/><Relationship Id="rId10" Type="http://schemas.openxmlformats.org/officeDocument/2006/relationships/image" Target="../media/image528.png"/><Relationship Id="rId19" Type="http://schemas.openxmlformats.org/officeDocument/2006/relationships/image" Target="../media/image537.png"/><Relationship Id="rId4" Type="http://schemas.openxmlformats.org/officeDocument/2006/relationships/image" Target="../media/image522.png"/><Relationship Id="rId9" Type="http://schemas.openxmlformats.org/officeDocument/2006/relationships/image" Target="../media/image527.png"/><Relationship Id="rId14" Type="http://schemas.openxmlformats.org/officeDocument/2006/relationships/image" Target="../media/image5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png"/><Relationship Id="rId13" Type="http://schemas.openxmlformats.org/officeDocument/2006/relationships/image" Target="../media/image550.png"/><Relationship Id="rId3" Type="http://schemas.openxmlformats.org/officeDocument/2006/relationships/image" Target="../media/image540.png"/><Relationship Id="rId7" Type="http://schemas.openxmlformats.org/officeDocument/2006/relationships/image" Target="../media/image544.png"/><Relationship Id="rId12" Type="http://schemas.openxmlformats.org/officeDocument/2006/relationships/image" Target="../media/image549.png"/><Relationship Id="rId2" Type="http://schemas.openxmlformats.org/officeDocument/2006/relationships/image" Target="../media/image5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3.png"/><Relationship Id="rId11" Type="http://schemas.openxmlformats.org/officeDocument/2006/relationships/image" Target="../media/image548.png"/><Relationship Id="rId5" Type="http://schemas.openxmlformats.org/officeDocument/2006/relationships/image" Target="../media/image542.png"/><Relationship Id="rId10" Type="http://schemas.openxmlformats.org/officeDocument/2006/relationships/image" Target="../media/image547.png"/><Relationship Id="rId4" Type="http://schemas.openxmlformats.org/officeDocument/2006/relationships/image" Target="../media/image541.png"/><Relationship Id="rId9" Type="http://schemas.openxmlformats.org/officeDocument/2006/relationships/image" Target="../media/image546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5.png"/><Relationship Id="rId21" Type="http://schemas.openxmlformats.org/officeDocument/2006/relationships/image" Target="../media/image570.png"/><Relationship Id="rId42" Type="http://schemas.openxmlformats.org/officeDocument/2006/relationships/image" Target="../media/image591.png"/><Relationship Id="rId47" Type="http://schemas.openxmlformats.org/officeDocument/2006/relationships/image" Target="../media/image596.png"/><Relationship Id="rId63" Type="http://schemas.openxmlformats.org/officeDocument/2006/relationships/customXml" Target="../ink/ink127.xml"/><Relationship Id="rId68" Type="http://schemas.openxmlformats.org/officeDocument/2006/relationships/image" Target="../media/image614.png"/><Relationship Id="rId84" Type="http://schemas.openxmlformats.org/officeDocument/2006/relationships/image" Target="../media/image622.png"/><Relationship Id="rId89" Type="http://schemas.openxmlformats.org/officeDocument/2006/relationships/customXml" Target="../ink/ink140.xml"/><Relationship Id="rId16" Type="http://schemas.openxmlformats.org/officeDocument/2006/relationships/image" Target="../media/image565.png"/><Relationship Id="rId107" Type="http://schemas.openxmlformats.org/officeDocument/2006/relationships/customXml" Target="../ink/ink149.xml"/><Relationship Id="rId11" Type="http://schemas.openxmlformats.org/officeDocument/2006/relationships/image" Target="../media/image560.png"/><Relationship Id="rId32" Type="http://schemas.openxmlformats.org/officeDocument/2006/relationships/image" Target="../media/image581.png"/><Relationship Id="rId37" Type="http://schemas.openxmlformats.org/officeDocument/2006/relationships/image" Target="../media/image586.png"/><Relationship Id="rId53" Type="http://schemas.openxmlformats.org/officeDocument/2006/relationships/image" Target="../media/image602.png"/><Relationship Id="rId58" Type="http://schemas.openxmlformats.org/officeDocument/2006/relationships/image" Target="../media/image607.png"/><Relationship Id="rId74" Type="http://schemas.openxmlformats.org/officeDocument/2006/relationships/image" Target="../media/image617.png"/><Relationship Id="rId79" Type="http://schemas.openxmlformats.org/officeDocument/2006/relationships/customXml" Target="../ink/ink135.xml"/><Relationship Id="rId102" Type="http://schemas.openxmlformats.org/officeDocument/2006/relationships/image" Target="../media/image631.png"/><Relationship Id="rId5" Type="http://schemas.openxmlformats.org/officeDocument/2006/relationships/image" Target="../media/image554.png"/><Relationship Id="rId90" Type="http://schemas.openxmlformats.org/officeDocument/2006/relationships/image" Target="../media/image625.png"/><Relationship Id="rId95" Type="http://schemas.openxmlformats.org/officeDocument/2006/relationships/customXml" Target="../ink/ink143.xml"/><Relationship Id="rId22" Type="http://schemas.openxmlformats.org/officeDocument/2006/relationships/image" Target="../media/image571.png"/><Relationship Id="rId27" Type="http://schemas.openxmlformats.org/officeDocument/2006/relationships/image" Target="../media/image576.png"/><Relationship Id="rId43" Type="http://schemas.openxmlformats.org/officeDocument/2006/relationships/image" Target="../media/image592.png"/><Relationship Id="rId48" Type="http://schemas.openxmlformats.org/officeDocument/2006/relationships/image" Target="../media/image597.png"/><Relationship Id="rId64" Type="http://schemas.openxmlformats.org/officeDocument/2006/relationships/image" Target="../media/image612.png"/><Relationship Id="rId69" Type="http://schemas.openxmlformats.org/officeDocument/2006/relationships/customXml" Target="../ink/ink130.xml"/><Relationship Id="rId80" Type="http://schemas.openxmlformats.org/officeDocument/2006/relationships/image" Target="../media/image620.png"/><Relationship Id="rId85" Type="http://schemas.openxmlformats.org/officeDocument/2006/relationships/customXml" Target="../ink/ink138.xml"/><Relationship Id="rId12" Type="http://schemas.openxmlformats.org/officeDocument/2006/relationships/image" Target="../media/image561.png"/><Relationship Id="rId17" Type="http://schemas.openxmlformats.org/officeDocument/2006/relationships/image" Target="../media/image566.png"/><Relationship Id="rId33" Type="http://schemas.openxmlformats.org/officeDocument/2006/relationships/image" Target="../media/image582.png"/><Relationship Id="rId38" Type="http://schemas.openxmlformats.org/officeDocument/2006/relationships/image" Target="../media/image587.png"/><Relationship Id="rId59" Type="http://schemas.openxmlformats.org/officeDocument/2006/relationships/image" Target="../media/image608.png"/><Relationship Id="rId103" Type="http://schemas.openxmlformats.org/officeDocument/2006/relationships/customXml" Target="../ink/ink147.xml"/><Relationship Id="rId108" Type="http://schemas.openxmlformats.org/officeDocument/2006/relationships/image" Target="../media/image634.png"/><Relationship Id="rId54" Type="http://schemas.openxmlformats.org/officeDocument/2006/relationships/image" Target="../media/image603.png"/><Relationship Id="rId70" Type="http://schemas.openxmlformats.org/officeDocument/2006/relationships/image" Target="../media/image615.png"/><Relationship Id="rId75" Type="http://schemas.openxmlformats.org/officeDocument/2006/relationships/customXml" Target="../ink/ink133.xml"/><Relationship Id="rId91" Type="http://schemas.openxmlformats.org/officeDocument/2006/relationships/customXml" Target="../ink/ink141.xml"/><Relationship Id="rId96" Type="http://schemas.openxmlformats.org/officeDocument/2006/relationships/image" Target="../media/image6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5.png"/><Relationship Id="rId15" Type="http://schemas.openxmlformats.org/officeDocument/2006/relationships/image" Target="../media/image564.png"/><Relationship Id="rId23" Type="http://schemas.openxmlformats.org/officeDocument/2006/relationships/image" Target="../media/image572.png"/><Relationship Id="rId28" Type="http://schemas.openxmlformats.org/officeDocument/2006/relationships/image" Target="../media/image577.png"/><Relationship Id="rId36" Type="http://schemas.openxmlformats.org/officeDocument/2006/relationships/image" Target="../media/image585.png"/><Relationship Id="rId49" Type="http://schemas.openxmlformats.org/officeDocument/2006/relationships/image" Target="../media/image598.png"/><Relationship Id="rId57" Type="http://schemas.openxmlformats.org/officeDocument/2006/relationships/image" Target="../media/image606.png"/><Relationship Id="rId106" Type="http://schemas.openxmlformats.org/officeDocument/2006/relationships/image" Target="../media/image633.png"/><Relationship Id="rId10" Type="http://schemas.openxmlformats.org/officeDocument/2006/relationships/image" Target="../media/image559.png"/><Relationship Id="rId31" Type="http://schemas.openxmlformats.org/officeDocument/2006/relationships/image" Target="../media/image580.png"/><Relationship Id="rId44" Type="http://schemas.openxmlformats.org/officeDocument/2006/relationships/image" Target="../media/image593.png"/><Relationship Id="rId52" Type="http://schemas.openxmlformats.org/officeDocument/2006/relationships/image" Target="../media/image601.png"/><Relationship Id="rId60" Type="http://schemas.openxmlformats.org/officeDocument/2006/relationships/image" Target="../media/image609.png"/><Relationship Id="rId65" Type="http://schemas.openxmlformats.org/officeDocument/2006/relationships/customXml" Target="../ink/ink128.xml"/><Relationship Id="rId73" Type="http://schemas.openxmlformats.org/officeDocument/2006/relationships/customXml" Target="../ink/ink132.xml"/><Relationship Id="rId78" Type="http://schemas.openxmlformats.org/officeDocument/2006/relationships/image" Target="../media/image619.png"/><Relationship Id="rId81" Type="http://schemas.openxmlformats.org/officeDocument/2006/relationships/customXml" Target="../ink/ink136.xml"/><Relationship Id="rId86" Type="http://schemas.openxmlformats.org/officeDocument/2006/relationships/image" Target="../media/image623.png"/><Relationship Id="rId94" Type="http://schemas.openxmlformats.org/officeDocument/2006/relationships/image" Target="../media/image627.png"/><Relationship Id="rId99" Type="http://schemas.openxmlformats.org/officeDocument/2006/relationships/customXml" Target="../ink/ink145.xml"/><Relationship Id="rId101" Type="http://schemas.openxmlformats.org/officeDocument/2006/relationships/customXml" Target="../ink/ink146.xml"/><Relationship Id="rId4" Type="http://schemas.openxmlformats.org/officeDocument/2006/relationships/image" Target="../media/image553.png"/><Relationship Id="rId9" Type="http://schemas.openxmlformats.org/officeDocument/2006/relationships/image" Target="../media/image558.png"/><Relationship Id="rId13" Type="http://schemas.openxmlformats.org/officeDocument/2006/relationships/image" Target="../media/image562.png"/><Relationship Id="rId18" Type="http://schemas.openxmlformats.org/officeDocument/2006/relationships/image" Target="../media/image567.png"/><Relationship Id="rId39" Type="http://schemas.openxmlformats.org/officeDocument/2006/relationships/image" Target="../media/image588.png"/><Relationship Id="rId109" Type="http://schemas.openxmlformats.org/officeDocument/2006/relationships/customXml" Target="../ink/ink150.xml"/><Relationship Id="rId34" Type="http://schemas.openxmlformats.org/officeDocument/2006/relationships/image" Target="../media/image583.png"/><Relationship Id="rId50" Type="http://schemas.openxmlformats.org/officeDocument/2006/relationships/image" Target="../media/image599.png"/><Relationship Id="rId55" Type="http://schemas.openxmlformats.org/officeDocument/2006/relationships/image" Target="../media/image604.png"/><Relationship Id="rId76" Type="http://schemas.openxmlformats.org/officeDocument/2006/relationships/image" Target="../media/image618.png"/><Relationship Id="rId97" Type="http://schemas.openxmlformats.org/officeDocument/2006/relationships/customXml" Target="../ink/ink144.xml"/><Relationship Id="rId104" Type="http://schemas.openxmlformats.org/officeDocument/2006/relationships/image" Target="../media/image632.png"/><Relationship Id="rId7" Type="http://schemas.openxmlformats.org/officeDocument/2006/relationships/image" Target="../media/image556.png"/><Relationship Id="rId71" Type="http://schemas.openxmlformats.org/officeDocument/2006/relationships/customXml" Target="../ink/ink131.xml"/><Relationship Id="rId92" Type="http://schemas.openxmlformats.org/officeDocument/2006/relationships/image" Target="../media/image626.png"/><Relationship Id="rId2" Type="http://schemas.openxmlformats.org/officeDocument/2006/relationships/image" Target="../media/image551.png"/><Relationship Id="rId29" Type="http://schemas.openxmlformats.org/officeDocument/2006/relationships/image" Target="../media/image578.png"/><Relationship Id="rId24" Type="http://schemas.openxmlformats.org/officeDocument/2006/relationships/image" Target="../media/image573.png"/><Relationship Id="rId40" Type="http://schemas.openxmlformats.org/officeDocument/2006/relationships/image" Target="../media/image589.png"/><Relationship Id="rId45" Type="http://schemas.openxmlformats.org/officeDocument/2006/relationships/image" Target="../media/image594.png"/><Relationship Id="rId66" Type="http://schemas.openxmlformats.org/officeDocument/2006/relationships/image" Target="../media/image613.png"/><Relationship Id="rId87" Type="http://schemas.openxmlformats.org/officeDocument/2006/relationships/customXml" Target="../ink/ink139.xml"/><Relationship Id="rId110" Type="http://schemas.openxmlformats.org/officeDocument/2006/relationships/image" Target="../media/image635.png"/><Relationship Id="rId61" Type="http://schemas.openxmlformats.org/officeDocument/2006/relationships/image" Target="../media/image610.png"/><Relationship Id="rId82" Type="http://schemas.openxmlformats.org/officeDocument/2006/relationships/image" Target="../media/image621.png"/><Relationship Id="rId19" Type="http://schemas.openxmlformats.org/officeDocument/2006/relationships/image" Target="../media/image568.png"/><Relationship Id="rId14" Type="http://schemas.openxmlformats.org/officeDocument/2006/relationships/image" Target="../media/image563.png"/><Relationship Id="rId30" Type="http://schemas.openxmlformats.org/officeDocument/2006/relationships/image" Target="../media/image579.png"/><Relationship Id="rId35" Type="http://schemas.openxmlformats.org/officeDocument/2006/relationships/image" Target="../media/image584.png"/><Relationship Id="rId56" Type="http://schemas.openxmlformats.org/officeDocument/2006/relationships/image" Target="../media/image605.png"/><Relationship Id="rId77" Type="http://schemas.openxmlformats.org/officeDocument/2006/relationships/customXml" Target="../ink/ink134.xml"/><Relationship Id="rId100" Type="http://schemas.openxmlformats.org/officeDocument/2006/relationships/image" Target="../media/image630.png"/><Relationship Id="rId105" Type="http://schemas.openxmlformats.org/officeDocument/2006/relationships/customXml" Target="../ink/ink148.xml"/><Relationship Id="rId8" Type="http://schemas.openxmlformats.org/officeDocument/2006/relationships/image" Target="../media/image557.png"/><Relationship Id="rId51" Type="http://schemas.openxmlformats.org/officeDocument/2006/relationships/image" Target="../media/image600.png"/><Relationship Id="rId72" Type="http://schemas.openxmlformats.org/officeDocument/2006/relationships/image" Target="../media/image616.png"/><Relationship Id="rId93" Type="http://schemas.openxmlformats.org/officeDocument/2006/relationships/customXml" Target="../ink/ink142.xml"/><Relationship Id="rId98" Type="http://schemas.openxmlformats.org/officeDocument/2006/relationships/image" Target="../media/image629.png"/><Relationship Id="rId3" Type="http://schemas.openxmlformats.org/officeDocument/2006/relationships/image" Target="../media/image552.png"/><Relationship Id="rId25" Type="http://schemas.openxmlformats.org/officeDocument/2006/relationships/image" Target="../media/image574.png"/><Relationship Id="rId46" Type="http://schemas.openxmlformats.org/officeDocument/2006/relationships/image" Target="../media/image595.png"/><Relationship Id="rId67" Type="http://schemas.openxmlformats.org/officeDocument/2006/relationships/customXml" Target="../ink/ink129.xml"/><Relationship Id="rId20" Type="http://schemas.openxmlformats.org/officeDocument/2006/relationships/image" Target="../media/image569.png"/><Relationship Id="rId41" Type="http://schemas.openxmlformats.org/officeDocument/2006/relationships/image" Target="../media/image590.png"/><Relationship Id="rId62" Type="http://schemas.openxmlformats.org/officeDocument/2006/relationships/image" Target="../media/image611.png"/><Relationship Id="rId83" Type="http://schemas.openxmlformats.org/officeDocument/2006/relationships/customXml" Target="../ink/ink137.xml"/><Relationship Id="rId88" Type="http://schemas.openxmlformats.org/officeDocument/2006/relationships/image" Target="../media/image6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7.png"/><Relationship Id="rId2" Type="http://schemas.openxmlformats.org/officeDocument/2006/relationships/image" Target="../media/image6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0.png"/><Relationship Id="rId18" Type="http://schemas.openxmlformats.org/officeDocument/2006/relationships/image" Target="../media/image655.png"/><Relationship Id="rId26" Type="http://schemas.openxmlformats.org/officeDocument/2006/relationships/image" Target="../media/image659.png"/><Relationship Id="rId39" Type="http://schemas.openxmlformats.org/officeDocument/2006/relationships/customXml" Target="../ink/ink161.xml"/><Relationship Id="rId21" Type="http://schemas.openxmlformats.org/officeDocument/2006/relationships/customXml" Target="../ink/ink152.xml"/><Relationship Id="rId34" Type="http://schemas.openxmlformats.org/officeDocument/2006/relationships/image" Target="../media/image663.png"/><Relationship Id="rId42" Type="http://schemas.openxmlformats.org/officeDocument/2006/relationships/image" Target="../media/image667.png"/><Relationship Id="rId47" Type="http://schemas.openxmlformats.org/officeDocument/2006/relationships/customXml" Target="../ink/ink165.xml"/><Relationship Id="rId50" Type="http://schemas.openxmlformats.org/officeDocument/2006/relationships/image" Target="../media/image671.png"/><Relationship Id="rId55" Type="http://schemas.openxmlformats.org/officeDocument/2006/relationships/customXml" Target="../ink/ink169.xml"/><Relationship Id="rId7" Type="http://schemas.openxmlformats.org/officeDocument/2006/relationships/image" Target="../media/image644.png"/><Relationship Id="rId2" Type="http://schemas.openxmlformats.org/officeDocument/2006/relationships/image" Target="../media/image639.png"/><Relationship Id="rId16" Type="http://schemas.openxmlformats.org/officeDocument/2006/relationships/image" Target="../media/image653.png"/><Relationship Id="rId29" Type="http://schemas.openxmlformats.org/officeDocument/2006/relationships/customXml" Target="../ink/ink156.xml"/><Relationship Id="rId11" Type="http://schemas.openxmlformats.org/officeDocument/2006/relationships/image" Target="../media/image648.png"/><Relationship Id="rId24" Type="http://schemas.openxmlformats.org/officeDocument/2006/relationships/image" Target="../media/image658.png"/><Relationship Id="rId32" Type="http://schemas.openxmlformats.org/officeDocument/2006/relationships/image" Target="../media/image662.png"/><Relationship Id="rId37" Type="http://schemas.openxmlformats.org/officeDocument/2006/relationships/customXml" Target="../ink/ink160.xml"/><Relationship Id="rId40" Type="http://schemas.openxmlformats.org/officeDocument/2006/relationships/image" Target="../media/image666.png"/><Relationship Id="rId45" Type="http://schemas.openxmlformats.org/officeDocument/2006/relationships/customXml" Target="../ink/ink164.xml"/><Relationship Id="rId53" Type="http://schemas.openxmlformats.org/officeDocument/2006/relationships/customXml" Target="../ink/ink168.xml"/><Relationship Id="rId58" Type="http://schemas.openxmlformats.org/officeDocument/2006/relationships/image" Target="../media/image675.png"/><Relationship Id="rId5" Type="http://schemas.openxmlformats.org/officeDocument/2006/relationships/image" Target="../media/image642.png"/><Relationship Id="rId61" Type="http://schemas.openxmlformats.org/officeDocument/2006/relationships/customXml" Target="../ink/ink172.xml"/><Relationship Id="rId19" Type="http://schemas.openxmlformats.org/officeDocument/2006/relationships/customXml" Target="../ink/ink151.xml"/><Relationship Id="rId14" Type="http://schemas.openxmlformats.org/officeDocument/2006/relationships/image" Target="../media/image651.png"/><Relationship Id="rId22" Type="http://schemas.openxmlformats.org/officeDocument/2006/relationships/image" Target="../media/image657.png"/><Relationship Id="rId27" Type="http://schemas.openxmlformats.org/officeDocument/2006/relationships/customXml" Target="../ink/ink155.xml"/><Relationship Id="rId30" Type="http://schemas.openxmlformats.org/officeDocument/2006/relationships/image" Target="../media/image661.png"/><Relationship Id="rId35" Type="http://schemas.openxmlformats.org/officeDocument/2006/relationships/customXml" Target="../ink/ink159.xml"/><Relationship Id="rId43" Type="http://schemas.openxmlformats.org/officeDocument/2006/relationships/customXml" Target="../ink/ink163.xml"/><Relationship Id="rId48" Type="http://schemas.openxmlformats.org/officeDocument/2006/relationships/image" Target="../media/image670.png"/><Relationship Id="rId56" Type="http://schemas.openxmlformats.org/officeDocument/2006/relationships/image" Target="../media/image674.png"/><Relationship Id="rId8" Type="http://schemas.openxmlformats.org/officeDocument/2006/relationships/image" Target="../media/image645.png"/><Relationship Id="rId51" Type="http://schemas.openxmlformats.org/officeDocument/2006/relationships/customXml" Target="../ink/ink167.xml"/><Relationship Id="rId3" Type="http://schemas.openxmlformats.org/officeDocument/2006/relationships/image" Target="../media/image640.png"/><Relationship Id="rId12" Type="http://schemas.openxmlformats.org/officeDocument/2006/relationships/image" Target="../media/image649.png"/><Relationship Id="rId17" Type="http://schemas.openxmlformats.org/officeDocument/2006/relationships/image" Target="../media/image654.png"/><Relationship Id="rId25" Type="http://schemas.openxmlformats.org/officeDocument/2006/relationships/customXml" Target="../ink/ink154.xml"/><Relationship Id="rId33" Type="http://schemas.openxmlformats.org/officeDocument/2006/relationships/customXml" Target="../ink/ink158.xml"/><Relationship Id="rId38" Type="http://schemas.openxmlformats.org/officeDocument/2006/relationships/image" Target="../media/image665.png"/><Relationship Id="rId46" Type="http://schemas.openxmlformats.org/officeDocument/2006/relationships/image" Target="../media/image669.png"/><Relationship Id="rId59" Type="http://schemas.openxmlformats.org/officeDocument/2006/relationships/customXml" Target="../ink/ink171.xml"/><Relationship Id="rId20" Type="http://schemas.openxmlformats.org/officeDocument/2006/relationships/image" Target="../media/image656.png"/><Relationship Id="rId41" Type="http://schemas.openxmlformats.org/officeDocument/2006/relationships/customXml" Target="../ink/ink162.xml"/><Relationship Id="rId54" Type="http://schemas.openxmlformats.org/officeDocument/2006/relationships/image" Target="../media/image673.png"/><Relationship Id="rId62" Type="http://schemas.openxmlformats.org/officeDocument/2006/relationships/image" Target="../media/image6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3.png"/><Relationship Id="rId15" Type="http://schemas.openxmlformats.org/officeDocument/2006/relationships/image" Target="../media/image652.png"/><Relationship Id="rId23" Type="http://schemas.openxmlformats.org/officeDocument/2006/relationships/customXml" Target="../ink/ink153.xml"/><Relationship Id="rId28" Type="http://schemas.openxmlformats.org/officeDocument/2006/relationships/image" Target="../media/image660.png"/><Relationship Id="rId36" Type="http://schemas.openxmlformats.org/officeDocument/2006/relationships/image" Target="../media/image664.png"/><Relationship Id="rId49" Type="http://schemas.openxmlformats.org/officeDocument/2006/relationships/customXml" Target="../ink/ink166.xml"/><Relationship Id="rId57" Type="http://schemas.openxmlformats.org/officeDocument/2006/relationships/customXml" Target="../ink/ink170.xml"/><Relationship Id="rId10" Type="http://schemas.openxmlformats.org/officeDocument/2006/relationships/image" Target="../media/image647.png"/><Relationship Id="rId31" Type="http://schemas.openxmlformats.org/officeDocument/2006/relationships/customXml" Target="../ink/ink157.xml"/><Relationship Id="rId44" Type="http://schemas.openxmlformats.org/officeDocument/2006/relationships/image" Target="../media/image668.png"/><Relationship Id="rId52" Type="http://schemas.openxmlformats.org/officeDocument/2006/relationships/image" Target="../media/image672.png"/><Relationship Id="rId60" Type="http://schemas.openxmlformats.org/officeDocument/2006/relationships/image" Target="../media/image676.png"/><Relationship Id="rId4" Type="http://schemas.openxmlformats.org/officeDocument/2006/relationships/image" Target="../media/image641.png"/><Relationship Id="rId9" Type="http://schemas.openxmlformats.org/officeDocument/2006/relationships/image" Target="../media/image6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9.png"/><Relationship Id="rId2" Type="http://schemas.openxmlformats.org/officeDocument/2006/relationships/image" Target="../media/image67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2.png"/><Relationship Id="rId5" Type="http://schemas.openxmlformats.org/officeDocument/2006/relationships/image" Target="../media/image681.png"/><Relationship Id="rId4" Type="http://schemas.openxmlformats.org/officeDocument/2006/relationships/image" Target="../media/image6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9.png"/><Relationship Id="rId13" Type="http://schemas.openxmlformats.org/officeDocument/2006/relationships/image" Target="../media/image694.png"/><Relationship Id="rId3" Type="http://schemas.openxmlformats.org/officeDocument/2006/relationships/image" Target="../media/image684.png"/><Relationship Id="rId7" Type="http://schemas.openxmlformats.org/officeDocument/2006/relationships/image" Target="../media/image688.png"/><Relationship Id="rId12" Type="http://schemas.openxmlformats.org/officeDocument/2006/relationships/image" Target="../media/image693.png"/><Relationship Id="rId2" Type="http://schemas.openxmlformats.org/officeDocument/2006/relationships/image" Target="../media/image68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7.png"/><Relationship Id="rId11" Type="http://schemas.openxmlformats.org/officeDocument/2006/relationships/image" Target="../media/image692.png"/><Relationship Id="rId5" Type="http://schemas.openxmlformats.org/officeDocument/2006/relationships/image" Target="../media/image686.png"/><Relationship Id="rId10" Type="http://schemas.openxmlformats.org/officeDocument/2006/relationships/image" Target="../media/image691.png"/><Relationship Id="rId4" Type="http://schemas.openxmlformats.org/officeDocument/2006/relationships/image" Target="../media/image685.png"/><Relationship Id="rId9" Type="http://schemas.openxmlformats.org/officeDocument/2006/relationships/image" Target="../media/image69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6531" y="3086100"/>
            <a:ext cx="11263630" cy="3305175"/>
          </a:xfrm>
          <a:custGeom>
            <a:avLst/>
            <a:gdLst/>
            <a:ahLst/>
            <a:cxnLst/>
            <a:rect l="l" t="t" r="r" b="b"/>
            <a:pathLst>
              <a:path w="11263630" h="3305175">
                <a:moveTo>
                  <a:pt x="11263122" y="0"/>
                </a:moveTo>
                <a:lnTo>
                  <a:pt x="0" y="0"/>
                </a:lnTo>
                <a:lnTo>
                  <a:pt x="0" y="3304794"/>
                </a:lnTo>
                <a:lnTo>
                  <a:pt x="11263122" y="3304794"/>
                </a:lnTo>
                <a:lnTo>
                  <a:pt x="11263122" y="0"/>
                </a:lnTo>
                <a:close/>
              </a:path>
            </a:pathLst>
          </a:custGeom>
          <a:solidFill>
            <a:srgbClr val="366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891" y="1644096"/>
            <a:ext cx="3749675" cy="1146175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3600" b="0" spc="340" dirty="0">
                <a:solidFill>
                  <a:srgbClr val="366657"/>
                </a:solidFill>
                <a:latin typeface="Trebuchet MS"/>
                <a:cs typeface="Trebuchet MS"/>
              </a:rPr>
              <a:t>RANDOM</a:t>
            </a:r>
            <a:r>
              <a:rPr sz="3600" b="0" spc="-65" dirty="0">
                <a:solidFill>
                  <a:srgbClr val="366657"/>
                </a:solidFill>
                <a:latin typeface="Trebuchet MS"/>
                <a:cs typeface="Trebuchet MS"/>
              </a:rPr>
              <a:t> </a:t>
            </a:r>
            <a:r>
              <a:rPr sz="3600" b="0" spc="-10" dirty="0">
                <a:solidFill>
                  <a:srgbClr val="366657"/>
                </a:solidFill>
                <a:latin typeface="Trebuchet MS"/>
                <a:cs typeface="Trebuchet MS"/>
              </a:rPr>
              <a:t>FOREST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600" b="0" dirty="0">
                <a:solidFill>
                  <a:srgbClr val="8BB649"/>
                </a:solidFill>
                <a:latin typeface="Trebuchet MS"/>
                <a:cs typeface="Trebuchet MS"/>
              </a:rPr>
              <a:t>PUNEET</a:t>
            </a:r>
            <a:r>
              <a:rPr sz="1600" b="0" spc="120" dirty="0">
                <a:solidFill>
                  <a:srgbClr val="8BB649"/>
                </a:solidFill>
                <a:latin typeface="Trebuchet MS"/>
                <a:cs typeface="Trebuchet MS"/>
              </a:rPr>
              <a:t> </a:t>
            </a:r>
            <a:r>
              <a:rPr sz="1600" b="0" spc="40" dirty="0">
                <a:solidFill>
                  <a:srgbClr val="8BB649"/>
                </a:solidFill>
                <a:latin typeface="Trebuchet MS"/>
                <a:cs typeface="Trebuchet MS"/>
              </a:rPr>
              <a:t>PANDEY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727" y="1603883"/>
            <a:ext cx="1514678" cy="338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556" y="1007236"/>
            <a:ext cx="1658315" cy="3845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571" y="2233676"/>
            <a:ext cx="1812137" cy="3284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3556" y="2928619"/>
            <a:ext cx="1643291" cy="3671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2637" y="3548760"/>
            <a:ext cx="1649018" cy="39484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301491" y="1117853"/>
            <a:ext cx="561340" cy="2692400"/>
          </a:xfrm>
          <a:custGeom>
            <a:avLst/>
            <a:gdLst/>
            <a:ahLst/>
            <a:cxnLst/>
            <a:rect l="l" t="t" r="r" b="b"/>
            <a:pathLst>
              <a:path w="561339" h="2692400">
                <a:moveTo>
                  <a:pt x="365633" y="2679700"/>
                </a:moveTo>
                <a:lnTo>
                  <a:pt x="168148" y="2679700"/>
                </a:lnTo>
                <a:lnTo>
                  <a:pt x="178054" y="2692400"/>
                </a:lnTo>
                <a:lnTo>
                  <a:pt x="362077" y="2692400"/>
                </a:lnTo>
                <a:lnTo>
                  <a:pt x="365633" y="2679700"/>
                </a:lnTo>
                <a:close/>
              </a:path>
              <a:path w="561339" h="2692400">
                <a:moveTo>
                  <a:pt x="385445" y="2667000"/>
                </a:moveTo>
                <a:lnTo>
                  <a:pt x="142112" y="2667000"/>
                </a:lnTo>
                <a:lnTo>
                  <a:pt x="145415" y="2679700"/>
                </a:lnTo>
                <a:lnTo>
                  <a:pt x="380619" y="2679700"/>
                </a:lnTo>
                <a:lnTo>
                  <a:pt x="385445" y="2667000"/>
                </a:lnTo>
                <a:close/>
              </a:path>
              <a:path w="561339" h="2692400">
                <a:moveTo>
                  <a:pt x="398272" y="2654300"/>
                </a:moveTo>
                <a:lnTo>
                  <a:pt x="127254" y="2654300"/>
                </a:lnTo>
                <a:lnTo>
                  <a:pt x="133731" y="2667000"/>
                </a:lnTo>
                <a:lnTo>
                  <a:pt x="394588" y="2667000"/>
                </a:lnTo>
                <a:lnTo>
                  <a:pt x="398272" y="2654300"/>
                </a:lnTo>
                <a:close/>
              </a:path>
              <a:path w="561339" h="2692400">
                <a:moveTo>
                  <a:pt x="180594" y="2641600"/>
                </a:moveTo>
                <a:lnTo>
                  <a:pt x="120904" y="2641600"/>
                </a:lnTo>
                <a:lnTo>
                  <a:pt x="126365" y="2654300"/>
                </a:lnTo>
                <a:lnTo>
                  <a:pt x="190500" y="2654300"/>
                </a:lnTo>
                <a:lnTo>
                  <a:pt x="180594" y="2641600"/>
                </a:lnTo>
                <a:close/>
              </a:path>
              <a:path w="561339" h="2692400">
                <a:moveTo>
                  <a:pt x="189230" y="2641600"/>
                </a:moveTo>
                <a:lnTo>
                  <a:pt x="190500" y="2654300"/>
                </a:lnTo>
                <a:lnTo>
                  <a:pt x="197612" y="2654300"/>
                </a:lnTo>
                <a:lnTo>
                  <a:pt x="189230" y="2641600"/>
                </a:lnTo>
                <a:close/>
              </a:path>
              <a:path w="561339" h="2692400">
                <a:moveTo>
                  <a:pt x="406527" y="2641600"/>
                </a:moveTo>
                <a:lnTo>
                  <a:pt x="349758" y="2641600"/>
                </a:lnTo>
                <a:lnTo>
                  <a:pt x="345821" y="2654300"/>
                </a:lnTo>
                <a:lnTo>
                  <a:pt x="403225" y="2654300"/>
                </a:lnTo>
                <a:lnTo>
                  <a:pt x="406527" y="2641600"/>
                </a:lnTo>
                <a:close/>
              </a:path>
              <a:path w="561339" h="2692400">
                <a:moveTo>
                  <a:pt x="146558" y="2628900"/>
                </a:moveTo>
                <a:lnTo>
                  <a:pt x="114173" y="2628900"/>
                </a:lnTo>
                <a:lnTo>
                  <a:pt x="120523" y="2641600"/>
                </a:lnTo>
                <a:lnTo>
                  <a:pt x="156210" y="2641600"/>
                </a:lnTo>
                <a:lnTo>
                  <a:pt x="146558" y="2628900"/>
                </a:lnTo>
                <a:close/>
              </a:path>
              <a:path w="561339" h="2692400">
                <a:moveTo>
                  <a:pt x="154305" y="2628900"/>
                </a:moveTo>
                <a:lnTo>
                  <a:pt x="156210" y="2641600"/>
                </a:lnTo>
                <a:lnTo>
                  <a:pt x="163575" y="2641600"/>
                </a:lnTo>
                <a:lnTo>
                  <a:pt x="154305" y="2628900"/>
                </a:lnTo>
                <a:close/>
              </a:path>
              <a:path w="561339" h="2692400">
                <a:moveTo>
                  <a:pt x="363347" y="2628900"/>
                </a:moveTo>
                <a:lnTo>
                  <a:pt x="360045" y="2641600"/>
                </a:lnTo>
                <a:lnTo>
                  <a:pt x="362585" y="2641600"/>
                </a:lnTo>
                <a:lnTo>
                  <a:pt x="363347" y="2628900"/>
                </a:lnTo>
                <a:close/>
              </a:path>
              <a:path w="561339" h="2692400">
                <a:moveTo>
                  <a:pt x="418592" y="2616200"/>
                </a:moveTo>
                <a:lnTo>
                  <a:pt x="375666" y="2616200"/>
                </a:lnTo>
                <a:lnTo>
                  <a:pt x="371475" y="2628900"/>
                </a:lnTo>
                <a:lnTo>
                  <a:pt x="366268" y="2628900"/>
                </a:lnTo>
                <a:lnTo>
                  <a:pt x="362585" y="2641600"/>
                </a:lnTo>
                <a:lnTo>
                  <a:pt x="411480" y="2641600"/>
                </a:lnTo>
                <a:lnTo>
                  <a:pt x="414782" y="2628900"/>
                </a:lnTo>
                <a:lnTo>
                  <a:pt x="418592" y="2616200"/>
                </a:lnTo>
                <a:close/>
              </a:path>
              <a:path w="561339" h="2692400">
                <a:moveTo>
                  <a:pt x="111887" y="2540000"/>
                </a:moveTo>
                <a:lnTo>
                  <a:pt x="105283" y="2540000"/>
                </a:lnTo>
                <a:lnTo>
                  <a:pt x="106172" y="2565400"/>
                </a:lnTo>
                <a:lnTo>
                  <a:pt x="105663" y="2578100"/>
                </a:lnTo>
                <a:lnTo>
                  <a:pt x="106045" y="2590800"/>
                </a:lnTo>
                <a:lnTo>
                  <a:pt x="108458" y="2603500"/>
                </a:lnTo>
                <a:lnTo>
                  <a:pt x="108712" y="2616200"/>
                </a:lnTo>
                <a:lnTo>
                  <a:pt x="113665" y="2628900"/>
                </a:lnTo>
                <a:lnTo>
                  <a:pt x="141859" y="2628900"/>
                </a:lnTo>
                <a:lnTo>
                  <a:pt x="132207" y="2616200"/>
                </a:lnTo>
                <a:lnTo>
                  <a:pt x="133350" y="2616200"/>
                </a:lnTo>
                <a:lnTo>
                  <a:pt x="124968" y="2603500"/>
                </a:lnTo>
                <a:lnTo>
                  <a:pt x="125730" y="2603500"/>
                </a:lnTo>
                <a:lnTo>
                  <a:pt x="120269" y="2590800"/>
                </a:lnTo>
                <a:lnTo>
                  <a:pt x="120523" y="2590800"/>
                </a:lnTo>
                <a:lnTo>
                  <a:pt x="117475" y="2578100"/>
                </a:lnTo>
                <a:lnTo>
                  <a:pt x="115316" y="2565400"/>
                </a:lnTo>
                <a:lnTo>
                  <a:pt x="111887" y="2540000"/>
                </a:lnTo>
                <a:close/>
              </a:path>
              <a:path w="561339" h="2692400">
                <a:moveTo>
                  <a:pt x="425069" y="2603500"/>
                </a:moveTo>
                <a:lnTo>
                  <a:pt x="381762" y="2603500"/>
                </a:lnTo>
                <a:lnTo>
                  <a:pt x="378206" y="2616200"/>
                </a:lnTo>
                <a:lnTo>
                  <a:pt x="421767" y="2616200"/>
                </a:lnTo>
                <a:lnTo>
                  <a:pt x="425069" y="2603500"/>
                </a:lnTo>
                <a:close/>
              </a:path>
              <a:path w="561339" h="2692400">
                <a:moveTo>
                  <a:pt x="431546" y="2590800"/>
                </a:moveTo>
                <a:lnTo>
                  <a:pt x="387731" y="2590800"/>
                </a:lnTo>
                <a:lnTo>
                  <a:pt x="384429" y="2603500"/>
                </a:lnTo>
                <a:lnTo>
                  <a:pt x="428371" y="2603500"/>
                </a:lnTo>
                <a:lnTo>
                  <a:pt x="431546" y="2590800"/>
                </a:lnTo>
                <a:close/>
              </a:path>
              <a:path w="561339" h="2692400">
                <a:moveTo>
                  <a:pt x="390398" y="2578100"/>
                </a:moveTo>
                <a:lnTo>
                  <a:pt x="387477" y="2590800"/>
                </a:lnTo>
                <a:lnTo>
                  <a:pt x="390144" y="2590800"/>
                </a:lnTo>
                <a:lnTo>
                  <a:pt x="390398" y="2578100"/>
                </a:lnTo>
                <a:close/>
              </a:path>
              <a:path w="561339" h="2692400">
                <a:moveTo>
                  <a:pt x="434594" y="2578100"/>
                </a:moveTo>
                <a:lnTo>
                  <a:pt x="393319" y="2578100"/>
                </a:lnTo>
                <a:lnTo>
                  <a:pt x="390144" y="2590800"/>
                </a:lnTo>
                <a:lnTo>
                  <a:pt x="431800" y="2590800"/>
                </a:lnTo>
                <a:lnTo>
                  <a:pt x="434594" y="2578100"/>
                </a:lnTo>
                <a:close/>
              </a:path>
              <a:path w="561339" h="2692400">
                <a:moveTo>
                  <a:pt x="401828" y="2540000"/>
                </a:moveTo>
                <a:lnTo>
                  <a:pt x="400304" y="2552700"/>
                </a:lnTo>
                <a:lnTo>
                  <a:pt x="398018" y="2565400"/>
                </a:lnTo>
                <a:lnTo>
                  <a:pt x="395859" y="2565400"/>
                </a:lnTo>
                <a:lnTo>
                  <a:pt x="393065" y="2578100"/>
                </a:lnTo>
                <a:lnTo>
                  <a:pt x="437007" y="2578100"/>
                </a:lnTo>
                <a:lnTo>
                  <a:pt x="439420" y="2565400"/>
                </a:lnTo>
                <a:lnTo>
                  <a:pt x="441325" y="2552700"/>
                </a:lnTo>
                <a:lnTo>
                  <a:pt x="401828" y="2552700"/>
                </a:lnTo>
                <a:lnTo>
                  <a:pt x="401828" y="2540000"/>
                </a:lnTo>
                <a:close/>
              </a:path>
              <a:path w="561339" h="2692400">
                <a:moveTo>
                  <a:pt x="446150" y="2527300"/>
                </a:moveTo>
                <a:lnTo>
                  <a:pt x="405003" y="2527300"/>
                </a:lnTo>
                <a:lnTo>
                  <a:pt x="403606" y="2540000"/>
                </a:lnTo>
                <a:lnTo>
                  <a:pt x="401828" y="2552700"/>
                </a:lnTo>
                <a:lnTo>
                  <a:pt x="443230" y="2552700"/>
                </a:lnTo>
                <a:lnTo>
                  <a:pt x="444881" y="2540000"/>
                </a:lnTo>
                <a:lnTo>
                  <a:pt x="446150" y="2527300"/>
                </a:lnTo>
                <a:close/>
              </a:path>
              <a:path w="561339" h="2692400">
                <a:moveTo>
                  <a:pt x="448437" y="2514600"/>
                </a:moveTo>
                <a:lnTo>
                  <a:pt x="407416" y="2514600"/>
                </a:lnTo>
                <a:lnTo>
                  <a:pt x="406273" y="2527300"/>
                </a:lnTo>
                <a:lnTo>
                  <a:pt x="447294" y="2527300"/>
                </a:lnTo>
                <a:lnTo>
                  <a:pt x="448437" y="2514600"/>
                </a:lnTo>
                <a:close/>
              </a:path>
              <a:path w="561339" h="2692400">
                <a:moveTo>
                  <a:pt x="450215" y="2501900"/>
                </a:moveTo>
                <a:lnTo>
                  <a:pt x="409321" y="2501900"/>
                </a:lnTo>
                <a:lnTo>
                  <a:pt x="408432" y="2514600"/>
                </a:lnTo>
                <a:lnTo>
                  <a:pt x="449325" y="2514600"/>
                </a:lnTo>
                <a:lnTo>
                  <a:pt x="450215" y="2501900"/>
                </a:lnTo>
                <a:close/>
              </a:path>
              <a:path w="561339" h="2692400">
                <a:moveTo>
                  <a:pt x="451485" y="2489200"/>
                </a:moveTo>
                <a:lnTo>
                  <a:pt x="410718" y="2489200"/>
                </a:lnTo>
                <a:lnTo>
                  <a:pt x="410210" y="2501900"/>
                </a:lnTo>
                <a:lnTo>
                  <a:pt x="450850" y="2501900"/>
                </a:lnTo>
                <a:lnTo>
                  <a:pt x="451485" y="2489200"/>
                </a:lnTo>
                <a:close/>
              </a:path>
              <a:path w="561339" h="2692400">
                <a:moveTo>
                  <a:pt x="453136" y="2463800"/>
                </a:moveTo>
                <a:lnTo>
                  <a:pt x="413004" y="2463800"/>
                </a:lnTo>
                <a:lnTo>
                  <a:pt x="412496" y="2476500"/>
                </a:lnTo>
                <a:lnTo>
                  <a:pt x="412115" y="2476500"/>
                </a:lnTo>
                <a:lnTo>
                  <a:pt x="411480" y="2489200"/>
                </a:lnTo>
                <a:lnTo>
                  <a:pt x="452247" y="2489200"/>
                </a:lnTo>
                <a:lnTo>
                  <a:pt x="452755" y="2476500"/>
                </a:lnTo>
                <a:lnTo>
                  <a:pt x="453136" y="2463800"/>
                </a:lnTo>
                <a:close/>
              </a:path>
              <a:path w="561339" h="2692400">
                <a:moveTo>
                  <a:pt x="453898" y="2451100"/>
                </a:moveTo>
                <a:lnTo>
                  <a:pt x="413638" y="2451100"/>
                </a:lnTo>
                <a:lnTo>
                  <a:pt x="413385" y="2463800"/>
                </a:lnTo>
                <a:lnTo>
                  <a:pt x="453644" y="2463800"/>
                </a:lnTo>
                <a:lnTo>
                  <a:pt x="453898" y="2451100"/>
                </a:lnTo>
                <a:close/>
              </a:path>
              <a:path w="561339" h="2692400">
                <a:moveTo>
                  <a:pt x="449453" y="2273300"/>
                </a:moveTo>
                <a:lnTo>
                  <a:pt x="409194" y="2273300"/>
                </a:lnTo>
                <a:lnTo>
                  <a:pt x="410337" y="2298700"/>
                </a:lnTo>
                <a:lnTo>
                  <a:pt x="410718" y="2311400"/>
                </a:lnTo>
                <a:lnTo>
                  <a:pt x="411225" y="2324100"/>
                </a:lnTo>
                <a:lnTo>
                  <a:pt x="411988" y="2336800"/>
                </a:lnTo>
                <a:lnTo>
                  <a:pt x="412369" y="2349500"/>
                </a:lnTo>
                <a:lnTo>
                  <a:pt x="412877" y="2362200"/>
                </a:lnTo>
                <a:lnTo>
                  <a:pt x="413638" y="2374900"/>
                </a:lnTo>
                <a:lnTo>
                  <a:pt x="414274" y="2400300"/>
                </a:lnTo>
                <a:lnTo>
                  <a:pt x="414147" y="2438400"/>
                </a:lnTo>
                <a:lnTo>
                  <a:pt x="413893" y="2451100"/>
                </a:lnTo>
                <a:lnTo>
                  <a:pt x="454152" y="2451100"/>
                </a:lnTo>
                <a:lnTo>
                  <a:pt x="454152" y="2387600"/>
                </a:lnTo>
                <a:lnTo>
                  <a:pt x="453644" y="2374900"/>
                </a:lnTo>
                <a:lnTo>
                  <a:pt x="453263" y="2362200"/>
                </a:lnTo>
                <a:lnTo>
                  <a:pt x="453009" y="2349500"/>
                </a:lnTo>
                <a:lnTo>
                  <a:pt x="452500" y="2349500"/>
                </a:lnTo>
                <a:lnTo>
                  <a:pt x="452247" y="2336800"/>
                </a:lnTo>
                <a:lnTo>
                  <a:pt x="451738" y="2324100"/>
                </a:lnTo>
                <a:lnTo>
                  <a:pt x="450215" y="2298700"/>
                </a:lnTo>
                <a:lnTo>
                  <a:pt x="449453" y="2273300"/>
                </a:lnTo>
                <a:close/>
              </a:path>
              <a:path w="561339" h="2692400">
                <a:moveTo>
                  <a:pt x="386334" y="1308100"/>
                </a:moveTo>
                <a:lnTo>
                  <a:pt x="349631" y="1308100"/>
                </a:lnTo>
                <a:lnTo>
                  <a:pt x="347853" y="1320800"/>
                </a:lnTo>
                <a:lnTo>
                  <a:pt x="345186" y="1333500"/>
                </a:lnTo>
                <a:lnTo>
                  <a:pt x="343788" y="1346200"/>
                </a:lnTo>
                <a:lnTo>
                  <a:pt x="342519" y="1358900"/>
                </a:lnTo>
                <a:lnTo>
                  <a:pt x="341630" y="1358900"/>
                </a:lnTo>
                <a:lnTo>
                  <a:pt x="340613" y="1371600"/>
                </a:lnTo>
                <a:lnTo>
                  <a:pt x="339852" y="1384300"/>
                </a:lnTo>
                <a:lnTo>
                  <a:pt x="338963" y="1384300"/>
                </a:lnTo>
                <a:lnTo>
                  <a:pt x="338328" y="1397000"/>
                </a:lnTo>
                <a:lnTo>
                  <a:pt x="337820" y="1409700"/>
                </a:lnTo>
                <a:lnTo>
                  <a:pt x="337312" y="1409700"/>
                </a:lnTo>
                <a:lnTo>
                  <a:pt x="336931" y="1422400"/>
                </a:lnTo>
                <a:lnTo>
                  <a:pt x="336677" y="1435100"/>
                </a:lnTo>
                <a:lnTo>
                  <a:pt x="336550" y="1447800"/>
                </a:lnTo>
                <a:lnTo>
                  <a:pt x="336550" y="1460500"/>
                </a:lnTo>
                <a:lnTo>
                  <a:pt x="336677" y="1473200"/>
                </a:lnTo>
                <a:lnTo>
                  <a:pt x="336931" y="1485900"/>
                </a:lnTo>
                <a:lnTo>
                  <a:pt x="337312" y="1498600"/>
                </a:lnTo>
                <a:lnTo>
                  <a:pt x="341122" y="1562100"/>
                </a:lnTo>
                <a:lnTo>
                  <a:pt x="342011" y="1562100"/>
                </a:lnTo>
                <a:lnTo>
                  <a:pt x="343027" y="1574800"/>
                </a:lnTo>
                <a:lnTo>
                  <a:pt x="343916" y="1587500"/>
                </a:lnTo>
                <a:lnTo>
                  <a:pt x="345948" y="1612900"/>
                </a:lnTo>
                <a:lnTo>
                  <a:pt x="346963" y="1612900"/>
                </a:lnTo>
                <a:lnTo>
                  <a:pt x="347091" y="1625600"/>
                </a:lnTo>
                <a:lnTo>
                  <a:pt x="348234" y="1625600"/>
                </a:lnTo>
                <a:lnTo>
                  <a:pt x="349377" y="1638300"/>
                </a:lnTo>
                <a:lnTo>
                  <a:pt x="350900" y="1651000"/>
                </a:lnTo>
                <a:lnTo>
                  <a:pt x="356488" y="1701800"/>
                </a:lnTo>
                <a:lnTo>
                  <a:pt x="357505" y="1714500"/>
                </a:lnTo>
                <a:lnTo>
                  <a:pt x="361315" y="1752600"/>
                </a:lnTo>
                <a:lnTo>
                  <a:pt x="362458" y="1765300"/>
                </a:lnTo>
                <a:lnTo>
                  <a:pt x="363728" y="1765300"/>
                </a:lnTo>
                <a:lnTo>
                  <a:pt x="364998" y="1778000"/>
                </a:lnTo>
                <a:lnTo>
                  <a:pt x="366141" y="1790700"/>
                </a:lnTo>
                <a:lnTo>
                  <a:pt x="367157" y="1803400"/>
                </a:lnTo>
                <a:lnTo>
                  <a:pt x="368046" y="1816100"/>
                </a:lnTo>
                <a:lnTo>
                  <a:pt x="369062" y="1828800"/>
                </a:lnTo>
                <a:lnTo>
                  <a:pt x="370332" y="1841500"/>
                </a:lnTo>
                <a:lnTo>
                  <a:pt x="372618" y="1866900"/>
                </a:lnTo>
                <a:lnTo>
                  <a:pt x="377444" y="1917700"/>
                </a:lnTo>
                <a:lnTo>
                  <a:pt x="378713" y="1930400"/>
                </a:lnTo>
                <a:lnTo>
                  <a:pt x="381381" y="1955800"/>
                </a:lnTo>
                <a:lnTo>
                  <a:pt x="382905" y="1968500"/>
                </a:lnTo>
                <a:lnTo>
                  <a:pt x="384175" y="1981200"/>
                </a:lnTo>
                <a:lnTo>
                  <a:pt x="385572" y="1993900"/>
                </a:lnTo>
                <a:lnTo>
                  <a:pt x="387858" y="2019300"/>
                </a:lnTo>
                <a:lnTo>
                  <a:pt x="389128" y="2032000"/>
                </a:lnTo>
                <a:lnTo>
                  <a:pt x="390271" y="2032000"/>
                </a:lnTo>
                <a:lnTo>
                  <a:pt x="391287" y="2044700"/>
                </a:lnTo>
                <a:lnTo>
                  <a:pt x="393573" y="2070100"/>
                </a:lnTo>
                <a:lnTo>
                  <a:pt x="395605" y="2082800"/>
                </a:lnTo>
                <a:lnTo>
                  <a:pt x="398272" y="2120900"/>
                </a:lnTo>
                <a:lnTo>
                  <a:pt x="400812" y="2146300"/>
                </a:lnTo>
                <a:lnTo>
                  <a:pt x="401574" y="2159000"/>
                </a:lnTo>
                <a:lnTo>
                  <a:pt x="402971" y="2171700"/>
                </a:lnTo>
                <a:lnTo>
                  <a:pt x="403606" y="2184400"/>
                </a:lnTo>
                <a:lnTo>
                  <a:pt x="404495" y="2197100"/>
                </a:lnTo>
                <a:lnTo>
                  <a:pt x="405130" y="2209800"/>
                </a:lnTo>
                <a:lnTo>
                  <a:pt x="405638" y="2209800"/>
                </a:lnTo>
                <a:lnTo>
                  <a:pt x="406908" y="2235200"/>
                </a:lnTo>
                <a:lnTo>
                  <a:pt x="407416" y="2247900"/>
                </a:lnTo>
                <a:lnTo>
                  <a:pt x="407924" y="2247900"/>
                </a:lnTo>
                <a:lnTo>
                  <a:pt x="408305" y="2260600"/>
                </a:lnTo>
                <a:lnTo>
                  <a:pt x="408813" y="2273300"/>
                </a:lnTo>
                <a:lnTo>
                  <a:pt x="448945" y="2273300"/>
                </a:lnTo>
                <a:lnTo>
                  <a:pt x="448310" y="2260600"/>
                </a:lnTo>
                <a:lnTo>
                  <a:pt x="447929" y="2247900"/>
                </a:lnTo>
                <a:lnTo>
                  <a:pt x="447421" y="2235200"/>
                </a:lnTo>
                <a:lnTo>
                  <a:pt x="446786" y="2235200"/>
                </a:lnTo>
                <a:lnTo>
                  <a:pt x="446150" y="2222500"/>
                </a:lnTo>
                <a:lnTo>
                  <a:pt x="445643" y="2209800"/>
                </a:lnTo>
                <a:lnTo>
                  <a:pt x="444373" y="2197100"/>
                </a:lnTo>
                <a:lnTo>
                  <a:pt x="442975" y="2171700"/>
                </a:lnTo>
                <a:lnTo>
                  <a:pt x="442087" y="2159000"/>
                </a:lnTo>
                <a:lnTo>
                  <a:pt x="441198" y="2159000"/>
                </a:lnTo>
                <a:lnTo>
                  <a:pt x="440436" y="2146300"/>
                </a:lnTo>
                <a:lnTo>
                  <a:pt x="439547" y="2133600"/>
                </a:lnTo>
                <a:lnTo>
                  <a:pt x="438531" y="2120900"/>
                </a:lnTo>
                <a:lnTo>
                  <a:pt x="437769" y="2108200"/>
                </a:lnTo>
                <a:lnTo>
                  <a:pt x="436880" y="2108200"/>
                </a:lnTo>
                <a:lnTo>
                  <a:pt x="435737" y="2095500"/>
                </a:lnTo>
                <a:lnTo>
                  <a:pt x="434848" y="2082800"/>
                </a:lnTo>
                <a:lnTo>
                  <a:pt x="432816" y="2057400"/>
                </a:lnTo>
                <a:lnTo>
                  <a:pt x="431673" y="2057400"/>
                </a:lnTo>
                <a:lnTo>
                  <a:pt x="428244" y="2019300"/>
                </a:lnTo>
                <a:lnTo>
                  <a:pt x="425704" y="1993900"/>
                </a:lnTo>
                <a:lnTo>
                  <a:pt x="424434" y="1993900"/>
                </a:lnTo>
                <a:lnTo>
                  <a:pt x="418846" y="1943100"/>
                </a:lnTo>
                <a:lnTo>
                  <a:pt x="416179" y="1917700"/>
                </a:lnTo>
                <a:lnTo>
                  <a:pt x="415036" y="1905000"/>
                </a:lnTo>
                <a:lnTo>
                  <a:pt x="412242" y="1879600"/>
                </a:lnTo>
                <a:lnTo>
                  <a:pt x="411099" y="1866900"/>
                </a:lnTo>
                <a:lnTo>
                  <a:pt x="406019" y="1816100"/>
                </a:lnTo>
                <a:lnTo>
                  <a:pt x="403733" y="1790700"/>
                </a:lnTo>
                <a:lnTo>
                  <a:pt x="402336" y="1778000"/>
                </a:lnTo>
                <a:lnTo>
                  <a:pt x="399415" y="1752600"/>
                </a:lnTo>
                <a:lnTo>
                  <a:pt x="398018" y="1739900"/>
                </a:lnTo>
                <a:lnTo>
                  <a:pt x="396494" y="1727200"/>
                </a:lnTo>
                <a:lnTo>
                  <a:pt x="394843" y="1714500"/>
                </a:lnTo>
                <a:lnTo>
                  <a:pt x="393446" y="1701800"/>
                </a:lnTo>
                <a:lnTo>
                  <a:pt x="392303" y="1701800"/>
                </a:lnTo>
                <a:lnTo>
                  <a:pt x="388112" y="1663700"/>
                </a:lnTo>
                <a:lnTo>
                  <a:pt x="386842" y="1651000"/>
                </a:lnTo>
                <a:lnTo>
                  <a:pt x="385445" y="1638300"/>
                </a:lnTo>
                <a:lnTo>
                  <a:pt x="384302" y="1625600"/>
                </a:lnTo>
                <a:lnTo>
                  <a:pt x="383032" y="1612900"/>
                </a:lnTo>
                <a:lnTo>
                  <a:pt x="381888" y="1600200"/>
                </a:lnTo>
                <a:lnTo>
                  <a:pt x="380873" y="1600200"/>
                </a:lnTo>
                <a:lnTo>
                  <a:pt x="379857" y="1587500"/>
                </a:lnTo>
                <a:lnTo>
                  <a:pt x="377190" y="1549400"/>
                </a:lnTo>
                <a:lnTo>
                  <a:pt x="376428" y="1549400"/>
                </a:lnTo>
                <a:lnTo>
                  <a:pt x="374904" y="1524000"/>
                </a:lnTo>
                <a:lnTo>
                  <a:pt x="374269" y="1511300"/>
                </a:lnTo>
                <a:lnTo>
                  <a:pt x="373761" y="1498600"/>
                </a:lnTo>
                <a:lnTo>
                  <a:pt x="373380" y="1498600"/>
                </a:lnTo>
                <a:lnTo>
                  <a:pt x="372872" y="1473200"/>
                </a:lnTo>
                <a:lnTo>
                  <a:pt x="372745" y="1435100"/>
                </a:lnTo>
                <a:lnTo>
                  <a:pt x="372999" y="1422400"/>
                </a:lnTo>
                <a:lnTo>
                  <a:pt x="373380" y="1422400"/>
                </a:lnTo>
                <a:lnTo>
                  <a:pt x="374396" y="1397000"/>
                </a:lnTo>
                <a:lnTo>
                  <a:pt x="375031" y="1384300"/>
                </a:lnTo>
                <a:lnTo>
                  <a:pt x="376428" y="1371600"/>
                </a:lnTo>
                <a:lnTo>
                  <a:pt x="377444" y="1371600"/>
                </a:lnTo>
                <a:lnTo>
                  <a:pt x="378206" y="1358900"/>
                </a:lnTo>
                <a:lnTo>
                  <a:pt x="379222" y="1346200"/>
                </a:lnTo>
                <a:lnTo>
                  <a:pt x="380492" y="1346200"/>
                </a:lnTo>
                <a:lnTo>
                  <a:pt x="381508" y="1333500"/>
                </a:lnTo>
                <a:lnTo>
                  <a:pt x="383032" y="1333500"/>
                </a:lnTo>
                <a:lnTo>
                  <a:pt x="386334" y="1308100"/>
                </a:lnTo>
                <a:close/>
              </a:path>
              <a:path w="561339" h="2692400">
                <a:moveTo>
                  <a:pt x="392430" y="1282700"/>
                </a:moveTo>
                <a:lnTo>
                  <a:pt x="355473" y="1282700"/>
                </a:lnTo>
                <a:lnTo>
                  <a:pt x="353441" y="1295400"/>
                </a:lnTo>
                <a:lnTo>
                  <a:pt x="353313" y="1295400"/>
                </a:lnTo>
                <a:lnTo>
                  <a:pt x="351282" y="1308100"/>
                </a:lnTo>
                <a:lnTo>
                  <a:pt x="388366" y="1308100"/>
                </a:lnTo>
                <a:lnTo>
                  <a:pt x="390271" y="1295400"/>
                </a:lnTo>
                <a:lnTo>
                  <a:pt x="392430" y="1282700"/>
                </a:lnTo>
                <a:close/>
              </a:path>
              <a:path w="561339" h="2692400">
                <a:moveTo>
                  <a:pt x="410718" y="1231900"/>
                </a:moveTo>
                <a:lnTo>
                  <a:pt x="371475" y="1231900"/>
                </a:lnTo>
                <a:lnTo>
                  <a:pt x="368300" y="1244600"/>
                </a:lnTo>
                <a:lnTo>
                  <a:pt x="365506" y="1257300"/>
                </a:lnTo>
                <a:lnTo>
                  <a:pt x="362712" y="1257300"/>
                </a:lnTo>
                <a:lnTo>
                  <a:pt x="360045" y="1270000"/>
                </a:lnTo>
                <a:lnTo>
                  <a:pt x="357759" y="1282700"/>
                </a:lnTo>
                <a:lnTo>
                  <a:pt x="394462" y="1282700"/>
                </a:lnTo>
                <a:lnTo>
                  <a:pt x="396748" y="1270000"/>
                </a:lnTo>
                <a:lnTo>
                  <a:pt x="399288" y="1270000"/>
                </a:lnTo>
                <a:lnTo>
                  <a:pt x="401955" y="1257300"/>
                </a:lnTo>
                <a:lnTo>
                  <a:pt x="405003" y="1244600"/>
                </a:lnTo>
                <a:lnTo>
                  <a:pt x="407670" y="1244600"/>
                </a:lnTo>
                <a:lnTo>
                  <a:pt x="410718" y="1231900"/>
                </a:lnTo>
                <a:close/>
              </a:path>
              <a:path w="561339" h="2692400">
                <a:moveTo>
                  <a:pt x="417322" y="1219200"/>
                </a:moveTo>
                <a:lnTo>
                  <a:pt x="377698" y="1219200"/>
                </a:lnTo>
                <a:lnTo>
                  <a:pt x="374396" y="1231900"/>
                </a:lnTo>
                <a:lnTo>
                  <a:pt x="413638" y="1231900"/>
                </a:lnTo>
                <a:lnTo>
                  <a:pt x="417322" y="1219200"/>
                </a:lnTo>
                <a:close/>
              </a:path>
              <a:path w="561339" h="2692400">
                <a:moveTo>
                  <a:pt x="431800" y="1193800"/>
                </a:moveTo>
                <a:lnTo>
                  <a:pt x="389000" y="1193800"/>
                </a:lnTo>
                <a:lnTo>
                  <a:pt x="384937" y="1206500"/>
                </a:lnTo>
                <a:lnTo>
                  <a:pt x="381254" y="1219200"/>
                </a:lnTo>
                <a:lnTo>
                  <a:pt x="420878" y="1219200"/>
                </a:lnTo>
                <a:lnTo>
                  <a:pt x="424434" y="1206500"/>
                </a:lnTo>
                <a:lnTo>
                  <a:pt x="427863" y="1206500"/>
                </a:lnTo>
                <a:lnTo>
                  <a:pt x="431800" y="1193800"/>
                </a:lnTo>
                <a:close/>
              </a:path>
              <a:path w="561339" h="2692400">
                <a:moveTo>
                  <a:pt x="439420" y="1181100"/>
                </a:moveTo>
                <a:lnTo>
                  <a:pt x="396748" y="1181100"/>
                </a:lnTo>
                <a:lnTo>
                  <a:pt x="392938" y="1193800"/>
                </a:lnTo>
                <a:lnTo>
                  <a:pt x="435102" y="1193800"/>
                </a:lnTo>
                <a:lnTo>
                  <a:pt x="439420" y="1181100"/>
                </a:lnTo>
                <a:close/>
              </a:path>
              <a:path w="561339" h="2692400">
                <a:moveTo>
                  <a:pt x="448437" y="1168400"/>
                </a:moveTo>
                <a:lnTo>
                  <a:pt x="404875" y="1168400"/>
                </a:lnTo>
                <a:lnTo>
                  <a:pt x="401066" y="1181100"/>
                </a:lnTo>
                <a:lnTo>
                  <a:pt x="443865" y="1181100"/>
                </a:lnTo>
                <a:lnTo>
                  <a:pt x="448437" y="1168400"/>
                </a:lnTo>
                <a:close/>
              </a:path>
              <a:path w="561339" h="2692400">
                <a:moveTo>
                  <a:pt x="459740" y="1155700"/>
                </a:moveTo>
                <a:lnTo>
                  <a:pt x="414655" y="1155700"/>
                </a:lnTo>
                <a:lnTo>
                  <a:pt x="409575" y="1168400"/>
                </a:lnTo>
                <a:lnTo>
                  <a:pt x="455675" y="1168400"/>
                </a:lnTo>
                <a:lnTo>
                  <a:pt x="459740" y="1155700"/>
                </a:lnTo>
                <a:close/>
              </a:path>
              <a:path w="561339" h="2692400">
                <a:moveTo>
                  <a:pt x="470408" y="1143000"/>
                </a:moveTo>
                <a:lnTo>
                  <a:pt x="424561" y="1143000"/>
                </a:lnTo>
                <a:lnTo>
                  <a:pt x="419988" y="1155700"/>
                </a:lnTo>
                <a:lnTo>
                  <a:pt x="466217" y="1155700"/>
                </a:lnTo>
                <a:lnTo>
                  <a:pt x="470408" y="1143000"/>
                </a:lnTo>
                <a:close/>
              </a:path>
              <a:path w="561339" h="2692400">
                <a:moveTo>
                  <a:pt x="487425" y="1130300"/>
                </a:moveTo>
                <a:lnTo>
                  <a:pt x="433197" y="1130300"/>
                </a:lnTo>
                <a:lnTo>
                  <a:pt x="429133" y="1143000"/>
                </a:lnTo>
                <a:lnTo>
                  <a:pt x="483743" y="1143000"/>
                </a:lnTo>
                <a:lnTo>
                  <a:pt x="487425" y="1130300"/>
                </a:lnTo>
                <a:close/>
              </a:path>
              <a:path w="561339" h="2692400">
                <a:moveTo>
                  <a:pt x="509524" y="1117600"/>
                </a:moveTo>
                <a:lnTo>
                  <a:pt x="446150" y="1117600"/>
                </a:lnTo>
                <a:lnTo>
                  <a:pt x="442087" y="1130300"/>
                </a:lnTo>
                <a:lnTo>
                  <a:pt x="506730" y="1130300"/>
                </a:lnTo>
                <a:lnTo>
                  <a:pt x="509524" y="1117600"/>
                </a:lnTo>
                <a:close/>
              </a:path>
              <a:path w="561339" h="2692400">
                <a:moveTo>
                  <a:pt x="536829" y="1104900"/>
                </a:moveTo>
                <a:lnTo>
                  <a:pt x="463042" y="1104900"/>
                </a:lnTo>
                <a:lnTo>
                  <a:pt x="458850" y="1117600"/>
                </a:lnTo>
                <a:lnTo>
                  <a:pt x="530098" y="1117600"/>
                </a:lnTo>
                <a:lnTo>
                  <a:pt x="536829" y="1104900"/>
                </a:lnTo>
                <a:close/>
              </a:path>
              <a:path w="561339" h="2692400">
                <a:moveTo>
                  <a:pt x="507619" y="1092200"/>
                </a:moveTo>
                <a:lnTo>
                  <a:pt x="479552" y="1092200"/>
                </a:lnTo>
                <a:lnTo>
                  <a:pt x="475615" y="1104900"/>
                </a:lnTo>
                <a:lnTo>
                  <a:pt x="520319" y="1104900"/>
                </a:lnTo>
                <a:lnTo>
                  <a:pt x="507619" y="1092200"/>
                </a:lnTo>
                <a:close/>
              </a:path>
              <a:path w="561339" h="2692400">
                <a:moveTo>
                  <a:pt x="552450" y="1066800"/>
                </a:moveTo>
                <a:lnTo>
                  <a:pt x="551053" y="1066800"/>
                </a:lnTo>
                <a:lnTo>
                  <a:pt x="556006" y="1079500"/>
                </a:lnTo>
                <a:lnTo>
                  <a:pt x="504825" y="1079500"/>
                </a:lnTo>
                <a:lnTo>
                  <a:pt x="499491" y="1092200"/>
                </a:lnTo>
                <a:lnTo>
                  <a:pt x="507619" y="1092200"/>
                </a:lnTo>
                <a:lnTo>
                  <a:pt x="520319" y="1104900"/>
                </a:lnTo>
                <a:lnTo>
                  <a:pt x="555498" y="1104900"/>
                </a:lnTo>
                <a:lnTo>
                  <a:pt x="559498" y="1095374"/>
                </a:lnTo>
                <a:lnTo>
                  <a:pt x="560578" y="1092200"/>
                </a:lnTo>
                <a:lnTo>
                  <a:pt x="558546" y="1079500"/>
                </a:lnTo>
                <a:lnTo>
                  <a:pt x="552450" y="1066800"/>
                </a:lnTo>
                <a:close/>
              </a:path>
              <a:path w="561339" h="2692400">
                <a:moveTo>
                  <a:pt x="559498" y="1095374"/>
                </a:moveTo>
                <a:lnTo>
                  <a:pt x="555498" y="1104900"/>
                </a:lnTo>
                <a:lnTo>
                  <a:pt x="556260" y="1104900"/>
                </a:lnTo>
                <a:lnTo>
                  <a:pt x="559498" y="1095374"/>
                </a:lnTo>
                <a:close/>
              </a:path>
              <a:path w="561339" h="2692400">
                <a:moveTo>
                  <a:pt x="561086" y="1079500"/>
                </a:moveTo>
                <a:lnTo>
                  <a:pt x="558546" y="1079500"/>
                </a:lnTo>
                <a:lnTo>
                  <a:pt x="560578" y="1092200"/>
                </a:lnTo>
                <a:lnTo>
                  <a:pt x="559498" y="1095374"/>
                </a:lnTo>
                <a:lnTo>
                  <a:pt x="560832" y="1092200"/>
                </a:lnTo>
                <a:lnTo>
                  <a:pt x="561086" y="1079500"/>
                </a:lnTo>
                <a:close/>
              </a:path>
              <a:path w="561339" h="2692400">
                <a:moveTo>
                  <a:pt x="504825" y="1079500"/>
                </a:moveTo>
                <a:lnTo>
                  <a:pt x="468757" y="1079500"/>
                </a:lnTo>
                <a:lnTo>
                  <a:pt x="474472" y="1092200"/>
                </a:lnTo>
                <a:lnTo>
                  <a:pt x="499491" y="1092200"/>
                </a:lnTo>
                <a:lnTo>
                  <a:pt x="504825" y="1079500"/>
                </a:lnTo>
                <a:close/>
              </a:path>
              <a:path w="561339" h="2692400">
                <a:moveTo>
                  <a:pt x="534162" y="1066800"/>
                </a:moveTo>
                <a:lnTo>
                  <a:pt x="430275" y="1066800"/>
                </a:lnTo>
                <a:lnTo>
                  <a:pt x="443738" y="1079500"/>
                </a:lnTo>
                <a:lnTo>
                  <a:pt x="522224" y="1079500"/>
                </a:lnTo>
                <a:lnTo>
                  <a:pt x="534162" y="1066800"/>
                </a:lnTo>
                <a:close/>
              </a:path>
              <a:path w="561339" h="2692400">
                <a:moveTo>
                  <a:pt x="551053" y="1066800"/>
                </a:moveTo>
                <a:lnTo>
                  <a:pt x="534162" y="1066800"/>
                </a:lnTo>
                <a:lnTo>
                  <a:pt x="522224" y="1079500"/>
                </a:lnTo>
                <a:lnTo>
                  <a:pt x="556006" y="1079500"/>
                </a:lnTo>
                <a:lnTo>
                  <a:pt x="551053" y="1066800"/>
                </a:lnTo>
                <a:close/>
              </a:path>
              <a:path w="561339" h="2692400">
                <a:moveTo>
                  <a:pt x="500634" y="1054100"/>
                </a:moveTo>
                <a:lnTo>
                  <a:pt x="398907" y="1054100"/>
                </a:lnTo>
                <a:lnTo>
                  <a:pt x="406146" y="1066800"/>
                </a:lnTo>
                <a:lnTo>
                  <a:pt x="509143" y="1066800"/>
                </a:lnTo>
                <a:lnTo>
                  <a:pt x="500634" y="1054100"/>
                </a:lnTo>
                <a:close/>
              </a:path>
              <a:path w="561339" h="2692400">
                <a:moveTo>
                  <a:pt x="461010" y="1041400"/>
                </a:moveTo>
                <a:lnTo>
                  <a:pt x="368808" y="1041400"/>
                </a:lnTo>
                <a:lnTo>
                  <a:pt x="375538" y="1054100"/>
                </a:lnTo>
                <a:lnTo>
                  <a:pt x="467360" y="1054100"/>
                </a:lnTo>
                <a:lnTo>
                  <a:pt x="461010" y="1041400"/>
                </a:lnTo>
                <a:close/>
              </a:path>
              <a:path w="561339" h="2692400">
                <a:moveTo>
                  <a:pt x="426847" y="1028700"/>
                </a:moveTo>
                <a:lnTo>
                  <a:pt x="344805" y="1028700"/>
                </a:lnTo>
                <a:lnTo>
                  <a:pt x="352298" y="1041400"/>
                </a:lnTo>
                <a:lnTo>
                  <a:pt x="434340" y="1041400"/>
                </a:lnTo>
                <a:lnTo>
                  <a:pt x="426847" y="1028700"/>
                </a:lnTo>
                <a:close/>
              </a:path>
              <a:path w="561339" h="2692400">
                <a:moveTo>
                  <a:pt x="397891" y="1016000"/>
                </a:moveTo>
                <a:lnTo>
                  <a:pt x="329438" y="1016000"/>
                </a:lnTo>
                <a:lnTo>
                  <a:pt x="336931" y="1028700"/>
                </a:lnTo>
                <a:lnTo>
                  <a:pt x="405511" y="1028700"/>
                </a:lnTo>
                <a:lnTo>
                  <a:pt x="397891" y="1016000"/>
                </a:lnTo>
                <a:close/>
              </a:path>
              <a:path w="561339" h="2692400">
                <a:moveTo>
                  <a:pt x="369570" y="1003300"/>
                </a:moveTo>
                <a:lnTo>
                  <a:pt x="306324" y="1003300"/>
                </a:lnTo>
                <a:lnTo>
                  <a:pt x="312928" y="1016000"/>
                </a:lnTo>
                <a:lnTo>
                  <a:pt x="377190" y="1016000"/>
                </a:lnTo>
                <a:lnTo>
                  <a:pt x="369570" y="1003300"/>
                </a:lnTo>
                <a:close/>
              </a:path>
              <a:path w="561339" h="2692400">
                <a:moveTo>
                  <a:pt x="347980" y="990600"/>
                </a:moveTo>
                <a:lnTo>
                  <a:pt x="291846" y="990600"/>
                </a:lnTo>
                <a:lnTo>
                  <a:pt x="298450" y="1003300"/>
                </a:lnTo>
                <a:lnTo>
                  <a:pt x="355473" y="1003300"/>
                </a:lnTo>
                <a:lnTo>
                  <a:pt x="347980" y="990600"/>
                </a:lnTo>
                <a:close/>
              </a:path>
              <a:path w="561339" h="2692400">
                <a:moveTo>
                  <a:pt x="332994" y="977900"/>
                </a:moveTo>
                <a:lnTo>
                  <a:pt x="276479" y="977900"/>
                </a:lnTo>
                <a:lnTo>
                  <a:pt x="282702" y="990600"/>
                </a:lnTo>
                <a:lnTo>
                  <a:pt x="339852" y="990600"/>
                </a:lnTo>
                <a:lnTo>
                  <a:pt x="332994" y="977900"/>
                </a:lnTo>
                <a:close/>
              </a:path>
              <a:path w="561339" h="2692400">
                <a:moveTo>
                  <a:pt x="313182" y="965200"/>
                </a:moveTo>
                <a:lnTo>
                  <a:pt x="264160" y="965200"/>
                </a:lnTo>
                <a:lnTo>
                  <a:pt x="269748" y="977900"/>
                </a:lnTo>
                <a:lnTo>
                  <a:pt x="319786" y="977900"/>
                </a:lnTo>
                <a:lnTo>
                  <a:pt x="313182" y="965200"/>
                </a:lnTo>
                <a:close/>
              </a:path>
              <a:path w="561339" h="2692400">
                <a:moveTo>
                  <a:pt x="298958" y="952500"/>
                </a:moveTo>
                <a:lnTo>
                  <a:pt x="251841" y="952500"/>
                </a:lnTo>
                <a:lnTo>
                  <a:pt x="257302" y="965200"/>
                </a:lnTo>
                <a:lnTo>
                  <a:pt x="305308" y="965200"/>
                </a:lnTo>
                <a:lnTo>
                  <a:pt x="298958" y="952500"/>
                </a:lnTo>
                <a:close/>
              </a:path>
              <a:path w="561339" h="2692400">
                <a:moveTo>
                  <a:pt x="287782" y="939800"/>
                </a:moveTo>
                <a:lnTo>
                  <a:pt x="241935" y="939800"/>
                </a:lnTo>
                <a:lnTo>
                  <a:pt x="246634" y="952500"/>
                </a:lnTo>
                <a:lnTo>
                  <a:pt x="293497" y="952500"/>
                </a:lnTo>
                <a:lnTo>
                  <a:pt x="287782" y="939800"/>
                </a:lnTo>
                <a:close/>
              </a:path>
              <a:path w="561339" h="2692400">
                <a:moveTo>
                  <a:pt x="276860" y="927100"/>
                </a:moveTo>
                <a:lnTo>
                  <a:pt x="232029" y="927100"/>
                </a:lnTo>
                <a:lnTo>
                  <a:pt x="236600" y="939800"/>
                </a:lnTo>
                <a:lnTo>
                  <a:pt x="282194" y="939800"/>
                </a:lnTo>
                <a:lnTo>
                  <a:pt x="276860" y="927100"/>
                </a:lnTo>
                <a:close/>
              </a:path>
              <a:path w="561339" h="2692400">
                <a:moveTo>
                  <a:pt x="262890" y="914400"/>
                </a:moveTo>
                <a:lnTo>
                  <a:pt x="223647" y="914400"/>
                </a:lnTo>
                <a:lnTo>
                  <a:pt x="227457" y="927100"/>
                </a:lnTo>
                <a:lnTo>
                  <a:pt x="267843" y="927100"/>
                </a:lnTo>
                <a:lnTo>
                  <a:pt x="262890" y="914400"/>
                </a:lnTo>
                <a:close/>
              </a:path>
              <a:path w="561339" h="2692400">
                <a:moveTo>
                  <a:pt x="254762" y="901700"/>
                </a:moveTo>
                <a:lnTo>
                  <a:pt x="215519" y="901700"/>
                </a:lnTo>
                <a:lnTo>
                  <a:pt x="219329" y="914400"/>
                </a:lnTo>
                <a:lnTo>
                  <a:pt x="258699" y="914400"/>
                </a:lnTo>
                <a:lnTo>
                  <a:pt x="254762" y="901700"/>
                </a:lnTo>
                <a:close/>
              </a:path>
              <a:path w="561339" h="2692400">
                <a:moveTo>
                  <a:pt x="247269" y="889000"/>
                </a:moveTo>
                <a:lnTo>
                  <a:pt x="207899" y="889000"/>
                </a:lnTo>
                <a:lnTo>
                  <a:pt x="211328" y="901700"/>
                </a:lnTo>
                <a:lnTo>
                  <a:pt x="251079" y="901700"/>
                </a:lnTo>
                <a:lnTo>
                  <a:pt x="247269" y="889000"/>
                </a:lnTo>
                <a:close/>
              </a:path>
              <a:path w="561339" h="2692400">
                <a:moveTo>
                  <a:pt x="239775" y="876300"/>
                </a:moveTo>
                <a:lnTo>
                  <a:pt x="200660" y="876300"/>
                </a:lnTo>
                <a:lnTo>
                  <a:pt x="204088" y="889000"/>
                </a:lnTo>
                <a:lnTo>
                  <a:pt x="243586" y="889000"/>
                </a:lnTo>
                <a:lnTo>
                  <a:pt x="239775" y="876300"/>
                </a:lnTo>
                <a:close/>
              </a:path>
              <a:path w="561339" h="2692400">
                <a:moveTo>
                  <a:pt x="229997" y="863600"/>
                </a:moveTo>
                <a:lnTo>
                  <a:pt x="194056" y="863600"/>
                </a:lnTo>
                <a:lnTo>
                  <a:pt x="197612" y="876300"/>
                </a:lnTo>
                <a:lnTo>
                  <a:pt x="233045" y="876300"/>
                </a:lnTo>
                <a:lnTo>
                  <a:pt x="229997" y="863600"/>
                </a:lnTo>
                <a:close/>
              </a:path>
              <a:path w="561339" h="2692400">
                <a:moveTo>
                  <a:pt x="232918" y="863600"/>
                </a:moveTo>
                <a:lnTo>
                  <a:pt x="233045" y="876300"/>
                </a:lnTo>
                <a:lnTo>
                  <a:pt x="236728" y="876300"/>
                </a:lnTo>
                <a:lnTo>
                  <a:pt x="232918" y="863600"/>
                </a:lnTo>
                <a:close/>
              </a:path>
              <a:path w="561339" h="2692400">
                <a:moveTo>
                  <a:pt x="215773" y="825500"/>
                </a:moveTo>
                <a:lnTo>
                  <a:pt x="179959" y="825500"/>
                </a:lnTo>
                <a:lnTo>
                  <a:pt x="182625" y="838200"/>
                </a:lnTo>
                <a:lnTo>
                  <a:pt x="185420" y="838200"/>
                </a:lnTo>
                <a:lnTo>
                  <a:pt x="191388" y="863600"/>
                </a:lnTo>
                <a:lnTo>
                  <a:pt x="227075" y="863600"/>
                </a:lnTo>
                <a:lnTo>
                  <a:pt x="223900" y="850900"/>
                </a:lnTo>
                <a:lnTo>
                  <a:pt x="221361" y="850900"/>
                </a:lnTo>
                <a:lnTo>
                  <a:pt x="215773" y="825500"/>
                </a:lnTo>
                <a:close/>
              </a:path>
              <a:path w="561339" h="2692400">
                <a:moveTo>
                  <a:pt x="206375" y="800100"/>
                </a:moveTo>
                <a:lnTo>
                  <a:pt x="173228" y="800100"/>
                </a:lnTo>
                <a:lnTo>
                  <a:pt x="175387" y="812800"/>
                </a:lnTo>
                <a:lnTo>
                  <a:pt x="177800" y="825500"/>
                </a:lnTo>
                <a:lnTo>
                  <a:pt x="213360" y="825500"/>
                </a:lnTo>
                <a:lnTo>
                  <a:pt x="210947" y="812800"/>
                </a:lnTo>
                <a:lnTo>
                  <a:pt x="208661" y="812800"/>
                </a:lnTo>
                <a:lnTo>
                  <a:pt x="206375" y="800100"/>
                </a:lnTo>
                <a:close/>
              </a:path>
              <a:path w="561339" h="2692400">
                <a:moveTo>
                  <a:pt x="185547" y="673100"/>
                </a:moveTo>
                <a:lnTo>
                  <a:pt x="153543" y="673100"/>
                </a:lnTo>
                <a:lnTo>
                  <a:pt x="154432" y="685800"/>
                </a:lnTo>
                <a:lnTo>
                  <a:pt x="155321" y="685800"/>
                </a:lnTo>
                <a:lnTo>
                  <a:pt x="156337" y="698500"/>
                </a:lnTo>
                <a:lnTo>
                  <a:pt x="157225" y="711200"/>
                </a:lnTo>
                <a:lnTo>
                  <a:pt x="158242" y="711200"/>
                </a:lnTo>
                <a:lnTo>
                  <a:pt x="159258" y="723900"/>
                </a:lnTo>
                <a:lnTo>
                  <a:pt x="161671" y="736600"/>
                </a:lnTo>
                <a:lnTo>
                  <a:pt x="164084" y="762000"/>
                </a:lnTo>
                <a:lnTo>
                  <a:pt x="165608" y="762000"/>
                </a:lnTo>
                <a:lnTo>
                  <a:pt x="167259" y="774700"/>
                </a:lnTo>
                <a:lnTo>
                  <a:pt x="171196" y="800100"/>
                </a:lnTo>
                <a:lnTo>
                  <a:pt x="204343" y="800100"/>
                </a:lnTo>
                <a:lnTo>
                  <a:pt x="202437" y="787400"/>
                </a:lnTo>
                <a:lnTo>
                  <a:pt x="200406" y="774700"/>
                </a:lnTo>
                <a:lnTo>
                  <a:pt x="198628" y="774700"/>
                </a:lnTo>
                <a:lnTo>
                  <a:pt x="197104" y="762000"/>
                </a:lnTo>
                <a:lnTo>
                  <a:pt x="195453" y="749300"/>
                </a:lnTo>
                <a:lnTo>
                  <a:pt x="194310" y="749300"/>
                </a:lnTo>
                <a:lnTo>
                  <a:pt x="192912" y="736600"/>
                </a:lnTo>
                <a:lnTo>
                  <a:pt x="193040" y="736600"/>
                </a:lnTo>
                <a:lnTo>
                  <a:pt x="191770" y="723900"/>
                </a:lnTo>
                <a:lnTo>
                  <a:pt x="189357" y="711200"/>
                </a:lnTo>
                <a:lnTo>
                  <a:pt x="188341" y="698500"/>
                </a:lnTo>
                <a:lnTo>
                  <a:pt x="187452" y="698500"/>
                </a:lnTo>
                <a:lnTo>
                  <a:pt x="186562" y="685800"/>
                </a:lnTo>
                <a:lnTo>
                  <a:pt x="185547" y="673100"/>
                </a:lnTo>
                <a:close/>
              </a:path>
              <a:path w="561339" h="2692400">
                <a:moveTo>
                  <a:pt x="181356" y="635000"/>
                </a:moveTo>
                <a:lnTo>
                  <a:pt x="150622" y="635000"/>
                </a:lnTo>
                <a:lnTo>
                  <a:pt x="151130" y="647700"/>
                </a:lnTo>
                <a:lnTo>
                  <a:pt x="151765" y="647700"/>
                </a:lnTo>
                <a:lnTo>
                  <a:pt x="152273" y="660400"/>
                </a:lnTo>
                <a:lnTo>
                  <a:pt x="152908" y="673100"/>
                </a:lnTo>
                <a:lnTo>
                  <a:pt x="184785" y="673100"/>
                </a:lnTo>
                <a:lnTo>
                  <a:pt x="184023" y="660400"/>
                </a:lnTo>
                <a:lnTo>
                  <a:pt x="183261" y="660400"/>
                </a:lnTo>
                <a:lnTo>
                  <a:pt x="182625" y="647700"/>
                </a:lnTo>
                <a:lnTo>
                  <a:pt x="181356" y="635000"/>
                </a:lnTo>
                <a:close/>
              </a:path>
              <a:path w="561339" h="2692400">
                <a:moveTo>
                  <a:pt x="176275" y="431800"/>
                </a:moveTo>
                <a:lnTo>
                  <a:pt x="146938" y="431800"/>
                </a:lnTo>
                <a:lnTo>
                  <a:pt x="146685" y="444500"/>
                </a:lnTo>
                <a:lnTo>
                  <a:pt x="146558" y="457200"/>
                </a:lnTo>
                <a:lnTo>
                  <a:pt x="146304" y="457200"/>
                </a:lnTo>
                <a:lnTo>
                  <a:pt x="146177" y="482600"/>
                </a:lnTo>
                <a:lnTo>
                  <a:pt x="146050" y="495300"/>
                </a:lnTo>
                <a:lnTo>
                  <a:pt x="146050" y="520700"/>
                </a:lnTo>
                <a:lnTo>
                  <a:pt x="147193" y="571500"/>
                </a:lnTo>
                <a:lnTo>
                  <a:pt x="147700" y="584200"/>
                </a:lnTo>
                <a:lnTo>
                  <a:pt x="148082" y="596900"/>
                </a:lnTo>
                <a:lnTo>
                  <a:pt x="148336" y="596900"/>
                </a:lnTo>
                <a:lnTo>
                  <a:pt x="148844" y="609600"/>
                </a:lnTo>
                <a:lnTo>
                  <a:pt x="149606" y="622300"/>
                </a:lnTo>
                <a:lnTo>
                  <a:pt x="150113" y="635000"/>
                </a:lnTo>
                <a:lnTo>
                  <a:pt x="180975" y="635000"/>
                </a:lnTo>
                <a:lnTo>
                  <a:pt x="180340" y="622300"/>
                </a:lnTo>
                <a:lnTo>
                  <a:pt x="179959" y="609600"/>
                </a:lnTo>
                <a:lnTo>
                  <a:pt x="179450" y="609600"/>
                </a:lnTo>
                <a:lnTo>
                  <a:pt x="178688" y="596900"/>
                </a:lnTo>
                <a:lnTo>
                  <a:pt x="178181" y="584200"/>
                </a:lnTo>
                <a:lnTo>
                  <a:pt x="177800" y="571500"/>
                </a:lnTo>
                <a:lnTo>
                  <a:pt x="177037" y="558800"/>
                </a:lnTo>
                <a:lnTo>
                  <a:pt x="176911" y="546100"/>
                </a:lnTo>
                <a:lnTo>
                  <a:pt x="176657" y="546100"/>
                </a:lnTo>
                <a:lnTo>
                  <a:pt x="176403" y="533400"/>
                </a:lnTo>
                <a:lnTo>
                  <a:pt x="176275" y="520700"/>
                </a:lnTo>
                <a:lnTo>
                  <a:pt x="176275" y="431800"/>
                </a:lnTo>
                <a:close/>
              </a:path>
              <a:path w="561339" h="2692400">
                <a:moveTo>
                  <a:pt x="179197" y="368300"/>
                </a:moveTo>
                <a:lnTo>
                  <a:pt x="150622" y="368300"/>
                </a:lnTo>
                <a:lnTo>
                  <a:pt x="149860" y="381000"/>
                </a:lnTo>
                <a:lnTo>
                  <a:pt x="148844" y="393700"/>
                </a:lnTo>
                <a:lnTo>
                  <a:pt x="148209" y="393700"/>
                </a:lnTo>
                <a:lnTo>
                  <a:pt x="147700" y="419100"/>
                </a:lnTo>
                <a:lnTo>
                  <a:pt x="147320" y="419100"/>
                </a:lnTo>
                <a:lnTo>
                  <a:pt x="147066" y="431800"/>
                </a:lnTo>
                <a:lnTo>
                  <a:pt x="176530" y="431800"/>
                </a:lnTo>
                <a:lnTo>
                  <a:pt x="176784" y="419100"/>
                </a:lnTo>
                <a:lnTo>
                  <a:pt x="176911" y="406400"/>
                </a:lnTo>
                <a:lnTo>
                  <a:pt x="177165" y="406400"/>
                </a:lnTo>
                <a:lnTo>
                  <a:pt x="177292" y="393700"/>
                </a:lnTo>
                <a:lnTo>
                  <a:pt x="178054" y="381000"/>
                </a:lnTo>
                <a:lnTo>
                  <a:pt x="178562" y="381000"/>
                </a:lnTo>
                <a:lnTo>
                  <a:pt x="179197" y="368300"/>
                </a:lnTo>
                <a:close/>
              </a:path>
              <a:path w="561339" h="2692400">
                <a:moveTo>
                  <a:pt x="181229" y="355600"/>
                </a:moveTo>
                <a:lnTo>
                  <a:pt x="152019" y="355600"/>
                </a:lnTo>
                <a:lnTo>
                  <a:pt x="151257" y="368300"/>
                </a:lnTo>
                <a:lnTo>
                  <a:pt x="179705" y="368300"/>
                </a:lnTo>
                <a:lnTo>
                  <a:pt x="181229" y="355600"/>
                </a:lnTo>
                <a:close/>
              </a:path>
              <a:path w="561339" h="2692400">
                <a:moveTo>
                  <a:pt x="182880" y="342900"/>
                </a:moveTo>
                <a:lnTo>
                  <a:pt x="153924" y="342900"/>
                </a:lnTo>
                <a:lnTo>
                  <a:pt x="152908" y="355600"/>
                </a:lnTo>
                <a:lnTo>
                  <a:pt x="182118" y="355600"/>
                </a:lnTo>
                <a:lnTo>
                  <a:pt x="182880" y="342900"/>
                </a:lnTo>
                <a:close/>
              </a:path>
              <a:path w="561339" h="2692400">
                <a:moveTo>
                  <a:pt x="196596" y="279400"/>
                </a:moveTo>
                <a:lnTo>
                  <a:pt x="167259" y="279400"/>
                </a:lnTo>
                <a:lnTo>
                  <a:pt x="165608" y="292100"/>
                </a:lnTo>
                <a:lnTo>
                  <a:pt x="159512" y="317500"/>
                </a:lnTo>
                <a:lnTo>
                  <a:pt x="158242" y="330200"/>
                </a:lnTo>
                <a:lnTo>
                  <a:pt x="157099" y="330200"/>
                </a:lnTo>
                <a:lnTo>
                  <a:pt x="155956" y="342900"/>
                </a:lnTo>
                <a:lnTo>
                  <a:pt x="185166" y="342900"/>
                </a:lnTo>
                <a:lnTo>
                  <a:pt x="187452" y="330200"/>
                </a:lnTo>
                <a:lnTo>
                  <a:pt x="188975" y="317500"/>
                </a:lnTo>
                <a:lnTo>
                  <a:pt x="190246" y="317500"/>
                </a:lnTo>
                <a:lnTo>
                  <a:pt x="193421" y="304800"/>
                </a:lnTo>
                <a:lnTo>
                  <a:pt x="194945" y="292100"/>
                </a:lnTo>
                <a:lnTo>
                  <a:pt x="196596" y="279400"/>
                </a:lnTo>
                <a:close/>
              </a:path>
              <a:path w="561339" h="2692400">
                <a:moveTo>
                  <a:pt x="202819" y="254000"/>
                </a:moveTo>
                <a:lnTo>
                  <a:pt x="173609" y="254000"/>
                </a:lnTo>
                <a:lnTo>
                  <a:pt x="172085" y="266700"/>
                </a:lnTo>
                <a:lnTo>
                  <a:pt x="170180" y="266700"/>
                </a:lnTo>
                <a:lnTo>
                  <a:pt x="168783" y="279400"/>
                </a:lnTo>
                <a:lnTo>
                  <a:pt x="197993" y="279400"/>
                </a:lnTo>
                <a:lnTo>
                  <a:pt x="201295" y="266700"/>
                </a:lnTo>
                <a:lnTo>
                  <a:pt x="202819" y="254000"/>
                </a:lnTo>
                <a:close/>
              </a:path>
              <a:path w="561339" h="2692400">
                <a:moveTo>
                  <a:pt x="205994" y="241300"/>
                </a:moveTo>
                <a:lnTo>
                  <a:pt x="176657" y="241300"/>
                </a:lnTo>
                <a:lnTo>
                  <a:pt x="175133" y="254000"/>
                </a:lnTo>
                <a:lnTo>
                  <a:pt x="204343" y="254000"/>
                </a:lnTo>
                <a:lnTo>
                  <a:pt x="205994" y="241300"/>
                </a:lnTo>
                <a:close/>
              </a:path>
              <a:path w="561339" h="2692400">
                <a:moveTo>
                  <a:pt x="210438" y="215900"/>
                </a:moveTo>
                <a:lnTo>
                  <a:pt x="182625" y="215900"/>
                </a:lnTo>
                <a:lnTo>
                  <a:pt x="181356" y="228600"/>
                </a:lnTo>
                <a:lnTo>
                  <a:pt x="179959" y="228600"/>
                </a:lnTo>
                <a:lnTo>
                  <a:pt x="178308" y="241300"/>
                </a:lnTo>
                <a:lnTo>
                  <a:pt x="207645" y="241300"/>
                </a:lnTo>
                <a:lnTo>
                  <a:pt x="209169" y="228600"/>
                </a:lnTo>
                <a:lnTo>
                  <a:pt x="210438" y="215900"/>
                </a:lnTo>
                <a:close/>
              </a:path>
              <a:path w="561339" h="2692400">
                <a:moveTo>
                  <a:pt x="214884" y="190500"/>
                </a:moveTo>
                <a:lnTo>
                  <a:pt x="185928" y="190500"/>
                </a:lnTo>
                <a:lnTo>
                  <a:pt x="184912" y="203200"/>
                </a:lnTo>
                <a:lnTo>
                  <a:pt x="183769" y="215900"/>
                </a:lnTo>
                <a:lnTo>
                  <a:pt x="211709" y="215900"/>
                </a:lnTo>
                <a:lnTo>
                  <a:pt x="212979" y="203200"/>
                </a:lnTo>
                <a:lnTo>
                  <a:pt x="213995" y="203200"/>
                </a:lnTo>
                <a:lnTo>
                  <a:pt x="214884" y="190500"/>
                </a:lnTo>
                <a:close/>
              </a:path>
              <a:path w="561339" h="2692400">
                <a:moveTo>
                  <a:pt x="216408" y="177800"/>
                </a:moveTo>
                <a:lnTo>
                  <a:pt x="188213" y="177800"/>
                </a:lnTo>
                <a:lnTo>
                  <a:pt x="187579" y="190500"/>
                </a:lnTo>
                <a:lnTo>
                  <a:pt x="215773" y="190500"/>
                </a:lnTo>
                <a:lnTo>
                  <a:pt x="216408" y="177800"/>
                </a:lnTo>
                <a:close/>
              </a:path>
              <a:path w="561339" h="2692400">
                <a:moveTo>
                  <a:pt x="217424" y="165100"/>
                </a:moveTo>
                <a:lnTo>
                  <a:pt x="189230" y="165100"/>
                </a:lnTo>
                <a:lnTo>
                  <a:pt x="188722" y="177800"/>
                </a:lnTo>
                <a:lnTo>
                  <a:pt x="217043" y="177800"/>
                </a:lnTo>
                <a:lnTo>
                  <a:pt x="217424" y="165100"/>
                </a:lnTo>
                <a:close/>
              </a:path>
              <a:path w="561339" h="2692400">
                <a:moveTo>
                  <a:pt x="217678" y="139700"/>
                </a:moveTo>
                <a:lnTo>
                  <a:pt x="189611" y="139700"/>
                </a:lnTo>
                <a:lnTo>
                  <a:pt x="189611" y="165100"/>
                </a:lnTo>
                <a:lnTo>
                  <a:pt x="217678" y="165100"/>
                </a:lnTo>
                <a:lnTo>
                  <a:pt x="217932" y="152400"/>
                </a:lnTo>
                <a:lnTo>
                  <a:pt x="217678" y="139700"/>
                </a:lnTo>
                <a:close/>
              </a:path>
              <a:path w="561339" h="2692400">
                <a:moveTo>
                  <a:pt x="216916" y="127000"/>
                </a:moveTo>
                <a:lnTo>
                  <a:pt x="188849" y="127000"/>
                </a:lnTo>
                <a:lnTo>
                  <a:pt x="189357" y="139700"/>
                </a:lnTo>
                <a:lnTo>
                  <a:pt x="217424" y="139700"/>
                </a:lnTo>
                <a:lnTo>
                  <a:pt x="216916" y="127000"/>
                </a:lnTo>
                <a:close/>
              </a:path>
              <a:path w="561339" h="2692400">
                <a:moveTo>
                  <a:pt x="215265" y="114300"/>
                </a:moveTo>
                <a:lnTo>
                  <a:pt x="187325" y="114300"/>
                </a:lnTo>
                <a:lnTo>
                  <a:pt x="188341" y="127000"/>
                </a:lnTo>
                <a:lnTo>
                  <a:pt x="216154" y="127000"/>
                </a:lnTo>
                <a:lnTo>
                  <a:pt x="215265" y="114300"/>
                </a:lnTo>
                <a:close/>
              </a:path>
              <a:path w="561339" h="2692400">
                <a:moveTo>
                  <a:pt x="213741" y="101600"/>
                </a:moveTo>
                <a:lnTo>
                  <a:pt x="183642" y="101600"/>
                </a:lnTo>
                <a:lnTo>
                  <a:pt x="185166" y="114300"/>
                </a:lnTo>
                <a:lnTo>
                  <a:pt x="213868" y="114300"/>
                </a:lnTo>
                <a:lnTo>
                  <a:pt x="213741" y="101600"/>
                </a:lnTo>
                <a:close/>
              </a:path>
              <a:path w="561339" h="2692400">
                <a:moveTo>
                  <a:pt x="210312" y="88900"/>
                </a:moveTo>
                <a:lnTo>
                  <a:pt x="179705" y="88900"/>
                </a:lnTo>
                <a:lnTo>
                  <a:pt x="181737" y="101600"/>
                </a:lnTo>
                <a:lnTo>
                  <a:pt x="210438" y="101600"/>
                </a:lnTo>
                <a:lnTo>
                  <a:pt x="210312" y="88900"/>
                </a:lnTo>
                <a:close/>
              </a:path>
              <a:path w="561339" h="2692400">
                <a:moveTo>
                  <a:pt x="205359" y="76200"/>
                </a:moveTo>
                <a:lnTo>
                  <a:pt x="172593" y="76200"/>
                </a:lnTo>
                <a:lnTo>
                  <a:pt x="175387" y="88900"/>
                </a:lnTo>
                <a:lnTo>
                  <a:pt x="208153" y="88900"/>
                </a:lnTo>
                <a:lnTo>
                  <a:pt x="205359" y="76200"/>
                </a:lnTo>
                <a:close/>
              </a:path>
              <a:path w="561339" h="2692400">
                <a:moveTo>
                  <a:pt x="196215" y="63500"/>
                </a:moveTo>
                <a:lnTo>
                  <a:pt x="164084" y="63500"/>
                </a:lnTo>
                <a:lnTo>
                  <a:pt x="167005" y="76200"/>
                </a:lnTo>
                <a:lnTo>
                  <a:pt x="199517" y="76200"/>
                </a:lnTo>
                <a:lnTo>
                  <a:pt x="196215" y="63500"/>
                </a:lnTo>
                <a:close/>
              </a:path>
              <a:path w="561339" h="2692400">
                <a:moveTo>
                  <a:pt x="22479" y="50800"/>
                </a:moveTo>
                <a:lnTo>
                  <a:pt x="1270" y="50800"/>
                </a:lnTo>
                <a:lnTo>
                  <a:pt x="2286" y="63500"/>
                </a:lnTo>
                <a:lnTo>
                  <a:pt x="22352" y="63500"/>
                </a:lnTo>
                <a:lnTo>
                  <a:pt x="22479" y="50800"/>
                </a:lnTo>
                <a:close/>
              </a:path>
              <a:path w="561339" h="2692400">
                <a:moveTo>
                  <a:pt x="189103" y="50800"/>
                </a:moveTo>
                <a:lnTo>
                  <a:pt x="153543" y="50800"/>
                </a:lnTo>
                <a:lnTo>
                  <a:pt x="157225" y="63500"/>
                </a:lnTo>
                <a:lnTo>
                  <a:pt x="192278" y="63500"/>
                </a:lnTo>
                <a:lnTo>
                  <a:pt x="189103" y="50800"/>
                </a:lnTo>
                <a:close/>
              </a:path>
              <a:path w="561339" h="2692400">
                <a:moveTo>
                  <a:pt x="33909" y="38100"/>
                </a:moveTo>
                <a:lnTo>
                  <a:pt x="508" y="38100"/>
                </a:lnTo>
                <a:lnTo>
                  <a:pt x="0" y="50800"/>
                </a:lnTo>
                <a:lnTo>
                  <a:pt x="30861" y="50800"/>
                </a:lnTo>
                <a:lnTo>
                  <a:pt x="33909" y="38100"/>
                </a:lnTo>
                <a:close/>
              </a:path>
              <a:path w="561339" h="2692400">
                <a:moveTo>
                  <a:pt x="138684" y="38100"/>
                </a:moveTo>
                <a:lnTo>
                  <a:pt x="134747" y="38100"/>
                </a:lnTo>
                <a:lnTo>
                  <a:pt x="139192" y="50800"/>
                </a:lnTo>
                <a:lnTo>
                  <a:pt x="138684" y="38100"/>
                </a:lnTo>
                <a:close/>
              </a:path>
              <a:path w="561339" h="2692400">
                <a:moveTo>
                  <a:pt x="180848" y="38100"/>
                </a:moveTo>
                <a:lnTo>
                  <a:pt x="138684" y="38100"/>
                </a:lnTo>
                <a:lnTo>
                  <a:pt x="143383" y="50800"/>
                </a:lnTo>
                <a:lnTo>
                  <a:pt x="185420" y="50800"/>
                </a:lnTo>
                <a:lnTo>
                  <a:pt x="180848" y="38100"/>
                </a:lnTo>
                <a:close/>
              </a:path>
              <a:path w="561339" h="2692400">
                <a:moveTo>
                  <a:pt x="62865" y="25400"/>
                </a:moveTo>
                <a:lnTo>
                  <a:pt x="9652" y="25400"/>
                </a:lnTo>
                <a:lnTo>
                  <a:pt x="7238" y="38100"/>
                </a:lnTo>
                <a:lnTo>
                  <a:pt x="58420" y="38100"/>
                </a:lnTo>
                <a:lnTo>
                  <a:pt x="62865" y="25400"/>
                </a:lnTo>
                <a:close/>
              </a:path>
              <a:path w="561339" h="2692400">
                <a:moveTo>
                  <a:pt x="167640" y="25400"/>
                </a:moveTo>
                <a:lnTo>
                  <a:pt x="107696" y="25400"/>
                </a:lnTo>
                <a:lnTo>
                  <a:pt x="112268" y="38100"/>
                </a:lnTo>
                <a:lnTo>
                  <a:pt x="168021" y="38100"/>
                </a:lnTo>
                <a:lnTo>
                  <a:pt x="167640" y="25400"/>
                </a:lnTo>
                <a:close/>
              </a:path>
              <a:path w="561339" h="2692400">
                <a:moveTo>
                  <a:pt x="148590" y="12700"/>
                </a:moveTo>
                <a:lnTo>
                  <a:pt x="29337" y="12700"/>
                </a:lnTo>
                <a:lnTo>
                  <a:pt x="25781" y="25400"/>
                </a:lnTo>
                <a:lnTo>
                  <a:pt x="153162" y="25400"/>
                </a:lnTo>
                <a:lnTo>
                  <a:pt x="148590" y="12700"/>
                </a:lnTo>
                <a:close/>
              </a:path>
              <a:path w="561339" h="2692400">
                <a:moveTo>
                  <a:pt x="118745" y="0"/>
                </a:moveTo>
                <a:lnTo>
                  <a:pt x="60579" y="0"/>
                </a:lnTo>
                <a:lnTo>
                  <a:pt x="56387" y="12700"/>
                </a:lnTo>
                <a:lnTo>
                  <a:pt x="119253" y="12700"/>
                </a:lnTo>
                <a:lnTo>
                  <a:pt x="118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84871" y="1295780"/>
            <a:ext cx="167236" cy="2575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33918" y="1292352"/>
            <a:ext cx="1233042" cy="2929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41408" y="1184147"/>
            <a:ext cx="122003" cy="1182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48140" y="1296288"/>
            <a:ext cx="860298" cy="27444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0206252" y="1312036"/>
            <a:ext cx="45720" cy="253365"/>
          </a:xfrm>
          <a:custGeom>
            <a:avLst/>
            <a:gdLst/>
            <a:ahLst/>
            <a:cxnLst/>
            <a:rect l="l" t="t" r="r" b="b"/>
            <a:pathLst>
              <a:path w="45720" h="253365">
                <a:moveTo>
                  <a:pt x="24360" y="0"/>
                </a:moveTo>
                <a:lnTo>
                  <a:pt x="20931" y="2666"/>
                </a:lnTo>
                <a:lnTo>
                  <a:pt x="15851" y="6476"/>
                </a:lnTo>
                <a:lnTo>
                  <a:pt x="13819" y="8382"/>
                </a:lnTo>
                <a:lnTo>
                  <a:pt x="3659" y="40132"/>
                </a:lnTo>
                <a:lnTo>
                  <a:pt x="3532" y="40639"/>
                </a:lnTo>
                <a:lnTo>
                  <a:pt x="2661" y="50546"/>
                </a:lnTo>
                <a:lnTo>
                  <a:pt x="1500" y="61722"/>
                </a:lnTo>
                <a:lnTo>
                  <a:pt x="1403" y="63373"/>
                </a:lnTo>
                <a:lnTo>
                  <a:pt x="484" y="75437"/>
                </a:lnTo>
                <a:lnTo>
                  <a:pt x="353" y="76200"/>
                </a:lnTo>
                <a:lnTo>
                  <a:pt x="0" y="88809"/>
                </a:lnTo>
                <a:lnTo>
                  <a:pt x="103" y="132587"/>
                </a:lnTo>
                <a:lnTo>
                  <a:pt x="2008" y="173989"/>
                </a:lnTo>
                <a:lnTo>
                  <a:pt x="2770" y="185165"/>
                </a:lnTo>
                <a:lnTo>
                  <a:pt x="3405" y="195834"/>
                </a:lnTo>
                <a:lnTo>
                  <a:pt x="4040" y="204977"/>
                </a:lnTo>
                <a:lnTo>
                  <a:pt x="4040" y="205359"/>
                </a:lnTo>
                <a:lnTo>
                  <a:pt x="4499" y="210565"/>
                </a:lnTo>
                <a:lnTo>
                  <a:pt x="4802" y="213740"/>
                </a:lnTo>
                <a:lnTo>
                  <a:pt x="5437" y="220979"/>
                </a:lnTo>
                <a:lnTo>
                  <a:pt x="5518" y="222376"/>
                </a:lnTo>
                <a:lnTo>
                  <a:pt x="6072" y="226716"/>
                </a:lnTo>
                <a:lnTo>
                  <a:pt x="6199" y="227711"/>
                </a:lnTo>
                <a:lnTo>
                  <a:pt x="6339" y="228600"/>
                </a:lnTo>
                <a:lnTo>
                  <a:pt x="6459" y="229362"/>
                </a:lnTo>
                <a:lnTo>
                  <a:pt x="6580" y="230124"/>
                </a:lnTo>
                <a:lnTo>
                  <a:pt x="8792" y="237743"/>
                </a:lnTo>
                <a:lnTo>
                  <a:pt x="8866" y="237998"/>
                </a:lnTo>
                <a:lnTo>
                  <a:pt x="9628" y="239775"/>
                </a:lnTo>
                <a:lnTo>
                  <a:pt x="10644" y="241300"/>
                </a:lnTo>
                <a:lnTo>
                  <a:pt x="12930" y="244601"/>
                </a:lnTo>
                <a:lnTo>
                  <a:pt x="17031" y="250443"/>
                </a:lnTo>
                <a:lnTo>
                  <a:pt x="17121" y="250571"/>
                </a:lnTo>
                <a:lnTo>
                  <a:pt x="24868" y="252984"/>
                </a:lnTo>
                <a:lnTo>
                  <a:pt x="29579" y="251205"/>
                </a:lnTo>
                <a:lnTo>
                  <a:pt x="27662" y="251205"/>
                </a:lnTo>
                <a:lnTo>
                  <a:pt x="31580" y="250443"/>
                </a:lnTo>
                <a:lnTo>
                  <a:pt x="34618" y="250443"/>
                </a:lnTo>
                <a:lnTo>
                  <a:pt x="36171" y="249809"/>
                </a:lnTo>
                <a:lnTo>
                  <a:pt x="38304" y="248030"/>
                </a:lnTo>
                <a:lnTo>
                  <a:pt x="34901" y="248030"/>
                </a:lnTo>
                <a:lnTo>
                  <a:pt x="30964" y="245999"/>
                </a:lnTo>
                <a:lnTo>
                  <a:pt x="28678" y="238887"/>
                </a:lnTo>
                <a:lnTo>
                  <a:pt x="30456" y="234950"/>
                </a:lnTo>
                <a:lnTo>
                  <a:pt x="34012" y="233552"/>
                </a:lnTo>
                <a:lnTo>
                  <a:pt x="40826" y="231036"/>
                </a:lnTo>
                <a:lnTo>
                  <a:pt x="40759" y="230504"/>
                </a:lnTo>
                <a:lnTo>
                  <a:pt x="41305" y="230504"/>
                </a:lnTo>
                <a:lnTo>
                  <a:pt x="40870" y="229362"/>
                </a:lnTo>
                <a:lnTo>
                  <a:pt x="40539" y="228600"/>
                </a:lnTo>
                <a:lnTo>
                  <a:pt x="40108" y="228600"/>
                </a:lnTo>
                <a:lnTo>
                  <a:pt x="39219" y="225551"/>
                </a:lnTo>
                <a:lnTo>
                  <a:pt x="39486" y="225551"/>
                </a:lnTo>
                <a:lnTo>
                  <a:pt x="39200" y="224154"/>
                </a:lnTo>
                <a:lnTo>
                  <a:pt x="38961" y="223240"/>
                </a:lnTo>
                <a:lnTo>
                  <a:pt x="38886" y="221741"/>
                </a:lnTo>
                <a:lnTo>
                  <a:pt x="37949" y="211200"/>
                </a:lnTo>
                <a:lnTo>
                  <a:pt x="37949" y="210565"/>
                </a:lnTo>
                <a:lnTo>
                  <a:pt x="36933" y="202057"/>
                </a:lnTo>
                <a:lnTo>
                  <a:pt x="36044" y="193039"/>
                </a:lnTo>
                <a:lnTo>
                  <a:pt x="34901" y="182372"/>
                </a:lnTo>
                <a:lnTo>
                  <a:pt x="33645" y="171196"/>
                </a:lnTo>
                <a:lnTo>
                  <a:pt x="32276" y="158632"/>
                </a:lnTo>
                <a:lnTo>
                  <a:pt x="32331" y="158234"/>
                </a:lnTo>
                <a:lnTo>
                  <a:pt x="31466" y="146938"/>
                </a:lnTo>
                <a:lnTo>
                  <a:pt x="31369" y="145667"/>
                </a:lnTo>
                <a:lnTo>
                  <a:pt x="31290" y="144637"/>
                </a:lnTo>
                <a:lnTo>
                  <a:pt x="29821" y="117093"/>
                </a:lnTo>
                <a:lnTo>
                  <a:pt x="28568" y="89788"/>
                </a:lnTo>
                <a:lnTo>
                  <a:pt x="28523" y="88809"/>
                </a:lnTo>
                <a:lnTo>
                  <a:pt x="28184" y="76708"/>
                </a:lnTo>
                <a:lnTo>
                  <a:pt x="28194" y="75437"/>
                </a:lnTo>
                <a:lnTo>
                  <a:pt x="28424" y="63373"/>
                </a:lnTo>
                <a:lnTo>
                  <a:pt x="28551" y="53593"/>
                </a:lnTo>
                <a:lnTo>
                  <a:pt x="28678" y="42037"/>
                </a:lnTo>
                <a:lnTo>
                  <a:pt x="29049" y="32765"/>
                </a:lnTo>
                <a:lnTo>
                  <a:pt x="29059" y="32512"/>
                </a:lnTo>
                <a:lnTo>
                  <a:pt x="29176" y="29590"/>
                </a:lnTo>
                <a:lnTo>
                  <a:pt x="29243" y="26604"/>
                </a:lnTo>
                <a:lnTo>
                  <a:pt x="29313" y="25908"/>
                </a:lnTo>
                <a:lnTo>
                  <a:pt x="29992" y="22605"/>
                </a:lnTo>
                <a:lnTo>
                  <a:pt x="29821" y="22605"/>
                </a:lnTo>
                <a:lnTo>
                  <a:pt x="30329" y="20700"/>
                </a:lnTo>
                <a:lnTo>
                  <a:pt x="30528" y="20700"/>
                </a:lnTo>
                <a:lnTo>
                  <a:pt x="30811" y="19938"/>
                </a:lnTo>
                <a:lnTo>
                  <a:pt x="30583" y="19938"/>
                </a:lnTo>
                <a:lnTo>
                  <a:pt x="31472" y="18161"/>
                </a:lnTo>
                <a:lnTo>
                  <a:pt x="31684" y="18161"/>
                </a:lnTo>
                <a:lnTo>
                  <a:pt x="36171" y="10922"/>
                </a:lnTo>
                <a:lnTo>
                  <a:pt x="35586" y="6476"/>
                </a:lnTo>
                <a:lnTo>
                  <a:pt x="35536" y="6096"/>
                </a:lnTo>
                <a:lnTo>
                  <a:pt x="29186" y="253"/>
                </a:lnTo>
                <a:lnTo>
                  <a:pt x="24360" y="0"/>
                </a:lnTo>
                <a:close/>
              </a:path>
              <a:path w="45720" h="253365">
                <a:moveTo>
                  <a:pt x="31599" y="250443"/>
                </a:moveTo>
                <a:lnTo>
                  <a:pt x="27662" y="251205"/>
                </a:lnTo>
                <a:lnTo>
                  <a:pt x="29579" y="251205"/>
                </a:lnTo>
                <a:lnTo>
                  <a:pt x="31599" y="250443"/>
                </a:lnTo>
                <a:close/>
              </a:path>
              <a:path w="45720" h="253365">
                <a:moveTo>
                  <a:pt x="34618" y="250443"/>
                </a:moveTo>
                <a:lnTo>
                  <a:pt x="31599" y="250443"/>
                </a:lnTo>
                <a:lnTo>
                  <a:pt x="29579" y="251205"/>
                </a:lnTo>
                <a:lnTo>
                  <a:pt x="32756" y="251205"/>
                </a:lnTo>
                <a:lnTo>
                  <a:pt x="34618" y="250443"/>
                </a:lnTo>
                <a:close/>
              </a:path>
              <a:path w="45720" h="253365">
                <a:moveTo>
                  <a:pt x="40826" y="231036"/>
                </a:moveTo>
                <a:lnTo>
                  <a:pt x="34012" y="233552"/>
                </a:lnTo>
                <a:lnTo>
                  <a:pt x="30456" y="234950"/>
                </a:lnTo>
                <a:lnTo>
                  <a:pt x="28678" y="238887"/>
                </a:lnTo>
                <a:lnTo>
                  <a:pt x="30841" y="245617"/>
                </a:lnTo>
                <a:lnTo>
                  <a:pt x="30964" y="245999"/>
                </a:lnTo>
                <a:lnTo>
                  <a:pt x="34901" y="248030"/>
                </a:lnTo>
                <a:lnTo>
                  <a:pt x="39986" y="246593"/>
                </a:lnTo>
                <a:lnTo>
                  <a:pt x="41124" y="245617"/>
                </a:lnTo>
                <a:lnTo>
                  <a:pt x="43410" y="241935"/>
                </a:lnTo>
                <a:lnTo>
                  <a:pt x="43834" y="240263"/>
                </a:lnTo>
                <a:lnTo>
                  <a:pt x="43502" y="238887"/>
                </a:lnTo>
                <a:lnTo>
                  <a:pt x="43410" y="238505"/>
                </a:lnTo>
                <a:lnTo>
                  <a:pt x="41733" y="238505"/>
                </a:lnTo>
                <a:lnTo>
                  <a:pt x="41835" y="237998"/>
                </a:lnTo>
                <a:lnTo>
                  <a:pt x="41678" y="237743"/>
                </a:lnTo>
                <a:lnTo>
                  <a:pt x="40826" y="231036"/>
                </a:lnTo>
                <a:close/>
              </a:path>
              <a:path w="45720" h="253365">
                <a:moveTo>
                  <a:pt x="39986" y="246593"/>
                </a:moveTo>
                <a:lnTo>
                  <a:pt x="34901" y="248030"/>
                </a:lnTo>
                <a:lnTo>
                  <a:pt x="38308" y="248030"/>
                </a:lnTo>
                <a:lnTo>
                  <a:pt x="39986" y="246593"/>
                </a:lnTo>
                <a:close/>
              </a:path>
              <a:path w="45720" h="253365">
                <a:moveTo>
                  <a:pt x="43834" y="240263"/>
                </a:moveTo>
                <a:lnTo>
                  <a:pt x="43410" y="241935"/>
                </a:lnTo>
                <a:lnTo>
                  <a:pt x="41124" y="245617"/>
                </a:lnTo>
                <a:lnTo>
                  <a:pt x="39986" y="246593"/>
                </a:lnTo>
                <a:lnTo>
                  <a:pt x="42140" y="245999"/>
                </a:lnTo>
                <a:lnTo>
                  <a:pt x="44299" y="242188"/>
                </a:lnTo>
                <a:lnTo>
                  <a:pt x="43834" y="240263"/>
                </a:lnTo>
                <a:close/>
              </a:path>
              <a:path w="45720" h="253365">
                <a:moveTo>
                  <a:pt x="42267" y="230504"/>
                </a:moveTo>
                <a:lnTo>
                  <a:pt x="41424" y="230816"/>
                </a:lnTo>
                <a:lnTo>
                  <a:pt x="41902" y="232155"/>
                </a:lnTo>
                <a:lnTo>
                  <a:pt x="42000" y="232903"/>
                </a:lnTo>
                <a:lnTo>
                  <a:pt x="43716" y="239775"/>
                </a:lnTo>
                <a:lnTo>
                  <a:pt x="43834" y="240263"/>
                </a:lnTo>
                <a:lnTo>
                  <a:pt x="45536" y="233552"/>
                </a:lnTo>
                <a:lnTo>
                  <a:pt x="45412" y="232903"/>
                </a:lnTo>
                <a:lnTo>
                  <a:pt x="45188" y="232155"/>
                </a:lnTo>
                <a:lnTo>
                  <a:pt x="43604" y="230816"/>
                </a:lnTo>
                <a:lnTo>
                  <a:pt x="43823" y="230816"/>
                </a:lnTo>
                <a:lnTo>
                  <a:pt x="42267" y="230504"/>
                </a:lnTo>
                <a:close/>
              </a:path>
              <a:path w="45720" h="253365">
                <a:moveTo>
                  <a:pt x="42165" y="233552"/>
                </a:moveTo>
                <a:lnTo>
                  <a:pt x="42267" y="234950"/>
                </a:lnTo>
                <a:lnTo>
                  <a:pt x="41886" y="237743"/>
                </a:lnTo>
                <a:lnTo>
                  <a:pt x="41775" y="238505"/>
                </a:lnTo>
                <a:lnTo>
                  <a:pt x="43410" y="238505"/>
                </a:lnTo>
                <a:lnTo>
                  <a:pt x="42165" y="233552"/>
                </a:lnTo>
                <a:close/>
              </a:path>
              <a:path w="45720" h="253365">
                <a:moveTo>
                  <a:pt x="40800" y="230504"/>
                </a:moveTo>
                <a:lnTo>
                  <a:pt x="40826" y="231036"/>
                </a:lnTo>
                <a:lnTo>
                  <a:pt x="41678" y="237743"/>
                </a:lnTo>
                <a:lnTo>
                  <a:pt x="41710" y="237998"/>
                </a:lnTo>
                <a:lnTo>
                  <a:pt x="41886" y="237743"/>
                </a:lnTo>
                <a:lnTo>
                  <a:pt x="42267" y="234950"/>
                </a:lnTo>
                <a:lnTo>
                  <a:pt x="42084" y="233552"/>
                </a:lnTo>
                <a:lnTo>
                  <a:pt x="42000" y="232903"/>
                </a:lnTo>
                <a:lnTo>
                  <a:pt x="41543" y="232155"/>
                </a:lnTo>
                <a:lnTo>
                  <a:pt x="40800" y="230504"/>
                </a:lnTo>
                <a:close/>
              </a:path>
              <a:path w="45720" h="253365">
                <a:moveTo>
                  <a:pt x="41508" y="231036"/>
                </a:moveTo>
                <a:lnTo>
                  <a:pt x="41039" y="231036"/>
                </a:lnTo>
                <a:lnTo>
                  <a:pt x="41879" y="232903"/>
                </a:lnTo>
                <a:lnTo>
                  <a:pt x="41902" y="232155"/>
                </a:lnTo>
                <a:lnTo>
                  <a:pt x="41508" y="231036"/>
                </a:lnTo>
                <a:close/>
              </a:path>
              <a:path w="45720" h="253365">
                <a:moveTo>
                  <a:pt x="41305" y="230504"/>
                </a:moveTo>
                <a:lnTo>
                  <a:pt x="40800" y="230504"/>
                </a:lnTo>
                <a:lnTo>
                  <a:pt x="40940" y="230816"/>
                </a:lnTo>
                <a:lnTo>
                  <a:pt x="41039" y="231036"/>
                </a:lnTo>
                <a:lnTo>
                  <a:pt x="40826" y="231036"/>
                </a:lnTo>
                <a:lnTo>
                  <a:pt x="41424" y="230816"/>
                </a:lnTo>
                <a:lnTo>
                  <a:pt x="41305" y="230504"/>
                </a:lnTo>
                <a:close/>
              </a:path>
              <a:path w="45720" h="253365">
                <a:moveTo>
                  <a:pt x="41424" y="230816"/>
                </a:moveTo>
                <a:lnTo>
                  <a:pt x="40826" y="231036"/>
                </a:lnTo>
                <a:lnTo>
                  <a:pt x="41508" y="231036"/>
                </a:lnTo>
                <a:lnTo>
                  <a:pt x="41424" y="230816"/>
                </a:lnTo>
                <a:close/>
              </a:path>
              <a:path w="45720" h="253365">
                <a:moveTo>
                  <a:pt x="39723" y="226716"/>
                </a:moveTo>
                <a:lnTo>
                  <a:pt x="40108" y="228600"/>
                </a:lnTo>
                <a:lnTo>
                  <a:pt x="40539" y="228600"/>
                </a:lnTo>
                <a:lnTo>
                  <a:pt x="39723" y="226716"/>
                </a:lnTo>
                <a:close/>
              </a:path>
              <a:path w="45720" h="253365">
                <a:moveTo>
                  <a:pt x="39219" y="225551"/>
                </a:moveTo>
                <a:lnTo>
                  <a:pt x="39848" y="227711"/>
                </a:lnTo>
                <a:lnTo>
                  <a:pt x="39723" y="226716"/>
                </a:lnTo>
                <a:lnTo>
                  <a:pt x="39219" y="225551"/>
                </a:lnTo>
                <a:close/>
              </a:path>
              <a:path w="45720" h="253365">
                <a:moveTo>
                  <a:pt x="39486" y="225551"/>
                </a:moveTo>
                <a:lnTo>
                  <a:pt x="39219" y="225551"/>
                </a:lnTo>
                <a:lnTo>
                  <a:pt x="39723" y="226716"/>
                </a:lnTo>
                <a:lnTo>
                  <a:pt x="39486" y="225551"/>
                </a:lnTo>
                <a:close/>
              </a:path>
              <a:path w="45720" h="253365">
                <a:moveTo>
                  <a:pt x="30148" y="21724"/>
                </a:moveTo>
                <a:lnTo>
                  <a:pt x="29821" y="22605"/>
                </a:lnTo>
                <a:lnTo>
                  <a:pt x="29992" y="22605"/>
                </a:lnTo>
                <a:lnTo>
                  <a:pt x="30148" y="21724"/>
                </a:lnTo>
                <a:close/>
              </a:path>
              <a:path w="45720" h="253365">
                <a:moveTo>
                  <a:pt x="30528" y="20700"/>
                </a:moveTo>
                <a:lnTo>
                  <a:pt x="30329" y="20700"/>
                </a:lnTo>
                <a:lnTo>
                  <a:pt x="30239" y="21209"/>
                </a:lnTo>
                <a:lnTo>
                  <a:pt x="30528" y="20700"/>
                </a:lnTo>
                <a:close/>
              </a:path>
              <a:path w="45720" h="253365">
                <a:moveTo>
                  <a:pt x="31153" y="19018"/>
                </a:moveTo>
                <a:lnTo>
                  <a:pt x="30583" y="19938"/>
                </a:lnTo>
                <a:lnTo>
                  <a:pt x="30811" y="19938"/>
                </a:lnTo>
                <a:lnTo>
                  <a:pt x="31153" y="19018"/>
                </a:lnTo>
                <a:close/>
              </a:path>
              <a:path w="45720" h="253365">
                <a:moveTo>
                  <a:pt x="31684" y="18161"/>
                </a:moveTo>
                <a:lnTo>
                  <a:pt x="31472" y="18161"/>
                </a:lnTo>
                <a:lnTo>
                  <a:pt x="31153" y="19018"/>
                </a:lnTo>
                <a:lnTo>
                  <a:pt x="31684" y="18161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342371" y="1356486"/>
            <a:ext cx="29209" cy="34290"/>
          </a:xfrm>
          <a:custGeom>
            <a:avLst/>
            <a:gdLst/>
            <a:ahLst/>
            <a:cxnLst/>
            <a:rect l="l" t="t" r="r" b="b"/>
            <a:pathLst>
              <a:path w="29209" h="34290">
                <a:moveTo>
                  <a:pt x="14341" y="25455"/>
                </a:moveTo>
                <a:lnTo>
                  <a:pt x="16025" y="27432"/>
                </a:lnTo>
                <a:lnTo>
                  <a:pt x="16636" y="28066"/>
                </a:lnTo>
                <a:lnTo>
                  <a:pt x="18669" y="30987"/>
                </a:lnTo>
                <a:lnTo>
                  <a:pt x="20066" y="32892"/>
                </a:lnTo>
                <a:lnTo>
                  <a:pt x="22732" y="33782"/>
                </a:lnTo>
                <a:lnTo>
                  <a:pt x="25019" y="32892"/>
                </a:lnTo>
                <a:lnTo>
                  <a:pt x="27304" y="32130"/>
                </a:lnTo>
                <a:lnTo>
                  <a:pt x="28828" y="29845"/>
                </a:lnTo>
                <a:lnTo>
                  <a:pt x="28720" y="25908"/>
                </a:lnTo>
                <a:lnTo>
                  <a:pt x="14858" y="25908"/>
                </a:lnTo>
                <a:lnTo>
                  <a:pt x="14341" y="25455"/>
                </a:lnTo>
                <a:close/>
              </a:path>
              <a:path w="29209" h="34290">
                <a:moveTo>
                  <a:pt x="27588" y="19558"/>
                </a:moveTo>
                <a:lnTo>
                  <a:pt x="7874" y="19558"/>
                </a:lnTo>
                <a:lnTo>
                  <a:pt x="12723" y="22605"/>
                </a:lnTo>
                <a:lnTo>
                  <a:pt x="10668" y="22605"/>
                </a:lnTo>
                <a:lnTo>
                  <a:pt x="12319" y="23875"/>
                </a:lnTo>
                <a:lnTo>
                  <a:pt x="13970" y="25018"/>
                </a:lnTo>
                <a:lnTo>
                  <a:pt x="14858" y="25908"/>
                </a:lnTo>
                <a:lnTo>
                  <a:pt x="28720" y="25908"/>
                </a:lnTo>
                <a:lnTo>
                  <a:pt x="28593" y="24129"/>
                </a:lnTo>
                <a:lnTo>
                  <a:pt x="28575" y="23875"/>
                </a:lnTo>
                <a:lnTo>
                  <a:pt x="28459" y="22605"/>
                </a:lnTo>
                <a:lnTo>
                  <a:pt x="13104" y="22605"/>
                </a:lnTo>
                <a:lnTo>
                  <a:pt x="9640" y="21485"/>
                </a:lnTo>
                <a:lnTo>
                  <a:pt x="28155" y="21485"/>
                </a:lnTo>
                <a:lnTo>
                  <a:pt x="27700" y="19938"/>
                </a:lnTo>
                <a:lnTo>
                  <a:pt x="27588" y="19558"/>
                </a:lnTo>
                <a:close/>
              </a:path>
              <a:path w="29209" h="34290">
                <a:moveTo>
                  <a:pt x="12826" y="24129"/>
                </a:moveTo>
                <a:lnTo>
                  <a:pt x="14341" y="25455"/>
                </a:lnTo>
                <a:lnTo>
                  <a:pt x="13970" y="25018"/>
                </a:lnTo>
                <a:lnTo>
                  <a:pt x="12826" y="24129"/>
                </a:lnTo>
                <a:close/>
              </a:path>
              <a:path w="29209" h="34290">
                <a:moveTo>
                  <a:pt x="7874" y="19558"/>
                </a:moveTo>
                <a:lnTo>
                  <a:pt x="9640" y="21485"/>
                </a:lnTo>
                <a:lnTo>
                  <a:pt x="13104" y="22605"/>
                </a:lnTo>
                <a:lnTo>
                  <a:pt x="12723" y="22605"/>
                </a:lnTo>
                <a:lnTo>
                  <a:pt x="7874" y="19558"/>
                </a:lnTo>
                <a:close/>
              </a:path>
              <a:path w="29209" h="34290">
                <a:moveTo>
                  <a:pt x="11937" y="0"/>
                </a:moveTo>
                <a:lnTo>
                  <a:pt x="7747" y="508"/>
                </a:lnTo>
                <a:lnTo>
                  <a:pt x="4572" y="2793"/>
                </a:lnTo>
                <a:lnTo>
                  <a:pt x="1524" y="5207"/>
                </a:lnTo>
                <a:lnTo>
                  <a:pt x="0" y="9143"/>
                </a:lnTo>
                <a:lnTo>
                  <a:pt x="660" y="12446"/>
                </a:lnTo>
                <a:lnTo>
                  <a:pt x="761" y="12953"/>
                </a:lnTo>
                <a:lnTo>
                  <a:pt x="1397" y="16763"/>
                </a:lnTo>
                <a:lnTo>
                  <a:pt x="4191" y="19938"/>
                </a:lnTo>
                <a:lnTo>
                  <a:pt x="8000" y="20954"/>
                </a:lnTo>
                <a:lnTo>
                  <a:pt x="9640" y="21485"/>
                </a:lnTo>
                <a:lnTo>
                  <a:pt x="7874" y="19558"/>
                </a:lnTo>
                <a:lnTo>
                  <a:pt x="27588" y="19558"/>
                </a:lnTo>
                <a:lnTo>
                  <a:pt x="27177" y="18161"/>
                </a:lnTo>
                <a:lnTo>
                  <a:pt x="26937" y="17017"/>
                </a:lnTo>
                <a:lnTo>
                  <a:pt x="26797" y="17017"/>
                </a:lnTo>
                <a:lnTo>
                  <a:pt x="26670" y="15239"/>
                </a:lnTo>
                <a:lnTo>
                  <a:pt x="25907" y="12446"/>
                </a:lnTo>
                <a:lnTo>
                  <a:pt x="24256" y="8636"/>
                </a:lnTo>
                <a:lnTo>
                  <a:pt x="23368" y="6476"/>
                </a:lnTo>
                <a:lnTo>
                  <a:pt x="21589" y="4699"/>
                </a:lnTo>
                <a:lnTo>
                  <a:pt x="15367" y="1777"/>
                </a:lnTo>
                <a:lnTo>
                  <a:pt x="11937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349356" y="1445894"/>
            <a:ext cx="24130" cy="90805"/>
          </a:xfrm>
          <a:custGeom>
            <a:avLst/>
            <a:gdLst/>
            <a:ahLst/>
            <a:cxnLst/>
            <a:rect l="l" t="t" r="r" b="b"/>
            <a:pathLst>
              <a:path w="24129" h="90805">
                <a:moveTo>
                  <a:pt x="15494" y="0"/>
                </a:moveTo>
                <a:lnTo>
                  <a:pt x="10414" y="0"/>
                </a:lnTo>
                <a:lnTo>
                  <a:pt x="8254" y="1777"/>
                </a:lnTo>
                <a:lnTo>
                  <a:pt x="6731" y="7619"/>
                </a:lnTo>
                <a:lnTo>
                  <a:pt x="6603" y="7874"/>
                </a:lnTo>
                <a:lnTo>
                  <a:pt x="5842" y="12064"/>
                </a:lnTo>
                <a:lnTo>
                  <a:pt x="5715" y="12318"/>
                </a:lnTo>
                <a:lnTo>
                  <a:pt x="5079" y="17271"/>
                </a:lnTo>
                <a:lnTo>
                  <a:pt x="4952" y="17525"/>
                </a:lnTo>
                <a:lnTo>
                  <a:pt x="4318" y="22859"/>
                </a:lnTo>
                <a:lnTo>
                  <a:pt x="4304" y="23113"/>
                </a:lnTo>
                <a:lnTo>
                  <a:pt x="3175" y="34035"/>
                </a:lnTo>
                <a:lnTo>
                  <a:pt x="3037" y="34289"/>
                </a:lnTo>
                <a:lnTo>
                  <a:pt x="2032" y="46354"/>
                </a:lnTo>
                <a:lnTo>
                  <a:pt x="1524" y="51307"/>
                </a:lnTo>
                <a:lnTo>
                  <a:pt x="1500" y="51942"/>
                </a:lnTo>
                <a:lnTo>
                  <a:pt x="1143" y="57403"/>
                </a:lnTo>
                <a:lnTo>
                  <a:pt x="635" y="62483"/>
                </a:lnTo>
                <a:lnTo>
                  <a:pt x="381" y="65912"/>
                </a:lnTo>
                <a:lnTo>
                  <a:pt x="253" y="66293"/>
                </a:lnTo>
                <a:lnTo>
                  <a:pt x="0" y="70738"/>
                </a:lnTo>
                <a:lnTo>
                  <a:pt x="0" y="76200"/>
                </a:lnTo>
                <a:lnTo>
                  <a:pt x="10668" y="90550"/>
                </a:lnTo>
                <a:lnTo>
                  <a:pt x="12446" y="90550"/>
                </a:lnTo>
                <a:lnTo>
                  <a:pt x="13716" y="89915"/>
                </a:lnTo>
                <a:lnTo>
                  <a:pt x="15240" y="89280"/>
                </a:lnTo>
                <a:lnTo>
                  <a:pt x="23495" y="72897"/>
                </a:lnTo>
                <a:lnTo>
                  <a:pt x="23495" y="72516"/>
                </a:lnTo>
                <a:lnTo>
                  <a:pt x="23875" y="68071"/>
                </a:lnTo>
                <a:lnTo>
                  <a:pt x="23998" y="65912"/>
                </a:lnTo>
                <a:lnTo>
                  <a:pt x="24103" y="57403"/>
                </a:lnTo>
                <a:lnTo>
                  <a:pt x="23875" y="51942"/>
                </a:lnTo>
                <a:lnTo>
                  <a:pt x="23622" y="46608"/>
                </a:lnTo>
                <a:lnTo>
                  <a:pt x="23114" y="40512"/>
                </a:lnTo>
                <a:lnTo>
                  <a:pt x="22733" y="34289"/>
                </a:lnTo>
                <a:lnTo>
                  <a:pt x="22733" y="34035"/>
                </a:lnTo>
                <a:lnTo>
                  <a:pt x="21590" y="23113"/>
                </a:lnTo>
                <a:lnTo>
                  <a:pt x="21590" y="22859"/>
                </a:lnTo>
                <a:lnTo>
                  <a:pt x="20954" y="17525"/>
                </a:lnTo>
                <a:lnTo>
                  <a:pt x="20827" y="17271"/>
                </a:lnTo>
                <a:lnTo>
                  <a:pt x="20193" y="12318"/>
                </a:lnTo>
                <a:lnTo>
                  <a:pt x="20066" y="12064"/>
                </a:lnTo>
                <a:lnTo>
                  <a:pt x="19303" y="7874"/>
                </a:lnTo>
                <a:lnTo>
                  <a:pt x="19176" y="7619"/>
                </a:lnTo>
                <a:lnTo>
                  <a:pt x="18288" y="4190"/>
                </a:lnTo>
                <a:lnTo>
                  <a:pt x="17779" y="1777"/>
                </a:lnTo>
                <a:lnTo>
                  <a:pt x="15494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44098" y="1422146"/>
            <a:ext cx="306324" cy="45085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0824082" y="1184275"/>
            <a:ext cx="31750" cy="138430"/>
          </a:xfrm>
          <a:custGeom>
            <a:avLst/>
            <a:gdLst/>
            <a:ahLst/>
            <a:cxnLst/>
            <a:rect l="l" t="t" r="r" b="b"/>
            <a:pathLst>
              <a:path w="31750" h="138430">
                <a:moveTo>
                  <a:pt x="7037" y="13289"/>
                </a:moveTo>
                <a:lnTo>
                  <a:pt x="5080" y="22860"/>
                </a:lnTo>
                <a:lnTo>
                  <a:pt x="4064" y="29717"/>
                </a:lnTo>
                <a:lnTo>
                  <a:pt x="4023" y="30861"/>
                </a:lnTo>
                <a:lnTo>
                  <a:pt x="3428" y="38226"/>
                </a:lnTo>
                <a:lnTo>
                  <a:pt x="3411" y="38735"/>
                </a:lnTo>
                <a:lnTo>
                  <a:pt x="1777" y="63119"/>
                </a:lnTo>
                <a:lnTo>
                  <a:pt x="1762" y="63626"/>
                </a:lnTo>
                <a:lnTo>
                  <a:pt x="1270" y="71627"/>
                </a:lnTo>
                <a:lnTo>
                  <a:pt x="889" y="79628"/>
                </a:lnTo>
                <a:lnTo>
                  <a:pt x="648" y="88034"/>
                </a:lnTo>
                <a:lnTo>
                  <a:pt x="253" y="94614"/>
                </a:lnTo>
                <a:lnTo>
                  <a:pt x="0" y="102488"/>
                </a:lnTo>
                <a:lnTo>
                  <a:pt x="0" y="103504"/>
                </a:lnTo>
                <a:lnTo>
                  <a:pt x="14477" y="136144"/>
                </a:lnTo>
                <a:lnTo>
                  <a:pt x="16694" y="137667"/>
                </a:lnTo>
                <a:lnTo>
                  <a:pt x="17113" y="137667"/>
                </a:lnTo>
                <a:lnTo>
                  <a:pt x="18923" y="138049"/>
                </a:lnTo>
                <a:lnTo>
                  <a:pt x="21209" y="137795"/>
                </a:lnTo>
                <a:lnTo>
                  <a:pt x="29710" y="133985"/>
                </a:lnTo>
                <a:lnTo>
                  <a:pt x="27813" y="133985"/>
                </a:lnTo>
                <a:lnTo>
                  <a:pt x="28163" y="129921"/>
                </a:lnTo>
                <a:lnTo>
                  <a:pt x="28283" y="128524"/>
                </a:lnTo>
                <a:lnTo>
                  <a:pt x="28366" y="127560"/>
                </a:lnTo>
                <a:lnTo>
                  <a:pt x="27639" y="126622"/>
                </a:lnTo>
                <a:lnTo>
                  <a:pt x="26797" y="125602"/>
                </a:lnTo>
                <a:lnTo>
                  <a:pt x="30225" y="125602"/>
                </a:lnTo>
                <a:lnTo>
                  <a:pt x="30480" y="121792"/>
                </a:lnTo>
                <a:lnTo>
                  <a:pt x="30480" y="119252"/>
                </a:lnTo>
                <a:lnTo>
                  <a:pt x="30054" y="115595"/>
                </a:lnTo>
                <a:lnTo>
                  <a:pt x="29680" y="109727"/>
                </a:lnTo>
                <a:lnTo>
                  <a:pt x="29624" y="102488"/>
                </a:lnTo>
                <a:lnTo>
                  <a:pt x="29845" y="95885"/>
                </a:lnTo>
                <a:lnTo>
                  <a:pt x="29826" y="88034"/>
                </a:lnTo>
                <a:lnTo>
                  <a:pt x="29083" y="63626"/>
                </a:lnTo>
                <a:lnTo>
                  <a:pt x="28956" y="55879"/>
                </a:lnTo>
                <a:lnTo>
                  <a:pt x="28701" y="46609"/>
                </a:lnTo>
                <a:lnTo>
                  <a:pt x="28321" y="38735"/>
                </a:lnTo>
                <a:lnTo>
                  <a:pt x="28067" y="30861"/>
                </a:lnTo>
                <a:lnTo>
                  <a:pt x="27940" y="18287"/>
                </a:lnTo>
                <a:lnTo>
                  <a:pt x="27749" y="14477"/>
                </a:lnTo>
                <a:lnTo>
                  <a:pt x="7112" y="14477"/>
                </a:lnTo>
                <a:lnTo>
                  <a:pt x="7037" y="13289"/>
                </a:lnTo>
                <a:close/>
              </a:path>
              <a:path w="31750" h="138430">
                <a:moveTo>
                  <a:pt x="29965" y="127560"/>
                </a:moveTo>
                <a:lnTo>
                  <a:pt x="29845" y="128524"/>
                </a:lnTo>
                <a:lnTo>
                  <a:pt x="29718" y="129539"/>
                </a:lnTo>
                <a:lnTo>
                  <a:pt x="28194" y="133223"/>
                </a:lnTo>
                <a:lnTo>
                  <a:pt x="27940" y="133730"/>
                </a:lnTo>
                <a:lnTo>
                  <a:pt x="27813" y="133985"/>
                </a:lnTo>
                <a:lnTo>
                  <a:pt x="29710" y="133985"/>
                </a:lnTo>
                <a:lnTo>
                  <a:pt x="30911" y="133223"/>
                </a:lnTo>
                <a:lnTo>
                  <a:pt x="31044" y="133223"/>
                </a:lnTo>
                <a:lnTo>
                  <a:pt x="31750" y="131952"/>
                </a:lnTo>
                <a:lnTo>
                  <a:pt x="31750" y="129539"/>
                </a:lnTo>
                <a:lnTo>
                  <a:pt x="31242" y="128524"/>
                </a:lnTo>
                <a:lnTo>
                  <a:pt x="31115" y="128270"/>
                </a:lnTo>
                <a:lnTo>
                  <a:pt x="29965" y="127560"/>
                </a:lnTo>
                <a:close/>
              </a:path>
              <a:path w="31750" h="138430">
                <a:moveTo>
                  <a:pt x="28413" y="127560"/>
                </a:moveTo>
                <a:lnTo>
                  <a:pt x="28305" y="128270"/>
                </a:lnTo>
                <a:lnTo>
                  <a:pt x="27988" y="131952"/>
                </a:lnTo>
                <a:lnTo>
                  <a:pt x="27922" y="132714"/>
                </a:lnTo>
                <a:lnTo>
                  <a:pt x="27834" y="133730"/>
                </a:lnTo>
                <a:lnTo>
                  <a:pt x="28194" y="133223"/>
                </a:lnTo>
                <a:lnTo>
                  <a:pt x="29718" y="129539"/>
                </a:lnTo>
                <a:lnTo>
                  <a:pt x="29845" y="128524"/>
                </a:lnTo>
                <a:lnTo>
                  <a:pt x="29210" y="128524"/>
                </a:lnTo>
                <a:lnTo>
                  <a:pt x="28413" y="127560"/>
                </a:lnTo>
                <a:close/>
              </a:path>
              <a:path w="31750" h="138430">
                <a:moveTo>
                  <a:pt x="28447" y="126622"/>
                </a:moveTo>
                <a:lnTo>
                  <a:pt x="29108" y="128270"/>
                </a:lnTo>
                <a:lnTo>
                  <a:pt x="29210" y="128524"/>
                </a:lnTo>
                <a:lnTo>
                  <a:pt x="29845" y="128524"/>
                </a:lnTo>
                <a:lnTo>
                  <a:pt x="29965" y="127560"/>
                </a:lnTo>
                <a:lnTo>
                  <a:pt x="28447" y="126622"/>
                </a:lnTo>
                <a:close/>
              </a:path>
              <a:path w="31750" h="138430">
                <a:moveTo>
                  <a:pt x="28449" y="126622"/>
                </a:moveTo>
                <a:lnTo>
                  <a:pt x="28413" y="127560"/>
                </a:lnTo>
                <a:lnTo>
                  <a:pt x="29000" y="128270"/>
                </a:lnTo>
                <a:lnTo>
                  <a:pt x="28824" y="127560"/>
                </a:lnTo>
                <a:lnTo>
                  <a:pt x="28449" y="126622"/>
                </a:lnTo>
                <a:close/>
              </a:path>
              <a:path w="31750" h="138430">
                <a:moveTo>
                  <a:pt x="26797" y="125602"/>
                </a:moveTo>
                <a:lnTo>
                  <a:pt x="28413" y="127560"/>
                </a:lnTo>
                <a:lnTo>
                  <a:pt x="28447" y="126622"/>
                </a:lnTo>
                <a:lnTo>
                  <a:pt x="26797" y="125602"/>
                </a:lnTo>
                <a:close/>
              </a:path>
              <a:path w="31750" h="138430">
                <a:moveTo>
                  <a:pt x="30225" y="125602"/>
                </a:moveTo>
                <a:lnTo>
                  <a:pt x="26797" y="125602"/>
                </a:lnTo>
                <a:lnTo>
                  <a:pt x="29965" y="127560"/>
                </a:lnTo>
                <a:lnTo>
                  <a:pt x="30082" y="126622"/>
                </a:lnTo>
                <a:lnTo>
                  <a:pt x="30135" y="126237"/>
                </a:lnTo>
                <a:lnTo>
                  <a:pt x="30225" y="125602"/>
                </a:lnTo>
                <a:close/>
              </a:path>
              <a:path w="31750" h="138430">
                <a:moveTo>
                  <a:pt x="7366" y="11684"/>
                </a:moveTo>
                <a:lnTo>
                  <a:pt x="7037" y="13289"/>
                </a:lnTo>
                <a:lnTo>
                  <a:pt x="7112" y="14477"/>
                </a:lnTo>
                <a:lnTo>
                  <a:pt x="7366" y="11684"/>
                </a:lnTo>
                <a:close/>
              </a:path>
              <a:path w="31750" h="138430">
                <a:moveTo>
                  <a:pt x="27601" y="11684"/>
                </a:moveTo>
                <a:lnTo>
                  <a:pt x="7366" y="11684"/>
                </a:lnTo>
                <a:lnTo>
                  <a:pt x="7220" y="13289"/>
                </a:lnTo>
                <a:lnTo>
                  <a:pt x="7112" y="14477"/>
                </a:lnTo>
                <a:lnTo>
                  <a:pt x="27749" y="14477"/>
                </a:lnTo>
                <a:lnTo>
                  <a:pt x="27690" y="13289"/>
                </a:lnTo>
                <a:lnTo>
                  <a:pt x="27601" y="11684"/>
                </a:lnTo>
                <a:close/>
              </a:path>
              <a:path w="31750" h="138430">
                <a:moveTo>
                  <a:pt x="16001" y="0"/>
                </a:moveTo>
                <a:lnTo>
                  <a:pt x="12446" y="1524"/>
                </a:lnTo>
                <a:lnTo>
                  <a:pt x="8763" y="2921"/>
                </a:lnTo>
                <a:lnTo>
                  <a:pt x="6603" y="6603"/>
                </a:lnTo>
                <a:lnTo>
                  <a:pt x="6637" y="7112"/>
                </a:lnTo>
                <a:lnTo>
                  <a:pt x="6756" y="8889"/>
                </a:lnTo>
                <a:lnTo>
                  <a:pt x="6858" y="10413"/>
                </a:lnTo>
                <a:lnTo>
                  <a:pt x="6937" y="11684"/>
                </a:lnTo>
                <a:lnTo>
                  <a:pt x="7037" y="13289"/>
                </a:lnTo>
                <a:lnTo>
                  <a:pt x="7366" y="11684"/>
                </a:lnTo>
                <a:lnTo>
                  <a:pt x="27601" y="11684"/>
                </a:lnTo>
                <a:lnTo>
                  <a:pt x="27559" y="10922"/>
                </a:lnTo>
                <a:lnTo>
                  <a:pt x="26670" y="8889"/>
                </a:lnTo>
                <a:lnTo>
                  <a:pt x="25273" y="7112"/>
                </a:lnTo>
                <a:lnTo>
                  <a:pt x="20193" y="1015"/>
                </a:lnTo>
                <a:lnTo>
                  <a:pt x="16001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913871" y="1195577"/>
            <a:ext cx="31750" cy="114935"/>
          </a:xfrm>
          <a:custGeom>
            <a:avLst/>
            <a:gdLst/>
            <a:ahLst/>
            <a:cxnLst/>
            <a:rect l="l" t="t" r="r" b="b"/>
            <a:pathLst>
              <a:path w="31750" h="114934">
                <a:moveTo>
                  <a:pt x="2590" y="106983"/>
                </a:moveTo>
                <a:lnTo>
                  <a:pt x="1284" y="108585"/>
                </a:lnTo>
                <a:lnTo>
                  <a:pt x="380" y="109600"/>
                </a:lnTo>
                <a:lnTo>
                  <a:pt x="253" y="111251"/>
                </a:lnTo>
                <a:lnTo>
                  <a:pt x="1016" y="112649"/>
                </a:lnTo>
                <a:lnTo>
                  <a:pt x="1854" y="114046"/>
                </a:lnTo>
                <a:lnTo>
                  <a:pt x="2010" y="114046"/>
                </a:lnTo>
                <a:lnTo>
                  <a:pt x="3175" y="114681"/>
                </a:lnTo>
                <a:lnTo>
                  <a:pt x="4699" y="114426"/>
                </a:lnTo>
                <a:lnTo>
                  <a:pt x="8127" y="114046"/>
                </a:lnTo>
                <a:lnTo>
                  <a:pt x="11175" y="113157"/>
                </a:lnTo>
                <a:lnTo>
                  <a:pt x="13207" y="112141"/>
                </a:lnTo>
                <a:lnTo>
                  <a:pt x="15748" y="110236"/>
                </a:lnTo>
                <a:lnTo>
                  <a:pt x="15938" y="110236"/>
                </a:lnTo>
                <a:lnTo>
                  <a:pt x="16382" y="109982"/>
                </a:lnTo>
                <a:lnTo>
                  <a:pt x="18414" y="108585"/>
                </a:lnTo>
                <a:lnTo>
                  <a:pt x="2412" y="108585"/>
                </a:lnTo>
                <a:lnTo>
                  <a:pt x="2568" y="107187"/>
                </a:lnTo>
                <a:lnTo>
                  <a:pt x="2590" y="106983"/>
                </a:lnTo>
                <a:close/>
              </a:path>
              <a:path w="31750" h="114934">
                <a:moveTo>
                  <a:pt x="15938" y="110236"/>
                </a:moveTo>
                <a:lnTo>
                  <a:pt x="15748" y="110236"/>
                </a:lnTo>
                <a:lnTo>
                  <a:pt x="14731" y="110998"/>
                </a:lnTo>
                <a:lnTo>
                  <a:pt x="15938" y="110236"/>
                </a:lnTo>
                <a:close/>
              </a:path>
              <a:path w="31750" h="114934">
                <a:moveTo>
                  <a:pt x="3555" y="105791"/>
                </a:moveTo>
                <a:lnTo>
                  <a:pt x="2967" y="106518"/>
                </a:lnTo>
                <a:lnTo>
                  <a:pt x="3199" y="106983"/>
                </a:lnTo>
                <a:lnTo>
                  <a:pt x="2667" y="106983"/>
                </a:lnTo>
                <a:lnTo>
                  <a:pt x="2568" y="107187"/>
                </a:lnTo>
                <a:lnTo>
                  <a:pt x="2412" y="108585"/>
                </a:lnTo>
                <a:lnTo>
                  <a:pt x="2984" y="107187"/>
                </a:lnTo>
                <a:lnTo>
                  <a:pt x="3061" y="106518"/>
                </a:lnTo>
                <a:lnTo>
                  <a:pt x="3258" y="106518"/>
                </a:lnTo>
                <a:lnTo>
                  <a:pt x="3555" y="105791"/>
                </a:lnTo>
                <a:close/>
              </a:path>
              <a:path w="31750" h="114934">
                <a:moveTo>
                  <a:pt x="21433" y="105791"/>
                </a:moveTo>
                <a:lnTo>
                  <a:pt x="3555" y="105791"/>
                </a:lnTo>
                <a:lnTo>
                  <a:pt x="2412" y="108585"/>
                </a:lnTo>
                <a:lnTo>
                  <a:pt x="18414" y="108585"/>
                </a:lnTo>
                <a:lnTo>
                  <a:pt x="20941" y="106299"/>
                </a:lnTo>
                <a:lnTo>
                  <a:pt x="21433" y="105791"/>
                </a:lnTo>
                <a:close/>
              </a:path>
              <a:path w="31750" h="114934">
                <a:moveTo>
                  <a:pt x="2603" y="105791"/>
                </a:moveTo>
                <a:lnTo>
                  <a:pt x="2667" y="106983"/>
                </a:lnTo>
                <a:lnTo>
                  <a:pt x="2967" y="106518"/>
                </a:lnTo>
                <a:lnTo>
                  <a:pt x="2603" y="105791"/>
                </a:lnTo>
                <a:close/>
              </a:path>
              <a:path w="31750" h="114934">
                <a:moveTo>
                  <a:pt x="2412" y="104139"/>
                </a:moveTo>
                <a:lnTo>
                  <a:pt x="2497" y="105156"/>
                </a:lnTo>
                <a:lnTo>
                  <a:pt x="2603" y="105791"/>
                </a:lnTo>
                <a:lnTo>
                  <a:pt x="2857" y="106299"/>
                </a:lnTo>
                <a:lnTo>
                  <a:pt x="2967" y="106518"/>
                </a:lnTo>
                <a:lnTo>
                  <a:pt x="3001" y="106299"/>
                </a:lnTo>
                <a:lnTo>
                  <a:pt x="2412" y="104139"/>
                </a:lnTo>
                <a:close/>
              </a:path>
              <a:path w="31750" h="114934">
                <a:moveTo>
                  <a:pt x="23402" y="104139"/>
                </a:moveTo>
                <a:lnTo>
                  <a:pt x="2412" y="104139"/>
                </a:lnTo>
                <a:lnTo>
                  <a:pt x="3001" y="106299"/>
                </a:lnTo>
                <a:lnTo>
                  <a:pt x="3061" y="106518"/>
                </a:lnTo>
                <a:lnTo>
                  <a:pt x="3144" y="106299"/>
                </a:lnTo>
                <a:lnTo>
                  <a:pt x="3555" y="105791"/>
                </a:lnTo>
                <a:lnTo>
                  <a:pt x="21433" y="105791"/>
                </a:lnTo>
                <a:lnTo>
                  <a:pt x="23402" y="104139"/>
                </a:lnTo>
                <a:close/>
              </a:path>
              <a:path w="31750" h="114934">
                <a:moveTo>
                  <a:pt x="17652" y="0"/>
                </a:moveTo>
                <a:lnTo>
                  <a:pt x="13207" y="508"/>
                </a:lnTo>
                <a:lnTo>
                  <a:pt x="11302" y="2032"/>
                </a:lnTo>
                <a:lnTo>
                  <a:pt x="10668" y="4191"/>
                </a:lnTo>
                <a:lnTo>
                  <a:pt x="8127" y="11684"/>
                </a:lnTo>
                <a:lnTo>
                  <a:pt x="7747" y="14097"/>
                </a:lnTo>
                <a:lnTo>
                  <a:pt x="7545" y="16510"/>
                </a:lnTo>
                <a:lnTo>
                  <a:pt x="7493" y="17145"/>
                </a:lnTo>
                <a:lnTo>
                  <a:pt x="7366" y="18669"/>
                </a:lnTo>
                <a:lnTo>
                  <a:pt x="7102" y="22351"/>
                </a:lnTo>
                <a:lnTo>
                  <a:pt x="7073" y="24002"/>
                </a:lnTo>
                <a:lnTo>
                  <a:pt x="6692" y="27812"/>
                </a:lnTo>
                <a:lnTo>
                  <a:pt x="6603" y="28701"/>
                </a:lnTo>
                <a:lnTo>
                  <a:pt x="6115" y="35051"/>
                </a:lnTo>
                <a:lnTo>
                  <a:pt x="5574" y="41401"/>
                </a:lnTo>
                <a:lnTo>
                  <a:pt x="4892" y="47999"/>
                </a:lnTo>
                <a:lnTo>
                  <a:pt x="4796" y="48924"/>
                </a:lnTo>
                <a:lnTo>
                  <a:pt x="3936" y="53975"/>
                </a:lnTo>
                <a:lnTo>
                  <a:pt x="3936" y="54229"/>
                </a:lnTo>
                <a:lnTo>
                  <a:pt x="3048" y="60706"/>
                </a:lnTo>
                <a:lnTo>
                  <a:pt x="2942" y="62230"/>
                </a:lnTo>
                <a:lnTo>
                  <a:pt x="2412" y="67310"/>
                </a:lnTo>
                <a:lnTo>
                  <a:pt x="1904" y="73533"/>
                </a:lnTo>
                <a:lnTo>
                  <a:pt x="1270" y="78105"/>
                </a:lnTo>
                <a:lnTo>
                  <a:pt x="634" y="83438"/>
                </a:lnTo>
                <a:lnTo>
                  <a:pt x="634" y="83693"/>
                </a:lnTo>
                <a:lnTo>
                  <a:pt x="235" y="88011"/>
                </a:lnTo>
                <a:lnTo>
                  <a:pt x="126" y="88773"/>
                </a:lnTo>
                <a:lnTo>
                  <a:pt x="0" y="93472"/>
                </a:lnTo>
                <a:lnTo>
                  <a:pt x="380" y="97155"/>
                </a:lnTo>
                <a:lnTo>
                  <a:pt x="900" y="99060"/>
                </a:lnTo>
                <a:lnTo>
                  <a:pt x="1016" y="99441"/>
                </a:lnTo>
                <a:lnTo>
                  <a:pt x="1650" y="102997"/>
                </a:lnTo>
                <a:lnTo>
                  <a:pt x="2285" y="105156"/>
                </a:lnTo>
                <a:lnTo>
                  <a:pt x="2603" y="105791"/>
                </a:lnTo>
                <a:lnTo>
                  <a:pt x="2497" y="105156"/>
                </a:lnTo>
                <a:lnTo>
                  <a:pt x="2412" y="104139"/>
                </a:lnTo>
                <a:lnTo>
                  <a:pt x="23402" y="104139"/>
                </a:lnTo>
                <a:lnTo>
                  <a:pt x="24764" y="102997"/>
                </a:lnTo>
                <a:lnTo>
                  <a:pt x="26034" y="101219"/>
                </a:lnTo>
                <a:lnTo>
                  <a:pt x="26797" y="99060"/>
                </a:lnTo>
                <a:lnTo>
                  <a:pt x="28575" y="94869"/>
                </a:lnTo>
                <a:lnTo>
                  <a:pt x="29336" y="92075"/>
                </a:lnTo>
                <a:lnTo>
                  <a:pt x="30225" y="88011"/>
                </a:lnTo>
                <a:lnTo>
                  <a:pt x="30987" y="81661"/>
                </a:lnTo>
                <a:lnTo>
                  <a:pt x="31114" y="80899"/>
                </a:lnTo>
                <a:lnTo>
                  <a:pt x="31266" y="78105"/>
                </a:lnTo>
                <a:lnTo>
                  <a:pt x="31242" y="42037"/>
                </a:lnTo>
                <a:lnTo>
                  <a:pt x="31114" y="41401"/>
                </a:lnTo>
                <a:lnTo>
                  <a:pt x="30733" y="35306"/>
                </a:lnTo>
                <a:lnTo>
                  <a:pt x="30606" y="35051"/>
                </a:lnTo>
                <a:lnTo>
                  <a:pt x="30099" y="28701"/>
                </a:lnTo>
                <a:lnTo>
                  <a:pt x="29972" y="27812"/>
                </a:lnTo>
                <a:lnTo>
                  <a:pt x="29082" y="22860"/>
                </a:lnTo>
                <a:lnTo>
                  <a:pt x="29082" y="22351"/>
                </a:lnTo>
                <a:lnTo>
                  <a:pt x="27939" y="17145"/>
                </a:lnTo>
                <a:lnTo>
                  <a:pt x="19811" y="1016"/>
                </a:lnTo>
                <a:lnTo>
                  <a:pt x="17652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4833" y="37965"/>
            <a:ext cx="184975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55" dirty="0">
                <a:solidFill>
                  <a:srgbClr val="0077D4"/>
                </a:solidFill>
                <a:latin typeface="Microsoft JhengHei"/>
                <a:cs typeface="Microsoft JhengHei"/>
              </a:rPr>
              <a:t>give</a:t>
            </a:r>
            <a:r>
              <a:rPr sz="700" spc="2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65" dirty="0">
                <a:solidFill>
                  <a:srgbClr val="0077D4"/>
                </a:solidFill>
                <a:latin typeface="Microsoft JhengHei"/>
                <a:cs typeface="Microsoft JhengHei"/>
              </a:rPr>
              <a:t>exam</a:t>
            </a:r>
            <a:r>
              <a:rPr sz="700" spc="30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55" dirty="0">
                <a:solidFill>
                  <a:srgbClr val="0077D4"/>
                </a:solidFill>
                <a:latin typeface="Microsoft JhengHei"/>
                <a:cs typeface="Microsoft JhengHei"/>
              </a:rPr>
              <a:t>alone</a:t>
            </a:r>
            <a:r>
              <a:rPr sz="700" spc="30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55" dirty="0">
                <a:solidFill>
                  <a:srgbClr val="0077D4"/>
                </a:solidFill>
                <a:latin typeface="Microsoft JhengHei"/>
                <a:cs typeface="Microsoft JhengHei"/>
              </a:rPr>
              <a:t>or</a:t>
            </a:r>
            <a:r>
              <a:rPr sz="700" spc="2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55" dirty="0">
                <a:solidFill>
                  <a:srgbClr val="0077D4"/>
                </a:solidFill>
                <a:latin typeface="Microsoft JhengHei"/>
                <a:cs typeface="Microsoft JhengHei"/>
              </a:rPr>
              <a:t>give</a:t>
            </a:r>
            <a:r>
              <a:rPr sz="700" spc="30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50" dirty="0">
                <a:solidFill>
                  <a:srgbClr val="0077D4"/>
                </a:solidFill>
                <a:latin typeface="Microsoft JhengHei"/>
                <a:cs typeface="Microsoft JhengHei"/>
              </a:rPr>
              <a:t>with</a:t>
            </a:r>
            <a:r>
              <a:rPr sz="700" spc="30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60" dirty="0">
                <a:solidFill>
                  <a:srgbClr val="0077D4"/>
                </a:solidFill>
                <a:latin typeface="Microsoft JhengHei"/>
                <a:cs typeface="Microsoft JhengHei"/>
              </a:rPr>
              <a:t>5</a:t>
            </a:r>
            <a:r>
              <a:rPr sz="700" spc="30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50" dirty="0">
                <a:solidFill>
                  <a:srgbClr val="0077D4"/>
                </a:solidFill>
                <a:latin typeface="Microsoft JhengHei"/>
                <a:cs typeface="Microsoft JhengHei"/>
              </a:rPr>
              <a:t>students</a:t>
            </a:r>
            <a:r>
              <a:rPr sz="700" spc="2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700" spc="-50" dirty="0">
                <a:solidFill>
                  <a:srgbClr val="0077D4"/>
                </a:solidFill>
                <a:latin typeface="Microsoft JhengHei"/>
                <a:cs typeface="Microsoft JhengHei"/>
              </a:rPr>
              <a:t>together?</a:t>
            </a:r>
            <a:endParaRPr sz="700">
              <a:latin typeface="Microsoft JhengHei"/>
              <a:cs typeface="Microsoft JhengHei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DDDDD06-11F1-4318-7854-9C1522AFCCBC}"/>
              </a:ext>
            </a:extLst>
          </p:cNvPr>
          <p:cNvGrpSpPr/>
          <p:nvPr/>
        </p:nvGrpSpPr>
        <p:grpSpPr>
          <a:xfrm>
            <a:off x="4357008" y="1908936"/>
            <a:ext cx="255960" cy="740160"/>
            <a:chOff x="4357008" y="1908936"/>
            <a:chExt cx="255960" cy="74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54AEA5A-014F-D18C-22E7-DED78D9F9CC5}"/>
                    </a:ext>
                  </a:extLst>
                </p14:cNvPr>
                <p14:cNvContentPartPr/>
                <p14:nvPr/>
              </p14:nvContentPartPr>
              <p14:xfrm>
                <a:off x="4357008" y="1908936"/>
                <a:ext cx="255960" cy="573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54AEA5A-014F-D18C-22E7-DED78D9F9C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39008" y="1891296"/>
                  <a:ext cx="2916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1DFDA14-8BD9-295C-BB51-8D2307458A06}"/>
                    </a:ext>
                  </a:extLst>
                </p14:cNvPr>
                <p14:cNvContentPartPr/>
                <p14:nvPr/>
              </p14:nvContentPartPr>
              <p14:xfrm>
                <a:off x="4451688" y="2635416"/>
                <a:ext cx="32040" cy="13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1DFDA14-8BD9-295C-BB51-8D2307458A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34048" y="2617776"/>
                  <a:ext cx="67680" cy="49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63CBE7D-DA33-F662-EB6B-1BFD4E741FE1}"/>
              </a:ext>
            </a:extLst>
          </p:cNvPr>
          <p:cNvSpPr txBox="1"/>
          <p:nvPr/>
        </p:nvSpPr>
        <p:spPr>
          <a:xfrm>
            <a:off x="8077200" y="762000"/>
            <a:ext cx="19207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Multiple models will come together to create one single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753" y="923671"/>
            <a:ext cx="947267" cy="2893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2902" y="947674"/>
            <a:ext cx="419734" cy="258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64079" y="936497"/>
            <a:ext cx="994282" cy="26238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46120" y="988060"/>
            <a:ext cx="20320" cy="27305"/>
          </a:xfrm>
          <a:custGeom>
            <a:avLst/>
            <a:gdLst/>
            <a:ahLst/>
            <a:cxnLst/>
            <a:rect l="l" t="t" r="r" b="b"/>
            <a:pathLst>
              <a:path w="20320" h="27305">
                <a:moveTo>
                  <a:pt x="8001" y="23113"/>
                </a:moveTo>
                <a:lnTo>
                  <a:pt x="9906" y="24764"/>
                </a:lnTo>
                <a:lnTo>
                  <a:pt x="11556" y="26415"/>
                </a:lnTo>
                <a:lnTo>
                  <a:pt x="14096" y="26924"/>
                </a:lnTo>
                <a:lnTo>
                  <a:pt x="16256" y="25907"/>
                </a:lnTo>
                <a:lnTo>
                  <a:pt x="18415" y="25018"/>
                </a:lnTo>
                <a:lnTo>
                  <a:pt x="19113" y="24002"/>
                </a:lnTo>
                <a:lnTo>
                  <a:pt x="9270" y="24002"/>
                </a:lnTo>
                <a:lnTo>
                  <a:pt x="8001" y="23113"/>
                </a:lnTo>
                <a:close/>
              </a:path>
              <a:path w="20320" h="27305">
                <a:moveTo>
                  <a:pt x="9270" y="0"/>
                </a:moveTo>
                <a:lnTo>
                  <a:pt x="4063" y="1269"/>
                </a:lnTo>
                <a:lnTo>
                  <a:pt x="2031" y="3301"/>
                </a:lnTo>
                <a:lnTo>
                  <a:pt x="1269" y="5841"/>
                </a:lnTo>
                <a:lnTo>
                  <a:pt x="635" y="8254"/>
                </a:lnTo>
                <a:lnTo>
                  <a:pt x="0" y="10160"/>
                </a:lnTo>
                <a:lnTo>
                  <a:pt x="9270" y="24002"/>
                </a:lnTo>
                <a:lnTo>
                  <a:pt x="9026" y="24002"/>
                </a:lnTo>
                <a:lnTo>
                  <a:pt x="8001" y="23113"/>
                </a:lnTo>
                <a:lnTo>
                  <a:pt x="19812" y="23113"/>
                </a:lnTo>
                <a:lnTo>
                  <a:pt x="19843" y="13969"/>
                </a:lnTo>
                <a:lnTo>
                  <a:pt x="12065" y="762"/>
                </a:lnTo>
                <a:lnTo>
                  <a:pt x="9270" y="0"/>
                </a:lnTo>
                <a:close/>
              </a:path>
              <a:path w="20320" h="27305">
                <a:moveTo>
                  <a:pt x="19724" y="23113"/>
                </a:moveTo>
                <a:lnTo>
                  <a:pt x="8001" y="23113"/>
                </a:lnTo>
                <a:lnTo>
                  <a:pt x="9270" y="24002"/>
                </a:lnTo>
                <a:lnTo>
                  <a:pt x="19113" y="24002"/>
                </a:lnTo>
                <a:lnTo>
                  <a:pt x="19724" y="23113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86252" y="1068450"/>
            <a:ext cx="19685" cy="96520"/>
          </a:xfrm>
          <a:custGeom>
            <a:avLst/>
            <a:gdLst/>
            <a:ahLst/>
            <a:cxnLst/>
            <a:rect l="l" t="t" r="r" b="b"/>
            <a:pathLst>
              <a:path w="19685" h="96519">
                <a:moveTo>
                  <a:pt x="11064" y="0"/>
                </a:moveTo>
                <a:lnTo>
                  <a:pt x="5587" y="0"/>
                </a:lnTo>
                <a:lnTo>
                  <a:pt x="3428" y="2032"/>
                </a:lnTo>
                <a:lnTo>
                  <a:pt x="3048" y="4699"/>
                </a:lnTo>
                <a:lnTo>
                  <a:pt x="2412" y="9525"/>
                </a:lnTo>
                <a:lnTo>
                  <a:pt x="2412" y="9906"/>
                </a:lnTo>
                <a:lnTo>
                  <a:pt x="2063" y="15494"/>
                </a:lnTo>
                <a:lnTo>
                  <a:pt x="1798" y="21716"/>
                </a:lnTo>
                <a:lnTo>
                  <a:pt x="1015" y="42163"/>
                </a:lnTo>
                <a:lnTo>
                  <a:pt x="635" y="48640"/>
                </a:lnTo>
                <a:lnTo>
                  <a:pt x="0" y="56261"/>
                </a:lnTo>
                <a:lnTo>
                  <a:pt x="78" y="82423"/>
                </a:lnTo>
                <a:lnTo>
                  <a:pt x="253" y="83565"/>
                </a:lnTo>
                <a:lnTo>
                  <a:pt x="888" y="86360"/>
                </a:lnTo>
                <a:lnTo>
                  <a:pt x="1312" y="87629"/>
                </a:lnTo>
                <a:lnTo>
                  <a:pt x="1397" y="87884"/>
                </a:lnTo>
                <a:lnTo>
                  <a:pt x="2614" y="90804"/>
                </a:lnTo>
                <a:lnTo>
                  <a:pt x="2667" y="90932"/>
                </a:lnTo>
                <a:lnTo>
                  <a:pt x="4445" y="93472"/>
                </a:lnTo>
                <a:lnTo>
                  <a:pt x="5587" y="94487"/>
                </a:lnTo>
                <a:lnTo>
                  <a:pt x="7747" y="96520"/>
                </a:lnTo>
                <a:lnTo>
                  <a:pt x="11175" y="96520"/>
                </a:lnTo>
                <a:lnTo>
                  <a:pt x="19176" y="78866"/>
                </a:lnTo>
                <a:lnTo>
                  <a:pt x="19050" y="72009"/>
                </a:lnTo>
                <a:lnTo>
                  <a:pt x="18809" y="67310"/>
                </a:lnTo>
                <a:lnTo>
                  <a:pt x="18547" y="61468"/>
                </a:lnTo>
                <a:lnTo>
                  <a:pt x="18421" y="56769"/>
                </a:lnTo>
                <a:lnTo>
                  <a:pt x="18406" y="56261"/>
                </a:lnTo>
                <a:lnTo>
                  <a:pt x="18287" y="48895"/>
                </a:lnTo>
                <a:lnTo>
                  <a:pt x="18034" y="42418"/>
                </a:lnTo>
                <a:lnTo>
                  <a:pt x="18034" y="42163"/>
                </a:lnTo>
                <a:lnTo>
                  <a:pt x="17544" y="35306"/>
                </a:lnTo>
                <a:lnTo>
                  <a:pt x="17525" y="34671"/>
                </a:lnTo>
                <a:lnTo>
                  <a:pt x="16843" y="29210"/>
                </a:lnTo>
                <a:lnTo>
                  <a:pt x="16058" y="22225"/>
                </a:lnTo>
                <a:lnTo>
                  <a:pt x="16001" y="21716"/>
                </a:lnTo>
                <a:lnTo>
                  <a:pt x="15185" y="16001"/>
                </a:lnTo>
                <a:lnTo>
                  <a:pt x="14399" y="9906"/>
                </a:lnTo>
                <a:lnTo>
                  <a:pt x="13608" y="4699"/>
                </a:lnTo>
                <a:lnTo>
                  <a:pt x="13226" y="2032"/>
                </a:lnTo>
                <a:lnTo>
                  <a:pt x="13208" y="1904"/>
                </a:lnTo>
                <a:lnTo>
                  <a:pt x="11064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4196" y="1037336"/>
            <a:ext cx="592327" cy="449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19142" y="937767"/>
            <a:ext cx="263271" cy="238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33340" y="983107"/>
            <a:ext cx="511810" cy="2108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35447" y="964946"/>
            <a:ext cx="340613" cy="4027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23203" y="966724"/>
            <a:ext cx="614426" cy="1958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82588" y="930275"/>
            <a:ext cx="359029" cy="21594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5556" y="1000886"/>
            <a:ext cx="803275" cy="18453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60943" y="899413"/>
            <a:ext cx="1195907" cy="35229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85320" y="905510"/>
            <a:ext cx="320171" cy="2571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41915" y="913764"/>
            <a:ext cx="722249" cy="3479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041687" y="904621"/>
            <a:ext cx="310081" cy="22402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82770" y="1541525"/>
            <a:ext cx="420115" cy="27571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10386" y="1631442"/>
            <a:ext cx="772137" cy="1689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61785" y="1536191"/>
            <a:ext cx="1026160" cy="385572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7252106" y="1727073"/>
            <a:ext cx="36195" cy="49530"/>
          </a:xfrm>
          <a:custGeom>
            <a:avLst/>
            <a:gdLst/>
            <a:ahLst/>
            <a:cxnLst/>
            <a:rect l="l" t="t" r="r" b="b"/>
            <a:pathLst>
              <a:path w="36195" h="49530">
                <a:moveTo>
                  <a:pt x="2009" y="33549"/>
                </a:moveTo>
                <a:lnTo>
                  <a:pt x="1244" y="36067"/>
                </a:lnTo>
                <a:lnTo>
                  <a:pt x="355" y="39115"/>
                </a:lnTo>
                <a:lnTo>
                  <a:pt x="1808" y="42417"/>
                </a:lnTo>
                <a:lnTo>
                  <a:pt x="2018" y="42417"/>
                </a:lnTo>
                <a:lnTo>
                  <a:pt x="4673" y="43687"/>
                </a:lnTo>
                <a:lnTo>
                  <a:pt x="11277" y="46989"/>
                </a:lnTo>
                <a:lnTo>
                  <a:pt x="15214" y="48894"/>
                </a:lnTo>
                <a:lnTo>
                  <a:pt x="19786" y="49022"/>
                </a:lnTo>
                <a:lnTo>
                  <a:pt x="27914" y="45719"/>
                </a:lnTo>
                <a:lnTo>
                  <a:pt x="31089" y="42417"/>
                </a:lnTo>
                <a:lnTo>
                  <a:pt x="32105" y="39369"/>
                </a:lnTo>
                <a:lnTo>
                  <a:pt x="5689" y="39369"/>
                </a:lnTo>
                <a:lnTo>
                  <a:pt x="2260" y="33909"/>
                </a:lnTo>
                <a:lnTo>
                  <a:pt x="2009" y="33549"/>
                </a:lnTo>
                <a:close/>
              </a:path>
              <a:path w="36195" h="49530">
                <a:moveTo>
                  <a:pt x="35493" y="27686"/>
                </a:moveTo>
                <a:lnTo>
                  <a:pt x="3657" y="27686"/>
                </a:lnTo>
                <a:lnTo>
                  <a:pt x="5645" y="39115"/>
                </a:lnTo>
                <a:lnTo>
                  <a:pt x="5689" y="39369"/>
                </a:lnTo>
                <a:lnTo>
                  <a:pt x="32105" y="39369"/>
                </a:lnTo>
                <a:lnTo>
                  <a:pt x="32486" y="38226"/>
                </a:lnTo>
                <a:lnTo>
                  <a:pt x="33248" y="36067"/>
                </a:lnTo>
                <a:lnTo>
                  <a:pt x="35823" y="28955"/>
                </a:lnTo>
                <a:lnTo>
                  <a:pt x="35915" y="28701"/>
                </a:lnTo>
                <a:lnTo>
                  <a:pt x="35493" y="27686"/>
                </a:lnTo>
                <a:close/>
              </a:path>
              <a:path w="36195" h="49530">
                <a:moveTo>
                  <a:pt x="3657" y="27686"/>
                </a:moveTo>
                <a:lnTo>
                  <a:pt x="3538" y="28193"/>
                </a:lnTo>
                <a:lnTo>
                  <a:pt x="3418" y="28701"/>
                </a:lnTo>
                <a:lnTo>
                  <a:pt x="3403" y="28955"/>
                </a:lnTo>
                <a:lnTo>
                  <a:pt x="2009" y="33549"/>
                </a:lnTo>
                <a:lnTo>
                  <a:pt x="2260" y="33909"/>
                </a:lnTo>
                <a:lnTo>
                  <a:pt x="5530" y="39115"/>
                </a:lnTo>
                <a:lnTo>
                  <a:pt x="5490" y="38226"/>
                </a:lnTo>
                <a:lnTo>
                  <a:pt x="3878" y="28955"/>
                </a:lnTo>
                <a:lnTo>
                  <a:pt x="3834" y="28701"/>
                </a:lnTo>
                <a:lnTo>
                  <a:pt x="3745" y="28193"/>
                </a:lnTo>
                <a:lnTo>
                  <a:pt x="3657" y="27686"/>
                </a:lnTo>
                <a:close/>
              </a:path>
              <a:path w="36195" h="49530">
                <a:moveTo>
                  <a:pt x="1168" y="19333"/>
                </a:moveTo>
                <a:lnTo>
                  <a:pt x="482" y="21843"/>
                </a:lnTo>
                <a:lnTo>
                  <a:pt x="101" y="25018"/>
                </a:lnTo>
                <a:lnTo>
                  <a:pt x="0" y="28955"/>
                </a:lnTo>
                <a:lnTo>
                  <a:pt x="482" y="31368"/>
                </a:lnTo>
                <a:lnTo>
                  <a:pt x="2009" y="33549"/>
                </a:lnTo>
                <a:lnTo>
                  <a:pt x="3403" y="28955"/>
                </a:lnTo>
                <a:lnTo>
                  <a:pt x="3418" y="28701"/>
                </a:lnTo>
                <a:lnTo>
                  <a:pt x="3538" y="28193"/>
                </a:lnTo>
                <a:lnTo>
                  <a:pt x="3657" y="27686"/>
                </a:lnTo>
                <a:lnTo>
                  <a:pt x="35493" y="27686"/>
                </a:lnTo>
                <a:lnTo>
                  <a:pt x="32592" y="20700"/>
                </a:lnTo>
                <a:lnTo>
                  <a:pt x="1244" y="20700"/>
                </a:lnTo>
                <a:lnTo>
                  <a:pt x="1168" y="19333"/>
                </a:lnTo>
                <a:close/>
              </a:path>
              <a:path w="36195" h="49530">
                <a:moveTo>
                  <a:pt x="26742" y="17779"/>
                </a:moveTo>
                <a:lnTo>
                  <a:pt x="1625" y="17779"/>
                </a:lnTo>
                <a:lnTo>
                  <a:pt x="1422" y="19333"/>
                </a:lnTo>
                <a:lnTo>
                  <a:pt x="1343" y="19938"/>
                </a:lnTo>
                <a:lnTo>
                  <a:pt x="1244" y="20700"/>
                </a:lnTo>
                <a:lnTo>
                  <a:pt x="32592" y="20700"/>
                </a:lnTo>
                <a:lnTo>
                  <a:pt x="32486" y="20447"/>
                </a:lnTo>
                <a:lnTo>
                  <a:pt x="26742" y="17779"/>
                </a:lnTo>
                <a:close/>
              </a:path>
              <a:path w="36195" h="49530">
                <a:moveTo>
                  <a:pt x="1625" y="17779"/>
                </a:moveTo>
                <a:lnTo>
                  <a:pt x="1168" y="19333"/>
                </a:lnTo>
                <a:lnTo>
                  <a:pt x="1230" y="20447"/>
                </a:lnTo>
                <a:lnTo>
                  <a:pt x="1343" y="19938"/>
                </a:lnTo>
                <a:lnTo>
                  <a:pt x="1625" y="17779"/>
                </a:lnTo>
                <a:close/>
              </a:path>
              <a:path w="36195" h="49530">
                <a:moveTo>
                  <a:pt x="6705" y="0"/>
                </a:moveTo>
                <a:lnTo>
                  <a:pt x="4800" y="253"/>
                </a:lnTo>
                <a:lnTo>
                  <a:pt x="2768" y="635"/>
                </a:lnTo>
                <a:lnTo>
                  <a:pt x="1371" y="2159"/>
                </a:lnTo>
                <a:lnTo>
                  <a:pt x="1022" y="8000"/>
                </a:lnTo>
                <a:lnTo>
                  <a:pt x="1047" y="17144"/>
                </a:lnTo>
                <a:lnTo>
                  <a:pt x="1168" y="19333"/>
                </a:lnTo>
                <a:lnTo>
                  <a:pt x="1625" y="17779"/>
                </a:lnTo>
                <a:lnTo>
                  <a:pt x="26742" y="17779"/>
                </a:lnTo>
                <a:lnTo>
                  <a:pt x="25374" y="17144"/>
                </a:lnTo>
                <a:lnTo>
                  <a:pt x="20438" y="14731"/>
                </a:lnTo>
                <a:lnTo>
                  <a:pt x="15976" y="14731"/>
                </a:lnTo>
                <a:lnTo>
                  <a:pt x="12293" y="12318"/>
                </a:lnTo>
                <a:lnTo>
                  <a:pt x="13775" y="12318"/>
                </a:lnTo>
                <a:lnTo>
                  <a:pt x="13250" y="11531"/>
                </a:lnTo>
                <a:lnTo>
                  <a:pt x="13055" y="11302"/>
                </a:lnTo>
                <a:lnTo>
                  <a:pt x="12674" y="10667"/>
                </a:lnTo>
                <a:lnTo>
                  <a:pt x="11573" y="9016"/>
                </a:lnTo>
                <a:lnTo>
                  <a:pt x="11440" y="8871"/>
                </a:lnTo>
                <a:lnTo>
                  <a:pt x="10896" y="8000"/>
                </a:lnTo>
                <a:lnTo>
                  <a:pt x="11150" y="8000"/>
                </a:lnTo>
                <a:lnTo>
                  <a:pt x="9245" y="2921"/>
                </a:lnTo>
                <a:lnTo>
                  <a:pt x="8610" y="1142"/>
                </a:lnTo>
                <a:lnTo>
                  <a:pt x="6705" y="0"/>
                </a:lnTo>
                <a:close/>
              </a:path>
              <a:path w="36195" h="49530">
                <a:moveTo>
                  <a:pt x="12293" y="12318"/>
                </a:moveTo>
                <a:lnTo>
                  <a:pt x="15976" y="14731"/>
                </a:lnTo>
                <a:lnTo>
                  <a:pt x="14465" y="12957"/>
                </a:lnTo>
                <a:lnTo>
                  <a:pt x="12293" y="12318"/>
                </a:lnTo>
                <a:close/>
              </a:path>
              <a:path w="36195" h="49530">
                <a:moveTo>
                  <a:pt x="14343" y="12814"/>
                </a:moveTo>
                <a:lnTo>
                  <a:pt x="15976" y="14731"/>
                </a:lnTo>
                <a:lnTo>
                  <a:pt x="20438" y="14731"/>
                </a:lnTo>
                <a:lnTo>
                  <a:pt x="19659" y="14350"/>
                </a:lnTo>
                <a:lnTo>
                  <a:pt x="16230" y="13207"/>
                </a:lnTo>
                <a:lnTo>
                  <a:pt x="14343" y="12814"/>
                </a:lnTo>
                <a:close/>
              </a:path>
              <a:path w="36195" h="49530">
                <a:moveTo>
                  <a:pt x="13182" y="12573"/>
                </a:moveTo>
                <a:lnTo>
                  <a:pt x="14465" y="12957"/>
                </a:lnTo>
                <a:lnTo>
                  <a:pt x="14343" y="12814"/>
                </a:lnTo>
                <a:lnTo>
                  <a:pt x="13182" y="12573"/>
                </a:lnTo>
                <a:close/>
              </a:path>
              <a:path w="36195" h="49530">
                <a:moveTo>
                  <a:pt x="13250" y="11531"/>
                </a:moveTo>
                <a:lnTo>
                  <a:pt x="13781" y="12318"/>
                </a:lnTo>
                <a:lnTo>
                  <a:pt x="12293" y="12318"/>
                </a:lnTo>
                <a:lnTo>
                  <a:pt x="13182" y="12573"/>
                </a:lnTo>
                <a:lnTo>
                  <a:pt x="14343" y="12814"/>
                </a:lnTo>
                <a:lnTo>
                  <a:pt x="13250" y="11531"/>
                </a:lnTo>
                <a:close/>
              </a:path>
              <a:path w="36195" h="49530">
                <a:moveTo>
                  <a:pt x="11150" y="8000"/>
                </a:moveTo>
                <a:lnTo>
                  <a:pt x="10896" y="8000"/>
                </a:lnTo>
                <a:lnTo>
                  <a:pt x="11477" y="8871"/>
                </a:lnTo>
                <a:lnTo>
                  <a:pt x="11150" y="8000"/>
                </a:lnTo>
                <a:close/>
              </a:path>
            </a:pathLst>
          </a:custGeom>
          <a:solidFill>
            <a:srgbClr val="177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208020" y="4011421"/>
            <a:ext cx="1339977" cy="68071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652264" y="4405376"/>
            <a:ext cx="1330198" cy="49276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141465" y="4456684"/>
            <a:ext cx="635450" cy="17398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081646" y="4381500"/>
            <a:ext cx="609748" cy="26225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71821" y="2703322"/>
            <a:ext cx="4923155" cy="54521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872094" y="4386960"/>
            <a:ext cx="848868" cy="23748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65147" y="3613911"/>
            <a:ext cx="1350899" cy="30162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34995" y="2837307"/>
            <a:ext cx="1399667" cy="821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9629" y="138303"/>
            <a:ext cx="142240" cy="340360"/>
          </a:xfrm>
          <a:custGeom>
            <a:avLst/>
            <a:gdLst/>
            <a:ahLst/>
            <a:cxnLst/>
            <a:rect l="l" t="t" r="r" b="b"/>
            <a:pathLst>
              <a:path w="142239" h="340359">
                <a:moveTo>
                  <a:pt x="115533" y="338963"/>
                </a:moveTo>
                <a:lnTo>
                  <a:pt x="87249" y="338963"/>
                </a:lnTo>
                <a:lnTo>
                  <a:pt x="96519" y="339851"/>
                </a:lnTo>
                <a:lnTo>
                  <a:pt x="105500" y="339851"/>
                </a:lnTo>
                <a:lnTo>
                  <a:pt x="115533" y="338963"/>
                </a:lnTo>
                <a:close/>
              </a:path>
              <a:path w="142239" h="340359">
                <a:moveTo>
                  <a:pt x="128323" y="873"/>
                </a:moveTo>
                <a:lnTo>
                  <a:pt x="114094" y="873"/>
                </a:lnTo>
                <a:lnTo>
                  <a:pt x="108680" y="1904"/>
                </a:lnTo>
                <a:lnTo>
                  <a:pt x="108997" y="1904"/>
                </a:lnTo>
                <a:lnTo>
                  <a:pt x="106264" y="2921"/>
                </a:lnTo>
                <a:lnTo>
                  <a:pt x="72008" y="29718"/>
                </a:lnTo>
                <a:lnTo>
                  <a:pt x="71374" y="30352"/>
                </a:lnTo>
                <a:lnTo>
                  <a:pt x="62356" y="41528"/>
                </a:lnTo>
                <a:lnTo>
                  <a:pt x="61975" y="41910"/>
                </a:lnTo>
                <a:lnTo>
                  <a:pt x="51943" y="55118"/>
                </a:lnTo>
                <a:lnTo>
                  <a:pt x="30733" y="89153"/>
                </a:lnTo>
                <a:lnTo>
                  <a:pt x="19684" y="112014"/>
                </a:lnTo>
                <a:lnTo>
                  <a:pt x="12826" y="130048"/>
                </a:lnTo>
                <a:lnTo>
                  <a:pt x="12318" y="131445"/>
                </a:lnTo>
                <a:lnTo>
                  <a:pt x="7619" y="147954"/>
                </a:lnTo>
                <a:lnTo>
                  <a:pt x="3682" y="166624"/>
                </a:lnTo>
                <a:lnTo>
                  <a:pt x="3556" y="167767"/>
                </a:lnTo>
                <a:lnTo>
                  <a:pt x="1015" y="186563"/>
                </a:lnTo>
                <a:lnTo>
                  <a:pt x="0" y="201422"/>
                </a:lnTo>
                <a:lnTo>
                  <a:pt x="126" y="219201"/>
                </a:lnTo>
                <a:lnTo>
                  <a:pt x="1650" y="233425"/>
                </a:lnTo>
                <a:lnTo>
                  <a:pt x="17399" y="282448"/>
                </a:lnTo>
                <a:lnTo>
                  <a:pt x="43814" y="317754"/>
                </a:lnTo>
                <a:lnTo>
                  <a:pt x="86884" y="338963"/>
                </a:lnTo>
                <a:lnTo>
                  <a:pt x="116595" y="338963"/>
                </a:lnTo>
                <a:lnTo>
                  <a:pt x="127126" y="337185"/>
                </a:lnTo>
                <a:lnTo>
                  <a:pt x="128481" y="336931"/>
                </a:lnTo>
                <a:lnTo>
                  <a:pt x="129050" y="336931"/>
                </a:lnTo>
                <a:lnTo>
                  <a:pt x="130682" y="335025"/>
                </a:lnTo>
                <a:lnTo>
                  <a:pt x="130556" y="330835"/>
                </a:lnTo>
                <a:lnTo>
                  <a:pt x="129031" y="329184"/>
                </a:lnTo>
                <a:lnTo>
                  <a:pt x="117609" y="327847"/>
                </a:lnTo>
                <a:lnTo>
                  <a:pt x="117300" y="327847"/>
                </a:lnTo>
                <a:lnTo>
                  <a:pt x="109548" y="326136"/>
                </a:lnTo>
                <a:lnTo>
                  <a:pt x="108838" y="326136"/>
                </a:lnTo>
                <a:lnTo>
                  <a:pt x="100456" y="322961"/>
                </a:lnTo>
                <a:lnTo>
                  <a:pt x="100755" y="322961"/>
                </a:lnTo>
                <a:lnTo>
                  <a:pt x="94540" y="319659"/>
                </a:lnTo>
                <a:lnTo>
                  <a:pt x="94361" y="319659"/>
                </a:lnTo>
                <a:lnTo>
                  <a:pt x="93344" y="319024"/>
                </a:lnTo>
                <a:lnTo>
                  <a:pt x="91651" y="317754"/>
                </a:lnTo>
                <a:lnTo>
                  <a:pt x="87858" y="315087"/>
                </a:lnTo>
                <a:lnTo>
                  <a:pt x="87630" y="315087"/>
                </a:lnTo>
                <a:lnTo>
                  <a:pt x="86232" y="313944"/>
                </a:lnTo>
                <a:lnTo>
                  <a:pt x="86421" y="313944"/>
                </a:lnTo>
                <a:lnTo>
                  <a:pt x="81988" y="309752"/>
                </a:lnTo>
                <a:lnTo>
                  <a:pt x="81787" y="309752"/>
                </a:lnTo>
                <a:lnTo>
                  <a:pt x="80644" y="308483"/>
                </a:lnTo>
                <a:lnTo>
                  <a:pt x="79777" y="307339"/>
                </a:lnTo>
                <a:lnTo>
                  <a:pt x="77343" y="304419"/>
                </a:lnTo>
                <a:lnTo>
                  <a:pt x="76834" y="303911"/>
                </a:lnTo>
                <a:lnTo>
                  <a:pt x="69223" y="295739"/>
                </a:lnTo>
                <a:lnTo>
                  <a:pt x="62019" y="287147"/>
                </a:lnTo>
                <a:lnTo>
                  <a:pt x="61747" y="286861"/>
                </a:lnTo>
                <a:lnTo>
                  <a:pt x="60959" y="285876"/>
                </a:lnTo>
                <a:lnTo>
                  <a:pt x="61106" y="285876"/>
                </a:lnTo>
                <a:lnTo>
                  <a:pt x="55018" y="276987"/>
                </a:lnTo>
                <a:lnTo>
                  <a:pt x="54863" y="276987"/>
                </a:lnTo>
                <a:lnTo>
                  <a:pt x="53975" y="275463"/>
                </a:lnTo>
                <a:lnTo>
                  <a:pt x="49805" y="267970"/>
                </a:lnTo>
                <a:lnTo>
                  <a:pt x="49689" y="267797"/>
                </a:lnTo>
                <a:lnTo>
                  <a:pt x="49021" y="266573"/>
                </a:lnTo>
                <a:lnTo>
                  <a:pt x="49176" y="266573"/>
                </a:lnTo>
                <a:lnTo>
                  <a:pt x="44533" y="255905"/>
                </a:lnTo>
                <a:lnTo>
                  <a:pt x="44134" y="255085"/>
                </a:lnTo>
                <a:lnTo>
                  <a:pt x="43814" y="254254"/>
                </a:lnTo>
                <a:lnTo>
                  <a:pt x="43180" y="252095"/>
                </a:lnTo>
                <a:lnTo>
                  <a:pt x="40047" y="242697"/>
                </a:lnTo>
                <a:lnTo>
                  <a:pt x="39882" y="242299"/>
                </a:lnTo>
                <a:lnTo>
                  <a:pt x="39496" y="241046"/>
                </a:lnTo>
                <a:lnTo>
                  <a:pt x="39630" y="241046"/>
                </a:lnTo>
                <a:lnTo>
                  <a:pt x="36979" y="229362"/>
                </a:lnTo>
                <a:lnTo>
                  <a:pt x="36909" y="229142"/>
                </a:lnTo>
                <a:lnTo>
                  <a:pt x="36575" y="227584"/>
                </a:lnTo>
                <a:lnTo>
                  <a:pt x="36734" y="227584"/>
                </a:lnTo>
                <a:lnTo>
                  <a:pt x="35448" y="217297"/>
                </a:lnTo>
                <a:lnTo>
                  <a:pt x="35369" y="216662"/>
                </a:lnTo>
                <a:lnTo>
                  <a:pt x="35247" y="215955"/>
                </a:lnTo>
                <a:lnTo>
                  <a:pt x="35178" y="215138"/>
                </a:lnTo>
                <a:lnTo>
                  <a:pt x="34842" y="203453"/>
                </a:lnTo>
                <a:lnTo>
                  <a:pt x="34884" y="201422"/>
                </a:lnTo>
                <a:lnTo>
                  <a:pt x="35384" y="189611"/>
                </a:lnTo>
                <a:lnTo>
                  <a:pt x="35427" y="188518"/>
                </a:lnTo>
                <a:lnTo>
                  <a:pt x="37161" y="173372"/>
                </a:lnTo>
                <a:lnTo>
                  <a:pt x="37420" y="171849"/>
                </a:lnTo>
                <a:lnTo>
                  <a:pt x="40154" y="156845"/>
                </a:lnTo>
                <a:lnTo>
                  <a:pt x="40190" y="156552"/>
                </a:lnTo>
                <a:lnTo>
                  <a:pt x="40386" y="155575"/>
                </a:lnTo>
                <a:lnTo>
                  <a:pt x="42109" y="149225"/>
                </a:lnTo>
                <a:lnTo>
                  <a:pt x="44120" y="141477"/>
                </a:lnTo>
                <a:lnTo>
                  <a:pt x="44231" y="140934"/>
                </a:lnTo>
                <a:lnTo>
                  <a:pt x="44450" y="140207"/>
                </a:lnTo>
                <a:lnTo>
                  <a:pt x="47622" y="131445"/>
                </a:lnTo>
                <a:lnTo>
                  <a:pt x="50051" y="124587"/>
                </a:lnTo>
                <a:lnTo>
                  <a:pt x="49911" y="124587"/>
                </a:lnTo>
                <a:lnTo>
                  <a:pt x="59305" y="104020"/>
                </a:lnTo>
                <a:lnTo>
                  <a:pt x="67056" y="90297"/>
                </a:lnTo>
                <a:lnTo>
                  <a:pt x="69152" y="86522"/>
                </a:lnTo>
                <a:lnTo>
                  <a:pt x="95122" y="49022"/>
                </a:lnTo>
                <a:lnTo>
                  <a:pt x="101526" y="41275"/>
                </a:lnTo>
                <a:lnTo>
                  <a:pt x="101345" y="41275"/>
                </a:lnTo>
                <a:lnTo>
                  <a:pt x="107803" y="34925"/>
                </a:lnTo>
                <a:lnTo>
                  <a:pt x="108140" y="34524"/>
                </a:lnTo>
                <a:lnTo>
                  <a:pt x="108965" y="33781"/>
                </a:lnTo>
                <a:lnTo>
                  <a:pt x="109165" y="33781"/>
                </a:lnTo>
                <a:lnTo>
                  <a:pt x="113084" y="30733"/>
                </a:lnTo>
                <a:lnTo>
                  <a:pt x="112902" y="30733"/>
                </a:lnTo>
                <a:lnTo>
                  <a:pt x="114370" y="29718"/>
                </a:lnTo>
                <a:lnTo>
                  <a:pt x="114671" y="29718"/>
                </a:lnTo>
                <a:lnTo>
                  <a:pt x="117103" y="28321"/>
                </a:lnTo>
                <a:lnTo>
                  <a:pt x="116458" y="28321"/>
                </a:lnTo>
                <a:lnTo>
                  <a:pt x="118570" y="27431"/>
                </a:lnTo>
                <a:lnTo>
                  <a:pt x="119262" y="27431"/>
                </a:lnTo>
                <a:lnTo>
                  <a:pt x="120659" y="26988"/>
                </a:lnTo>
                <a:lnTo>
                  <a:pt x="120310" y="26988"/>
                </a:lnTo>
                <a:lnTo>
                  <a:pt x="121665" y="26670"/>
                </a:lnTo>
                <a:lnTo>
                  <a:pt x="122605" y="26670"/>
                </a:lnTo>
                <a:lnTo>
                  <a:pt x="124440" y="26369"/>
                </a:lnTo>
                <a:lnTo>
                  <a:pt x="121793" y="24383"/>
                </a:lnTo>
                <a:lnTo>
                  <a:pt x="120395" y="22351"/>
                </a:lnTo>
                <a:lnTo>
                  <a:pt x="119633" y="20827"/>
                </a:lnTo>
                <a:lnTo>
                  <a:pt x="119506" y="20574"/>
                </a:lnTo>
                <a:lnTo>
                  <a:pt x="118237" y="17145"/>
                </a:lnTo>
                <a:lnTo>
                  <a:pt x="116000" y="11429"/>
                </a:lnTo>
                <a:lnTo>
                  <a:pt x="117074" y="8763"/>
                </a:lnTo>
                <a:lnTo>
                  <a:pt x="118871" y="4699"/>
                </a:lnTo>
                <a:lnTo>
                  <a:pt x="124713" y="2286"/>
                </a:lnTo>
                <a:lnTo>
                  <a:pt x="128323" y="873"/>
                </a:lnTo>
                <a:close/>
              </a:path>
              <a:path w="142239" h="340359">
                <a:moveTo>
                  <a:pt x="107847" y="325760"/>
                </a:moveTo>
                <a:lnTo>
                  <a:pt x="108838" y="326136"/>
                </a:lnTo>
                <a:lnTo>
                  <a:pt x="109548" y="326136"/>
                </a:lnTo>
                <a:lnTo>
                  <a:pt x="107847" y="325760"/>
                </a:lnTo>
                <a:close/>
              </a:path>
              <a:path w="142239" h="340359">
                <a:moveTo>
                  <a:pt x="100755" y="322961"/>
                </a:moveTo>
                <a:lnTo>
                  <a:pt x="100456" y="322961"/>
                </a:lnTo>
                <a:lnTo>
                  <a:pt x="101508" y="323355"/>
                </a:lnTo>
                <a:lnTo>
                  <a:pt x="100755" y="322961"/>
                </a:lnTo>
                <a:close/>
              </a:path>
              <a:path w="142239" h="340359">
                <a:moveTo>
                  <a:pt x="93806" y="319269"/>
                </a:moveTo>
                <a:lnTo>
                  <a:pt x="94361" y="319659"/>
                </a:lnTo>
                <a:lnTo>
                  <a:pt x="94540" y="319659"/>
                </a:lnTo>
                <a:lnTo>
                  <a:pt x="93806" y="319269"/>
                </a:lnTo>
                <a:close/>
              </a:path>
              <a:path w="142239" h="340359">
                <a:moveTo>
                  <a:pt x="86966" y="314459"/>
                </a:moveTo>
                <a:lnTo>
                  <a:pt x="87630" y="315087"/>
                </a:lnTo>
                <a:lnTo>
                  <a:pt x="87858" y="315087"/>
                </a:lnTo>
                <a:lnTo>
                  <a:pt x="86966" y="314459"/>
                </a:lnTo>
                <a:close/>
              </a:path>
              <a:path w="142239" h="340359">
                <a:moveTo>
                  <a:pt x="86421" y="313944"/>
                </a:moveTo>
                <a:lnTo>
                  <a:pt x="86232" y="313944"/>
                </a:lnTo>
                <a:lnTo>
                  <a:pt x="86966" y="314459"/>
                </a:lnTo>
                <a:lnTo>
                  <a:pt x="86421" y="313944"/>
                </a:lnTo>
                <a:close/>
              </a:path>
              <a:path w="142239" h="340359">
                <a:moveTo>
                  <a:pt x="81182" y="308991"/>
                </a:moveTo>
                <a:lnTo>
                  <a:pt x="81787" y="309752"/>
                </a:lnTo>
                <a:lnTo>
                  <a:pt x="81988" y="309752"/>
                </a:lnTo>
                <a:lnTo>
                  <a:pt x="81182" y="308991"/>
                </a:lnTo>
                <a:close/>
              </a:path>
              <a:path w="142239" h="340359">
                <a:moveTo>
                  <a:pt x="61106" y="285876"/>
                </a:moveTo>
                <a:lnTo>
                  <a:pt x="60959" y="285876"/>
                </a:lnTo>
                <a:lnTo>
                  <a:pt x="61780" y="286861"/>
                </a:lnTo>
                <a:lnTo>
                  <a:pt x="61106" y="285876"/>
                </a:lnTo>
                <a:close/>
              </a:path>
              <a:path w="142239" h="340359">
                <a:moveTo>
                  <a:pt x="54163" y="275738"/>
                </a:moveTo>
                <a:lnTo>
                  <a:pt x="54863" y="276987"/>
                </a:lnTo>
                <a:lnTo>
                  <a:pt x="55018" y="276987"/>
                </a:lnTo>
                <a:lnTo>
                  <a:pt x="54163" y="275738"/>
                </a:lnTo>
                <a:close/>
              </a:path>
              <a:path w="142239" h="340359">
                <a:moveTo>
                  <a:pt x="49176" y="266573"/>
                </a:moveTo>
                <a:lnTo>
                  <a:pt x="49021" y="266573"/>
                </a:lnTo>
                <a:lnTo>
                  <a:pt x="49235" y="266954"/>
                </a:lnTo>
                <a:lnTo>
                  <a:pt x="49176" y="266573"/>
                </a:lnTo>
                <a:close/>
              </a:path>
              <a:path w="142239" h="340359">
                <a:moveTo>
                  <a:pt x="39630" y="241046"/>
                </a:moveTo>
                <a:lnTo>
                  <a:pt x="39496" y="241046"/>
                </a:lnTo>
                <a:lnTo>
                  <a:pt x="39914" y="242299"/>
                </a:lnTo>
                <a:lnTo>
                  <a:pt x="39630" y="241046"/>
                </a:lnTo>
                <a:close/>
              </a:path>
              <a:path w="142239" h="340359">
                <a:moveTo>
                  <a:pt x="36734" y="227584"/>
                </a:moveTo>
                <a:lnTo>
                  <a:pt x="36575" y="227584"/>
                </a:lnTo>
                <a:lnTo>
                  <a:pt x="36929" y="229142"/>
                </a:lnTo>
                <a:lnTo>
                  <a:pt x="36734" y="227584"/>
                </a:lnTo>
                <a:close/>
              </a:path>
              <a:path w="142239" h="340359">
                <a:moveTo>
                  <a:pt x="50535" y="123220"/>
                </a:moveTo>
                <a:lnTo>
                  <a:pt x="49911" y="124587"/>
                </a:lnTo>
                <a:lnTo>
                  <a:pt x="50051" y="124587"/>
                </a:lnTo>
                <a:lnTo>
                  <a:pt x="50535" y="123220"/>
                </a:lnTo>
                <a:close/>
              </a:path>
              <a:path w="142239" h="340359">
                <a:moveTo>
                  <a:pt x="102289" y="40347"/>
                </a:moveTo>
                <a:lnTo>
                  <a:pt x="101345" y="41275"/>
                </a:lnTo>
                <a:lnTo>
                  <a:pt x="101526" y="41275"/>
                </a:lnTo>
                <a:lnTo>
                  <a:pt x="102289" y="40347"/>
                </a:lnTo>
                <a:close/>
              </a:path>
              <a:path w="142239" h="340359">
                <a:moveTo>
                  <a:pt x="109165" y="33781"/>
                </a:moveTo>
                <a:lnTo>
                  <a:pt x="108965" y="33781"/>
                </a:lnTo>
                <a:lnTo>
                  <a:pt x="108210" y="34524"/>
                </a:lnTo>
                <a:lnTo>
                  <a:pt x="109165" y="33781"/>
                </a:lnTo>
                <a:close/>
              </a:path>
              <a:path w="142239" h="340359">
                <a:moveTo>
                  <a:pt x="113574" y="30352"/>
                </a:moveTo>
                <a:lnTo>
                  <a:pt x="112902" y="30733"/>
                </a:lnTo>
                <a:lnTo>
                  <a:pt x="113084" y="30733"/>
                </a:lnTo>
                <a:lnTo>
                  <a:pt x="113574" y="30352"/>
                </a:lnTo>
                <a:close/>
              </a:path>
              <a:path w="142239" h="340359">
                <a:moveTo>
                  <a:pt x="114671" y="29718"/>
                </a:moveTo>
                <a:lnTo>
                  <a:pt x="114390" y="29718"/>
                </a:lnTo>
                <a:lnTo>
                  <a:pt x="113574" y="30352"/>
                </a:lnTo>
                <a:lnTo>
                  <a:pt x="114671" y="29718"/>
                </a:lnTo>
                <a:close/>
              </a:path>
              <a:path w="142239" h="340359">
                <a:moveTo>
                  <a:pt x="118650" y="27431"/>
                </a:moveTo>
                <a:lnTo>
                  <a:pt x="117363" y="27940"/>
                </a:lnTo>
                <a:lnTo>
                  <a:pt x="116458" y="28321"/>
                </a:lnTo>
                <a:lnTo>
                  <a:pt x="117660" y="27940"/>
                </a:lnTo>
                <a:lnTo>
                  <a:pt x="118650" y="27431"/>
                </a:lnTo>
                <a:close/>
              </a:path>
              <a:path w="142239" h="340359">
                <a:moveTo>
                  <a:pt x="117766" y="27940"/>
                </a:moveTo>
                <a:lnTo>
                  <a:pt x="116458" y="28321"/>
                </a:lnTo>
                <a:lnTo>
                  <a:pt x="117103" y="28321"/>
                </a:lnTo>
                <a:lnTo>
                  <a:pt x="117766" y="27940"/>
                </a:lnTo>
                <a:close/>
              </a:path>
              <a:path w="142239" h="340359">
                <a:moveTo>
                  <a:pt x="119262" y="27431"/>
                </a:moveTo>
                <a:lnTo>
                  <a:pt x="118650" y="27431"/>
                </a:lnTo>
                <a:lnTo>
                  <a:pt x="117766" y="27940"/>
                </a:lnTo>
                <a:lnTo>
                  <a:pt x="119262" y="27431"/>
                </a:lnTo>
                <a:close/>
              </a:path>
              <a:path w="142239" h="340359">
                <a:moveTo>
                  <a:pt x="136844" y="22200"/>
                </a:moveTo>
                <a:lnTo>
                  <a:pt x="133476" y="23622"/>
                </a:lnTo>
                <a:lnTo>
                  <a:pt x="130047" y="25019"/>
                </a:lnTo>
                <a:lnTo>
                  <a:pt x="127253" y="25907"/>
                </a:lnTo>
                <a:lnTo>
                  <a:pt x="124440" y="26369"/>
                </a:lnTo>
                <a:lnTo>
                  <a:pt x="125856" y="27431"/>
                </a:lnTo>
                <a:lnTo>
                  <a:pt x="126872" y="27940"/>
                </a:lnTo>
                <a:lnTo>
                  <a:pt x="128484" y="27940"/>
                </a:lnTo>
                <a:lnTo>
                  <a:pt x="133183" y="25907"/>
                </a:lnTo>
                <a:lnTo>
                  <a:pt x="133340" y="25907"/>
                </a:lnTo>
                <a:lnTo>
                  <a:pt x="135255" y="24129"/>
                </a:lnTo>
                <a:lnTo>
                  <a:pt x="136719" y="22351"/>
                </a:lnTo>
                <a:lnTo>
                  <a:pt x="136844" y="22200"/>
                </a:lnTo>
                <a:close/>
              </a:path>
              <a:path w="142239" h="340359">
                <a:moveTo>
                  <a:pt x="121665" y="26670"/>
                </a:moveTo>
                <a:lnTo>
                  <a:pt x="120310" y="26988"/>
                </a:lnTo>
                <a:lnTo>
                  <a:pt x="120659" y="26988"/>
                </a:lnTo>
                <a:lnTo>
                  <a:pt x="121665" y="26670"/>
                </a:lnTo>
                <a:close/>
              </a:path>
              <a:path w="142239" h="340359">
                <a:moveTo>
                  <a:pt x="122605" y="26670"/>
                </a:moveTo>
                <a:lnTo>
                  <a:pt x="121665" y="26670"/>
                </a:lnTo>
                <a:lnTo>
                  <a:pt x="120659" y="26988"/>
                </a:lnTo>
                <a:lnTo>
                  <a:pt x="122605" y="26670"/>
                </a:lnTo>
                <a:close/>
              </a:path>
              <a:path w="142239" h="340359">
                <a:moveTo>
                  <a:pt x="130556" y="0"/>
                </a:moveTo>
                <a:lnTo>
                  <a:pt x="124713" y="2286"/>
                </a:lnTo>
                <a:lnTo>
                  <a:pt x="118871" y="4699"/>
                </a:lnTo>
                <a:lnTo>
                  <a:pt x="117074" y="8763"/>
                </a:lnTo>
                <a:lnTo>
                  <a:pt x="116000" y="11429"/>
                </a:lnTo>
                <a:lnTo>
                  <a:pt x="118237" y="17145"/>
                </a:lnTo>
                <a:lnTo>
                  <a:pt x="119506" y="20574"/>
                </a:lnTo>
                <a:lnTo>
                  <a:pt x="120320" y="22200"/>
                </a:lnTo>
                <a:lnTo>
                  <a:pt x="120395" y="22351"/>
                </a:lnTo>
                <a:lnTo>
                  <a:pt x="121793" y="24383"/>
                </a:lnTo>
                <a:lnTo>
                  <a:pt x="124440" y="26369"/>
                </a:lnTo>
                <a:lnTo>
                  <a:pt x="127253" y="25907"/>
                </a:lnTo>
                <a:lnTo>
                  <a:pt x="130047" y="25019"/>
                </a:lnTo>
                <a:lnTo>
                  <a:pt x="140927" y="12700"/>
                </a:lnTo>
                <a:lnTo>
                  <a:pt x="140969" y="12065"/>
                </a:lnTo>
                <a:lnTo>
                  <a:pt x="139700" y="8763"/>
                </a:lnTo>
                <a:lnTo>
                  <a:pt x="138777" y="6603"/>
                </a:lnTo>
                <a:lnTo>
                  <a:pt x="138380" y="5588"/>
                </a:lnTo>
                <a:lnTo>
                  <a:pt x="138280" y="5333"/>
                </a:lnTo>
                <a:lnTo>
                  <a:pt x="135508" y="2921"/>
                </a:lnTo>
                <a:lnTo>
                  <a:pt x="131952" y="1904"/>
                </a:lnTo>
                <a:lnTo>
                  <a:pt x="128472" y="873"/>
                </a:lnTo>
                <a:lnTo>
                  <a:pt x="132660" y="873"/>
                </a:lnTo>
                <a:lnTo>
                  <a:pt x="130556" y="0"/>
                </a:lnTo>
                <a:close/>
              </a:path>
              <a:path w="142239" h="340359">
                <a:moveTo>
                  <a:pt x="140989" y="12065"/>
                </a:moveTo>
                <a:lnTo>
                  <a:pt x="140927" y="12700"/>
                </a:lnTo>
                <a:lnTo>
                  <a:pt x="140809" y="14477"/>
                </a:lnTo>
                <a:lnTo>
                  <a:pt x="140715" y="15875"/>
                </a:lnTo>
                <a:lnTo>
                  <a:pt x="138937" y="18923"/>
                </a:lnTo>
                <a:lnTo>
                  <a:pt x="136889" y="22200"/>
                </a:lnTo>
                <a:lnTo>
                  <a:pt x="139192" y="21208"/>
                </a:lnTo>
                <a:lnTo>
                  <a:pt x="141986" y="14477"/>
                </a:lnTo>
                <a:lnTo>
                  <a:pt x="140989" y="12065"/>
                </a:lnTo>
                <a:close/>
              </a:path>
              <a:path w="142239" h="340359">
                <a:moveTo>
                  <a:pt x="132660" y="873"/>
                </a:moveTo>
                <a:lnTo>
                  <a:pt x="128472" y="873"/>
                </a:lnTo>
                <a:lnTo>
                  <a:pt x="131952" y="1904"/>
                </a:lnTo>
                <a:lnTo>
                  <a:pt x="135508" y="2921"/>
                </a:lnTo>
                <a:lnTo>
                  <a:pt x="138302" y="5333"/>
                </a:lnTo>
                <a:lnTo>
                  <a:pt x="138032" y="4699"/>
                </a:lnTo>
                <a:lnTo>
                  <a:pt x="137336" y="2921"/>
                </a:lnTo>
                <a:lnTo>
                  <a:pt x="137592" y="2921"/>
                </a:lnTo>
                <a:lnTo>
                  <a:pt x="132660" y="873"/>
                </a:lnTo>
                <a:close/>
              </a:path>
              <a:path w="142239" h="340359">
                <a:moveTo>
                  <a:pt x="125094" y="507"/>
                </a:moveTo>
                <a:lnTo>
                  <a:pt x="117220" y="507"/>
                </a:lnTo>
                <a:lnTo>
                  <a:pt x="113563" y="873"/>
                </a:lnTo>
                <a:lnTo>
                  <a:pt x="129242" y="873"/>
                </a:lnTo>
                <a:lnTo>
                  <a:pt x="125094" y="507"/>
                </a:lnTo>
                <a:close/>
              </a:path>
            </a:pathLst>
          </a:custGeom>
          <a:solidFill>
            <a:srgbClr val="177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4203" y="165354"/>
            <a:ext cx="1166909" cy="2489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63009" y="97535"/>
            <a:ext cx="1254125" cy="433705"/>
            <a:chOff x="3763009" y="97535"/>
            <a:chExt cx="1254125" cy="4337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3009" y="122173"/>
              <a:ext cx="1027484" cy="2575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3840" y="97535"/>
              <a:ext cx="193040" cy="433705"/>
            </a:xfrm>
            <a:custGeom>
              <a:avLst/>
              <a:gdLst/>
              <a:ahLst/>
              <a:cxnLst/>
              <a:rect l="l" t="t" r="r" b="b"/>
              <a:pathLst>
                <a:path w="193039" h="433705">
                  <a:moveTo>
                    <a:pt x="3683" y="420370"/>
                  </a:moveTo>
                  <a:lnTo>
                    <a:pt x="1876" y="420370"/>
                  </a:lnTo>
                  <a:lnTo>
                    <a:pt x="635" y="421386"/>
                  </a:lnTo>
                  <a:lnTo>
                    <a:pt x="254" y="422910"/>
                  </a:lnTo>
                  <a:lnTo>
                    <a:pt x="0" y="424561"/>
                  </a:lnTo>
                  <a:lnTo>
                    <a:pt x="1016" y="426085"/>
                  </a:lnTo>
                  <a:lnTo>
                    <a:pt x="2539" y="426593"/>
                  </a:lnTo>
                  <a:lnTo>
                    <a:pt x="13335" y="429768"/>
                  </a:lnTo>
                  <a:lnTo>
                    <a:pt x="13588" y="429768"/>
                  </a:lnTo>
                  <a:lnTo>
                    <a:pt x="22764" y="431927"/>
                  </a:lnTo>
                  <a:lnTo>
                    <a:pt x="22606" y="431927"/>
                  </a:lnTo>
                  <a:lnTo>
                    <a:pt x="31496" y="433324"/>
                  </a:lnTo>
                  <a:lnTo>
                    <a:pt x="40132" y="433705"/>
                  </a:lnTo>
                  <a:lnTo>
                    <a:pt x="41401" y="433705"/>
                  </a:lnTo>
                  <a:lnTo>
                    <a:pt x="81025" y="423291"/>
                  </a:lnTo>
                  <a:lnTo>
                    <a:pt x="85199" y="421132"/>
                  </a:lnTo>
                  <a:lnTo>
                    <a:pt x="14859" y="421132"/>
                  </a:lnTo>
                  <a:lnTo>
                    <a:pt x="3683" y="420370"/>
                  </a:lnTo>
                  <a:close/>
                </a:path>
                <a:path w="193039" h="433705">
                  <a:moveTo>
                    <a:pt x="30480" y="418973"/>
                  </a:moveTo>
                  <a:lnTo>
                    <a:pt x="22352" y="420624"/>
                  </a:lnTo>
                  <a:lnTo>
                    <a:pt x="21361" y="420624"/>
                  </a:lnTo>
                  <a:lnTo>
                    <a:pt x="14350" y="421132"/>
                  </a:lnTo>
                  <a:lnTo>
                    <a:pt x="85199" y="421132"/>
                  </a:lnTo>
                  <a:lnTo>
                    <a:pt x="88556" y="419227"/>
                  </a:lnTo>
                  <a:lnTo>
                    <a:pt x="29463" y="419227"/>
                  </a:lnTo>
                  <a:lnTo>
                    <a:pt x="30480" y="418973"/>
                  </a:lnTo>
                  <a:close/>
                </a:path>
                <a:path w="193039" h="433705">
                  <a:moveTo>
                    <a:pt x="93480" y="416433"/>
                  </a:moveTo>
                  <a:lnTo>
                    <a:pt x="37592" y="416433"/>
                  </a:lnTo>
                  <a:lnTo>
                    <a:pt x="29463" y="419227"/>
                  </a:lnTo>
                  <a:lnTo>
                    <a:pt x="29229" y="419227"/>
                  </a:lnTo>
                  <a:lnTo>
                    <a:pt x="30480" y="418973"/>
                  </a:lnTo>
                  <a:lnTo>
                    <a:pt x="89004" y="418973"/>
                  </a:lnTo>
                  <a:lnTo>
                    <a:pt x="93480" y="416433"/>
                  </a:lnTo>
                  <a:close/>
                </a:path>
                <a:path w="193039" h="433705">
                  <a:moveTo>
                    <a:pt x="89004" y="418973"/>
                  </a:moveTo>
                  <a:lnTo>
                    <a:pt x="30480" y="418973"/>
                  </a:lnTo>
                  <a:lnTo>
                    <a:pt x="29463" y="419227"/>
                  </a:lnTo>
                  <a:lnTo>
                    <a:pt x="88556" y="419227"/>
                  </a:lnTo>
                  <a:lnTo>
                    <a:pt x="89004" y="418973"/>
                  </a:lnTo>
                  <a:close/>
                </a:path>
                <a:path w="193039" h="433705">
                  <a:moveTo>
                    <a:pt x="100643" y="412369"/>
                  </a:moveTo>
                  <a:lnTo>
                    <a:pt x="45720" y="412369"/>
                  </a:lnTo>
                  <a:lnTo>
                    <a:pt x="36575" y="416814"/>
                  </a:lnTo>
                  <a:lnTo>
                    <a:pt x="37592" y="416433"/>
                  </a:lnTo>
                  <a:lnTo>
                    <a:pt x="93480" y="416433"/>
                  </a:lnTo>
                  <a:lnTo>
                    <a:pt x="100643" y="412369"/>
                  </a:lnTo>
                  <a:close/>
                </a:path>
                <a:path w="193039" h="433705">
                  <a:moveTo>
                    <a:pt x="87823" y="382678"/>
                  </a:moveTo>
                  <a:lnTo>
                    <a:pt x="55721" y="405747"/>
                  </a:lnTo>
                  <a:lnTo>
                    <a:pt x="44704" y="412877"/>
                  </a:lnTo>
                  <a:lnTo>
                    <a:pt x="45720" y="412369"/>
                  </a:lnTo>
                  <a:lnTo>
                    <a:pt x="100643" y="412369"/>
                  </a:lnTo>
                  <a:lnTo>
                    <a:pt x="105791" y="409448"/>
                  </a:lnTo>
                  <a:lnTo>
                    <a:pt x="118363" y="400431"/>
                  </a:lnTo>
                  <a:lnTo>
                    <a:pt x="130429" y="389509"/>
                  </a:lnTo>
                  <a:lnTo>
                    <a:pt x="131825" y="388112"/>
                  </a:lnTo>
                  <a:lnTo>
                    <a:pt x="136103" y="383286"/>
                  </a:lnTo>
                  <a:lnTo>
                    <a:pt x="87122" y="383286"/>
                  </a:lnTo>
                  <a:lnTo>
                    <a:pt x="87823" y="382678"/>
                  </a:lnTo>
                  <a:close/>
                </a:path>
                <a:path w="193039" h="433705">
                  <a:moveTo>
                    <a:pt x="136315" y="321837"/>
                  </a:moveTo>
                  <a:lnTo>
                    <a:pt x="128011" y="336550"/>
                  </a:lnTo>
                  <a:lnTo>
                    <a:pt x="125730" y="340741"/>
                  </a:lnTo>
                  <a:lnTo>
                    <a:pt x="124713" y="342392"/>
                  </a:lnTo>
                  <a:lnTo>
                    <a:pt x="124554" y="342392"/>
                  </a:lnTo>
                  <a:lnTo>
                    <a:pt x="116078" y="354457"/>
                  </a:lnTo>
                  <a:lnTo>
                    <a:pt x="115533" y="355137"/>
                  </a:lnTo>
                  <a:lnTo>
                    <a:pt x="114964" y="355727"/>
                  </a:lnTo>
                  <a:lnTo>
                    <a:pt x="110846" y="360426"/>
                  </a:lnTo>
                  <a:lnTo>
                    <a:pt x="107187" y="364744"/>
                  </a:lnTo>
                  <a:lnTo>
                    <a:pt x="97536" y="374269"/>
                  </a:lnTo>
                  <a:lnTo>
                    <a:pt x="94455" y="376936"/>
                  </a:lnTo>
                  <a:lnTo>
                    <a:pt x="88392" y="382270"/>
                  </a:lnTo>
                  <a:lnTo>
                    <a:pt x="87122" y="383286"/>
                  </a:lnTo>
                  <a:lnTo>
                    <a:pt x="136103" y="383286"/>
                  </a:lnTo>
                  <a:lnTo>
                    <a:pt x="141732" y="376936"/>
                  </a:lnTo>
                  <a:lnTo>
                    <a:pt x="142875" y="375412"/>
                  </a:lnTo>
                  <a:lnTo>
                    <a:pt x="153416" y="360426"/>
                  </a:lnTo>
                  <a:lnTo>
                    <a:pt x="154432" y="358775"/>
                  </a:lnTo>
                  <a:lnTo>
                    <a:pt x="163325" y="342392"/>
                  </a:lnTo>
                  <a:lnTo>
                    <a:pt x="124713" y="342392"/>
                  </a:lnTo>
                  <a:lnTo>
                    <a:pt x="125323" y="341311"/>
                  </a:lnTo>
                  <a:lnTo>
                    <a:pt x="163912" y="341311"/>
                  </a:lnTo>
                  <a:lnTo>
                    <a:pt x="166497" y="336550"/>
                  </a:lnTo>
                  <a:lnTo>
                    <a:pt x="172242" y="323088"/>
                  </a:lnTo>
                  <a:lnTo>
                    <a:pt x="135762" y="323088"/>
                  </a:lnTo>
                  <a:lnTo>
                    <a:pt x="136315" y="321837"/>
                  </a:lnTo>
                  <a:close/>
                </a:path>
                <a:path w="193039" h="433705">
                  <a:moveTo>
                    <a:pt x="185793" y="281559"/>
                  </a:moveTo>
                  <a:lnTo>
                    <a:pt x="152273" y="281559"/>
                  </a:lnTo>
                  <a:lnTo>
                    <a:pt x="148517" y="292100"/>
                  </a:lnTo>
                  <a:lnTo>
                    <a:pt x="144907" y="302387"/>
                  </a:lnTo>
                  <a:lnTo>
                    <a:pt x="144647" y="303036"/>
                  </a:lnTo>
                  <a:lnTo>
                    <a:pt x="144346" y="303657"/>
                  </a:lnTo>
                  <a:lnTo>
                    <a:pt x="136398" y="321691"/>
                  </a:lnTo>
                  <a:lnTo>
                    <a:pt x="135762" y="323088"/>
                  </a:lnTo>
                  <a:lnTo>
                    <a:pt x="172242" y="323088"/>
                  </a:lnTo>
                  <a:lnTo>
                    <a:pt x="175387" y="315722"/>
                  </a:lnTo>
                  <a:lnTo>
                    <a:pt x="175895" y="314452"/>
                  </a:lnTo>
                  <a:lnTo>
                    <a:pt x="183261" y="292100"/>
                  </a:lnTo>
                  <a:lnTo>
                    <a:pt x="183642" y="290703"/>
                  </a:lnTo>
                  <a:lnTo>
                    <a:pt x="185793" y="281559"/>
                  </a:lnTo>
                  <a:close/>
                </a:path>
                <a:path w="193039" h="433705">
                  <a:moveTo>
                    <a:pt x="115697" y="39116"/>
                  </a:moveTo>
                  <a:lnTo>
                    <a:pt x="83058" y="39116"/>
                  </a:lnTo>
                  <a:lnTo>
                    <a:pt x="98171" y="55245"/>
                  </a:lnTo>
                  <a:lnTo>
                    <a:pt x="111036" y="71168"/>
                  </a:lnTo>
                  <a:lnTo>
                    <a:pt x="113510" y="74675"/>
                  </a:lnTo>
                  <a:lnTo>
                    <a:pt x="123825" y="89154"/>
                  </a:lnTo>
                  <a:lnTo>
                    <a:pt x="124221" y="89788"/>
                  </a:lnTo>
                  <a:lnTo>
                    <a:pt x="124410" y="90170"/>
                  </a:lnTo>
                  <a:lnTo>
                    <a:pt x="134784" y="108182"/>
                  </a:lnTo>
                  <a:lnTo>
                    <a:pt x="134923" y="108486"/>
                  </a:lnTo>
                  <a:lnTo>
                    <a:pt x="135382" y="109220"/>
                  </a:lnTo>
                  <a:lnTo>
                    <a:pt x="135214" y="109220"/>
                  </a:lnTo>
                  <a:lnTo>
                    <a:pt x="143763" y="127762"/>
                  </a:lnTo>
                  <a:lnTo>
                    <a:pt x="148448" y="140970"/>
                  </a:lnTo>
                  <a:lnTo>
                    <a:pt x="151130" y="148336"/>
                  </a:lnTo>
                  <a:lnTo>
                    <a:pt x="151326" y="148990"/>
                  </a:lnTo>
                  <a:lnTo>
                    <a:pt x="151445" y="149606"/>
                  </a:lnTo>
                  <a:lnTo>
                    <a:pt x="155234" y="164846"/>
                  </a:lnTo>
                  <a:lnTo>
                    <a:pt x="156591" y="170053"/>
                  </a:lnTo>
                  <a:lnTo>
                    <a:pt x="156734" y="170769"/>
                  </a:lnTo>
                  <a:lnTo>
                    <a:pt x="156797" y="171323"/>
                  </a:lnTo>
                  <a:lnTo>
                    <a:pt x="159211" y="186182"/>
                  </a:lnTo>
                  <a:lnTo>
                    <a:pt x="159766" y="189357"/>
                  </a:lnTo>
                  <a:lnTo>
                    <a:pt x="161239" y="206248"/>
                  </a:lnTo>
                  <a:lnTo>
                    <a:pt x="161338" y="208282"/>
                  </a:lnTo>
                  <a:lnTo>
                    <a:pt x="161671" y="224790"/>
                  </a:lnTo>
                  <a:lnTo>
                    <a:pt x="160528" y="241554"/>
                  </a:lnTo>
                  <a:lnTo>
                    <a:pt x="160498" y="241883"/>
                  </a:lnTo>
                  <a:lnTo>
                    <a:pt x="160305" y="242950"/>
                  </a:lnTo>
                  <a:lnTo>
                    <a:pt x="157734" y="259334"/>
                  </a:lnTo>
                  <a:lnTo>
                    <a:pt x="157672" y="259674"/>
                  </a:lnTo>
                  <a:lnTo>
                    <a:pt x="157380" y="260731"/>
                  </a:lnTo>
                  <a:lnTo>
                    <a:pt x="151740" y="283054"/>
                  </a:lnTo>
                  <a:lnTo>
                    <a:pt x="152273" y="281559"/>
                  </a:lnTo>
                  <a:lnTo>
                    <a:pt x="185793" y="281559"/>
                  </a:lnTo>
                  <a:lnTo>
                    <a:pt x="189230" y="266954"/>
                  </a:lnTo>
                  <a:lnTo>
                    <a:pt x="189484" y="265430"/>
                  </a:lnTo>
                  <a:lnTo>
                    <a:pt x="192024" y="246253"/>
                  </a:lnTo>
                  <a:lnTo>
                    <a:pt x="192150" y="244729"/>
                  </a:lnTo>
                  <a:lnTo>
                    <a:pt x="193039" y="226568"/>
                  </a:lnTo>
                  <a:lnTo>
                    <a:pt x="193022" y="224790"/>
                  </a:lnTo>
                  <a:lnTo>
                    <a:pt x="192246" y="208282"/>
                  </a:lnTo>
                  <a:lnTo>
                    <a:pt x="192150" y="206248"/>
                  </a:lnTo>
                  <a:lnTo>
                    <a:pt x="185674" y="164846"/>
                  </a:lnTo>
                  <a:lnTo>
                    <a:pt x="170053" y="117983"/>
                  </a:lnTo>
                  <a:lnTo>
                    <a:pt x="169418" y="116840"/>
                  </a:lnTo>
                  <a:lnTo>
                    <a:pt x="165584" y="109220"/>
                  </a:lnTo>
                  <a:lnTo>
                    <a:pt x="135382" y="109220"/>
                  </a:lnTo>
                  <a:lnTo>
                    <a:pt x="134959" y="108486"/>
                  </a:lnTo>
                  <a:lnTo>
                    <a:pt x="165215" y="108486"/>
                  </a:lnTo>
                  <a:lnTo>
                    <a:pt x="159131" y="96393"/>
                  </a:lnTo>
                  <a:lnTo>
                    <a:pt x="145414" y="74675"/>
                  </a:lnTo>
                  <a:lnTo>
                    <a:pt x="131063" y="56261"/>
                  </a:lnTo>
                  <a:lnTo>
                    <a:pt x="130429" y="55499"/>
                  </a:lnTo>
                  <a:lnTo>
                    <a:pt x="116332" y="39750"/>
                  </a:lnTo>
                  <a:lnTo>
                    <a:pt x="115697" y="39116"/>
                  </a:lnTo>
                  <a:close/>
                </a:path>
                <a:path w="193039" h="433705">
                  <a:moveTo>
                    <a:pt x="70993" y="28829"/>
                  </a:moveTo>
                  <a:lnTo>
                    <a:pt x="83528" y="39750"/>
                  </a:lnTo>
                  <a:lnTo>
                    <a:pt x="83058" y="39116"/>
                  </a:lnTo>
                  <a:lnTo>
                    <a:pt x="115697" y="39116"/>
                  </a:lnTo>
                  <a:lnTo>
                    <a:pt x="105658" y="29464"/>
                  </a:lnTo>
                  <a:lnTo>
                    <a:pt x="71882" y="29464"/>
                  </a:lnTo>
                  <a:lnTo>
                    <a:pt x="70993" y="28829"/>
                  </a:lnTo>
                  <a:close/>
                </a:path>
                <a:path w="193039" h="433705">
                  <a:moveTo>
                    <a:pt x="99187" y="23241"/>
                  </a:moveTo>
                  <a:lnTo>
                    <a:pt x="63182" y="23241"/>
                  </a:lnTo>
                  <a:lnTo>
                    <a:pt x="63894" y="23715"/>
                  </a:lnTo>
                  <a:lnTo>
                    <a:pt x="64058" y="23875"/>
                  </a:lnTo>
                  <a:lnTo>
                    <a:pt x="71882" y="29464"/>
                  </a:lnTo>
                  <a:lnTo>
                    <a:pt x="105658" y="29464"/>
                  </a:lnTo>
                  <a:lnTo>
                    <a:pt x="99187" y="23241"/>
                  </a:lnTo>
                  <a:close/>
                </a:path>
                <a:path w="193039" h="433705">
                  <a:moveTo>
                    <a:pt x="93414" y="18796"/>
                  </a:moveTo>
                  <a:lnTo>
                    <a:pt x="54610" y="18796"/>
                  </a:lnTo>
                  <a:lnTo>
                    <a:pt x="63834" y="23715"/>
                  </a:lnTo>
                  <a:lnTo>
                    <a:pt x="63169" y="23241"/>
                  </a:lnTo>
                  <a:lnTo>
                    <a:pt x="99187" y="23241"/>
                  </a:lnTo>
                  <a:lnTo>
                    <a:pt x="98171" y="22352"/>
                  </a:lnTo>
                  <a:lnTo>
                    <a:pt x="93414" y="18796"/>
                  </a:lnTo>
                  <a:close/>
                </a:path>
                <a:path w="193039" h="433705">
                  <a:moveTo>
                    <a:pt x="46989" y="16383"/>
                  </a:moveTo>
                  <a:lnTo>
                    <a:pt x="55879" y="19431"/>
                  </a:lnTo>
                  <a:lnTo>
                    <a:pt x="54610" y="18796"/>
                  </a:lnTo>
                  <a:lnTo>
                    <a:pt x="93414" y="18796"/>
                  </a:lnTo>
                  <a:lnTo>
                    <a:pt x="90527" y="16637"/>
                  </a:lnTo>
                  <a:lnTo>
                    <a:pt x="47879" y="16637"/>
                  </a:lnTo>
                  <a:lnTo>
                    <a:pt x="46989" y="16383"/>
                  </a:lnTo>
                  <a:close/>
                </a:path>
                <a:path w="193039" h="433705">
                  <a:moveTo>
                    <a:pt x="50926" y="0"/>
                  </a:moveTo>
                  <a:lnTo>
                    <a:pt x="49022" y="0"/>
                  </a:lnTo>
                  <a:lnTo>
                    <a:pt x="43053" y="508"/>
                  </a:lnTo>
                  <a:lnTo>
                    <a:pt x="42291" y="508"/>
                  </a:lnTo>
                  <a:lnTo>
                    <a:pt x="26670" y="3429"/>
                  </a:lnTo>
                  <a:lnTo>
                    <a:pt x="24637" y="5842"/>
                  </a:lnTo>
                  <a:lnTo>
                    <a:pt x="24892" y="11430"/>
                  </a:lnTo>
                  <a:lnTo>
                    <a:pt x="27050" y="13716"/>
                  </a:lnTo>
                  <a:lnTo>
                    <a:pt x="29845" y="13970"/>
                  </a:lnTo>
                  <a:lnTo>
                    <a:pt x="36703" y="14732"/>
                  </a:lnTo>
                  <a:lnTo>
                    <a:pt x="36575" y="14732"/>
                  </a:lnTo>
                  <a:lnTo>
                    <a:pt x="42621" y="15494"/>
                  </a:lnTo>
                  <a:lnTo>
                    <a:pt x="47879" y="16637"/>
                  </a:lnTo>
                  <a:lnTo>
                    <a:pt x="47730" y="16637"/>
                  </a:lnTo>
                  <a:lnTo>
                    <a:pt x="46989" y="16383"/>
                  </a:lnTo>
                  <a:lnTo>
                    <a:pt x="90187" y="16383"/>
                  </a:lnTo>
                  <a:lnTo>
                    <a:pt x="84582" y="12192"/>
                  </a:lnTo>
                  <a:lnTo>
                    <a:pt x="83384" y="11430"/>
                  </a:lnTo>
                  <a:lnTo>
                    <a:pt x="73660" y="6096"/>
                  </a:lnTo>
                  <a:lnTo>
                    <a:pt x="61975" y="1905"/>
                  </a:lnTo>
                  <a:lnTo>
                    <a:pt x="60198" y="1397"/>
                  </a:lnTo>
                  <a:lnTo>
                    <a:pt x="50926" y="0"/>
                  </a:lnTo>
                  <a:close/>
                </a:path>
                <a:path w="193039" h="433705">
                  <a:moveTo>
                    <a:pt x="90187" y="16383"/>
                  </a:moveTo>
                  <a:lnTo>
                    <a:pt x="46989" y="16383"/>
                  </a:lnTo>
                  <a:lnTo>
                    <a:pt x="47879" y="16637"/>
                  </a:lnTo>
                  <a:lnTo>
                    <a:pt x="90527" y="16637"/>
                  </a:lnTo>
                  <a:lnTo>
                    <a:pt x="90187" y="16383"/>
                  </a:lnTo>
                  <a:close/>
                </a:path>
              </a:pathLst>
            </a:custGeom>
            <a:solidFill>
              <a:srgbClr val="177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3866" y="1060069"/>
            <a:ext cx="427863" cy="29590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992677" y="1104646"/>
            <a:ext cx="238760" cy="196215"/>
            <a:chOff x="2992677" y="1104646"/>
            <a:chExt cx="238760" cy="19621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2677" y="1104646"/>
              <a:ext cx="162891" cy="1960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88843" y="1239012"/>
              <a:ext cx="42545" cy="33020"/>
            </a:xfrm>
            <a:custGeom>
              <a:avLst/>
              <a:gdLst/>
              <a:ahLst/>
              <a:cxnLst/>
              <a:rect l="l" t="t" r="r" b="b"/>
              <a:pathLst>
                <a:path w="42544" h="33019">
                  <a:moveTo>
                    <a:pt x="13366" y="6560"/>
                  </a:moveTo>
                  <a:lnTo>
                    <a:pt x="1905" y="13970"/>
                  </a:lnTo>
                  <a:lnTo>
                    <a:pt x="0" y="19176"/>
                  </a:lnTo>
                  <a:lnTo>
                    <a:pt x="1396" y="24002"/>
                  </a:lnTo>
                  <a:lnTo>
                    <a:pt x="2793" y="28955"/>
                  </a:lnTo>
                  <a:lnTo>
                    <a:pt x="7580" y="32512"/>
                  </a:lnTo>
                  <a:lnTo>
                    <a:pt x="24764" y="32512"/>
                  </a:lnTo>
                  <a:lnTo>
                    <a:pt x="31750" y="32765"/>
                  </a:lnTo>
                  <a:lnTo>
                    <a:pt x="38100" y="28193"/>
                  </a:lnTo>
                  <a:lnTo>
                    <a:pt x="42163" y="14732"/>
                  </a:lnTo>
                  <a:lnTo>
                    <a:pt x="39369" y="7492"/>
                  </a:lnTo>
                  <a:lnTo>
                    <a:pt x="12300" y="7492"/>
                  </a:lnTo>
                  <a:lnTo>
                    <a:pt x="13366" y="6560"/>
                  </a:lnTo>
                  <a:close/>
                </a:path>
                <a:path w="42544" h="33019">
                  <a:moveTo>
                    <a:pt x="14477" y="5841"/>
                  </a:moveTo>
                  <a:lnTo>
                    <a:pt x="13366" y="6560"/>
                  </a:lnTo>
                  <a:lnTo>
                    <a:pt x="12300" y="7492"/>
                  </a:lnTo>
                  <a:lnTo>
                    <a:pt x="14477" y="5841"/>
                  </a:lnTo>
                  <a:close/>
                </a:path>
                <a:path w="42544" h="33019">
                  <a:moveTo>
                    <a:pt x="36783" y="5841"/>
                  </a:moveTo>
                  <a:lnTo>
                    <a:pt x="14477" y="5841"/>
                  </a:lnTo>
                  <a:lnTo>
                    <a:pt x="12276" y="7492"/>
                  </a:lnTo>
                  <a:lnTo>
                    <a:pt x="39369" y="7492"/>
                  </a:lnTo>
                  <a:lnTo>
                    <a:pt x="36783" y="5841"/>
                  </a:lnTo>
                  <a:close/>
                </a:path>
                <a:path w="42544" h="33019">
                  <a:moveTo>
                    <a:pt x="27431" y="0"/>
                  </a:moveTo>
                  <a:lnTo>
                    <a:pt x="19684" y="762"/>
                  </a:lnTo>
                  <a:lnTo>
                    <a:pt x="14477" y="5587"/>
                  </a:lnTo>
                  <a:lnTo>
                    <a:pt x="13366" y="6560"/>
                  </a:lnTo>
                  <a:lnTo>
                    <a:pt x="14477" y="5841"/>
                  </a:lnTo>
                  <a:lnTo>
                    <a:pt x="36783" y="5841"/>
                  </a:lnTo>
                  <a:lnTo>
                    <a:pt x="33400" y="3683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2724" y="994155"/>
            <a:ext cx="407390" cy="431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2563" y="1107821"/>
            <a:ext cx="309219" cy="25374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9225" y="1203452"/>
            <a:ext cx="223506" cy="1943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18639" y="1185544"/>
            <a:ext cx="532765" cy="1460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1241044"/>
            <a:ext cx="314794" cy="18122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5422" y="121412"/>
            <a:ext cx="1558467" cy="5999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06394" y="1125762"/>
            <a:ext cx="519093" cy="11985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1457" y="1745614"/>
            <a:ext cx="401281" cy="2984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95438" y="1816989"/>
            <a:ext cx="494093" cy="27698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94101" y="1830577"/>
            <a:ext cx="633095" cy="2514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46072" y="1884298"/>
            <a:ext cx="579119" cy="15112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09822" y="1831085"/>
            <a:ext cx="643636" cy="1562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6613" y="2420239"/>
            <a:ext cx="350138" cy="38227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609313" y="2525014"/>
            <a:ext cx="709197" cy="24803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4325" y="2470404"/>
            <a:ext cx="464769" cy="31991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822957" y="2578989"/>
            <a:ext cx="548341" cy="19557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492372" y="2581020"/>
            <a:ext cx="563879" cy="1524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59587" y="3206495"/>
            <a:ext cx="357670" cy="36957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05806" y="3280917"/>
            <a:ext cx="299448" cy="25527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95615" y="3426586"/>
            <a:ext cx="161607" cy="16802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735033" y="3324225"/>
            <a:ext cx="148120" cy="21958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948006" y="3315842"/>
            <a:ext cx="200509" cy="20574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20211" y="3360292"/>
            <a:ext cx="203326" cy="17005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16100" y="3358641"/>
            <a:ext cx="590298" cy="15367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612007" y="3371341"/>
            <a:ext cx="476585" cy="15367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43007" y="3986148"/>
            <a:ext cx="411613" cy="37973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20660" y="4078478"/>
            <a:ext cx="246621" cy="23241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437258" y="4229608"/>
            <a:ext cx="163068" cy="17906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7172" y="4163948"/>
            <a:ext cx="583690" cy="15113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692400" y="4123182"/>
            <a:ext cx="400812" cy="257810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3160990" y="4162933"/>
            <a:ext cx="198755" cy="200660"/>
            <a:chOff x="3160990" y="4162933"/>
            <a:chExt cx="198755" cy="200660"/>
          </a:xfrm>
        </p:grpSpPr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60990" y="4162933"/>
              <a:ext cx="126658" cy="18072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314064" y="4304665"/>
              <a:ext cx="45720" cy="59055"/>
            </a:xfrm>
            <a:custGeom>
              <a:avLst/>
              <a:gdLst/>
              <a:ahLst/>
              <a:cxnLst/>
              <a:rect l="l" t="t" r="r" b="b"/>
              <a:pathLst>
                <a:path w="45720" h="59054">
                  <a:moveTo>
                    <a:pt x="5359" y="28321"/>
                  </a:moveTo>
                  <a:lnTo>
                    <a:pt x="4655" y="28999"/>
                  </a:lnTo>
                  <a:lnTo>
                    <a:pt x="1650" y="32004"/>
                  </a:lnTo>
                  <a:lnTo>
                    <a:pt x="0" y="36449"/>
                  </a:lnTo>
                  <a:lnTo>
                    <a:pt x="79" y="37846"/>
                  </a:lnTo>
                  <a:lnTo>
                    <a:pt x="195" y="39878"/>
                  </a:lnTo>
                  <a:lnTo>
                    <a:pt x="254" y="40893"/>
                  </a:lnTo>
                  <a:lnTo>
                    <a:pt x="381" y="45466"/>
                  </a:lnTo>
                  <a:lnTo>
                    <a:pt x="2539" y="49657"/>
                  </a:lnTo>
                  <a:lnTo>
                    <a:pt x="5969" y="52578"/>
                  </a:lnTo>
                  <a:lnTo>
                    <a:pt x="8382" y="54483"/>
                  </a:lnTo>
                  <a:lnTo>
                    <a:pt x="13910" y="57650"/>
                  </a:lnTo>
                  <a:lnTo>
                    <a:pt x="20034" y="58769"/>
                  </a:lnTo>
                  <a:lnTo>
                    <a:pt x="26205" y="57840"/>
                  </a:lnTo>
                  <a:lnTo>
                    <a:pt x="42290" y="43561"/>
                  </a:lnTo>
                  <a:lnTo>
                    <a:pt x="43307" y="41783"/>
                  </a:lnTo>
                  <a:lnTo>
                    <a:pt x="43942" y="39878"/>
                  </a:lnTo>
                  <a:lnTo>
                    <a:pt x="44196" y="37846"/>
                  </a:lnTo>
                  <a:lnTo>
                    <a:pt x="45085" y="32766"/>
                  </a:lnTo>
                  <a:lnTo>
                    <a:pt x="45201" y="30734"/>
                  </a:lnTo>
                  <a:lnTo>
                    <a:pt x="4699" y="30734"/>
                  </a:lnTo>
                  <a:lnTo>
                    <a:pt x="4762" y="30480"/>
                  </a:lnTo>
                  <a:lnTo>
                    <a:pt x="4063" y="30480"/>
                  </a:lnTo>
                  <a:lnTo>
                    <a:pt x="5359" y="28321"/>
                  </a:lnTo>
                  <a:close/>
                </a:path>
                <a:path w="45720" h="59054">
                  <a:moveTo>
                    <a:pt x="45195" y="26670"/>
                  </a:moveTo>
                  <a:lnTo>
                    <a:pt x="6985" y="26670"/>
                  </a:lnTo>
                  <a:lnTo>
                    <a:pt x="5742" y="28321"/>
                  </a:lnTo>
                  <a:lnTo>
                    <a:pt x="4808" y="30480"/>
                  </a:lnTo>
                  <a:lnTo>
                    <a:pt x="4699" y="30734"/>
                  </a:lnTo>
                  <a:lnTo>
                    <a:pt x="45201" y="30734"/>
                  </a:lnTo>
                  <a:lnTo>
                    <a:pt x="45195" y="26670"/>
                  </a:lnTo>
                  <a:close/>
                </a:path>
                <a:path w="45720" h="59054">
                  <a:moveTo>
                    <a:pt x="5373" y="28321"/>
                  </a:moveTo>
                  <a:lnTo>
                    <a:pt x="4063" y="30480"/>
                  </a:lnTo>
                  <a:lnTo>
                    <a:pt x="5199" y="28999"/>
                  </a:lnTo>
                  <a:lnTo>
                    <a:pt x="5373" y="28321"/>
                  </a:lnTo>
                  <a:close/>
                </a:path>
                <a:path w="45720" h="59054">
                  <a:moveTo>
                    <a:pt x="5080" y="29210"/>
                  </a:moveTo>
                  <a:lnTo>
                    <a:pt x="4842" y="29464"/>
                  </a:lnTo>
                  <a:lnTo>
                    <a:pt x="4063" y="30480"/>
                  </a:lnTo>
                  <a:lnTo>
                    <a:pt x="4762" y="30480"/>
                  </a:lnTo>
                  <a:lnTo>
                    <a:pt x="5016" y="29464"/>
                  </a:lnTo>
                  <a:lnTo>
                    <a:pt x="5080" y="29210"/>
                  </a:lnTo>
                  <a:close/>
                </a:path>
                <a:path w="45720" h="59054">
                  <a:moveTo>
                    <a:pt x="5742" y="28321"/>
                  </a:moveTo>
                  <a:lnTo>
                    <a:pt x="5199" y="28999"/>
                  </a:lnTo>
                  <a:lnTo>
                    <a:pt x="5080" y="29210"/>
                  </a:lnTo>
                  <a:lnTo>
                    <a:pt x="4762" y="30480"/>
                  </a:lnTo>
                  <a:lnTo>
                    <a:pt x="5248" y="29464"/>
                  </a:lnTo>
                  <a:lnTo>
                    <a:pt x="5742" y="28321"/>
                  </a:lnTo>
                  <a:close/>
                </a:path>
                <a:path w="45720" h="59054">
                  <a:moveTo>
                    <a:pt x="6053" y="27601"/>
                  </a:moveTo>
                  <a:lnTo>
                    <a:pt x="5373" y="28321"/>
                  </a:lnTo>
                  <a:lnTo>
                    <a:pt x="5199" y="28999"/>
                  </a:lnTo>
                  <a:lnTo>
                    <a:pt x="5719" y="28321"/>
                  </a:lnTo>
                  <a:lnTo>
                    <a:pt x="6053" y="27601"/>
                  </a:lnTo>
                  <a:close/>
                </a:path>
                <a:path w="45720" h="59054">
                  <a:moveTo>
                    <a:pt x="19838" y="4953"/>
                  </a:moveTo>
                  <a:lnTo>
                    <a:pt x="17272" y="6477"/>
                  </a:lnTo>
                  <a:lnTo>
                    <a:pt x="14350" y="8382"/>
                  </a:lnTo>
                  <a:lnTo>
                    <a:pt x="11937" y="11049"/>
                  </a:lnTo>
                  <a:lnTo>
                    <a:pt x="10540" y="14224"/>
                  </a:lnTo>
                  <a:lnTo>
                    <a:pt x="8509" y="18668"/>
                  </a:lnTo>
                  <a:lnTo>
                    <a:pt x="8127" y="19558"/>
                  </a:lnTo>
                  <a:lnTo>
                    <a:pt x="7112" y="22225"/>
                  </a:lnTo>
                  <a:lnTo>
                    <a:pt x="6350" y="24511"/>
                  </a:lnTo>
                  <a:lnTo>
                    <a:pt x="5373" y="28321"/>
                  </a:lnTo>
                  <a:lnTo>
                    <a:pt x="6731" y="26035"/>
                  </a:lnTo>
                  <a:lnTo>
                    <a:pt x="45140" y="26035"/>
                  </a:lnTo>
                  <a:lnTo>
                    <a:pt x="45085" y="24511"/>
                  </a:lnTo>
                  <a:lnTo>
                    <a:pt x="44450" y="19558"/>
                  </a:lnTo>
                  <a:lnTo>
                    <a:pt x="43686" y="12573"/>
                  </a:lnTo>
                  <a:lnTo>
                    <a:pt x="16637" y="12573"/>
                  </a:lnTo>
                  <a:lnTo>
                    <a:pt x="15277" y="8382"/>
                  </a:lnTo>
                  <a:lnTo>
                    <a:pt x="15154" y="8001"/>
                  </a:lnTo>
                  <a:lnTo>
                    <a:pt x="17432" y="8001"/>
                  </a:lnTo>
                  <a:lnTo>
                    <a:pt x="19838" y="4953"/>
                  </a:lnTo>
                  <a:close/>
                </a:path>
                <a:path w="45720" h="59054">
                  <a:moveTo>
                    <a:pt x="6456" y="26670"/>
                  </a:moveTo>
                  <a:lnTo>
                    <a:pt x="5791" y="27601"/>
                  </a:lnTo>
                  <a:lnTo>
                    <a:pt x="5359" y="28321"/>
                  </a:lnTo>
                  <a:lnTo>
                    <a:pt x="6053" y="27601"/>
                  </a:lnTo>
                  <a:lnTo>
                    <a:pt x="6456" y="26670"/>
                  </a:lnTo>
                  <a:close/>
                </a:path>
                <a:path w="45720" h="59054">
                  <a:moveTo>
                    <a:pt x="6985" y="26670"/>
                  </a:moveTo>
                  <a:lnTo>
                    <a:pt x="6053" y="27601"/>
                  </a:lnTo>
                  <a:lnTo>
                    <a:pt x="5742" y="28321"/>
                  </a:lnTo>
                  <a:lnTo>
                    <a:pt x="6985" y="26670"/>
                  </a:lnTo>
                  <a:close/>
                </a:path>
                <a:path w="45720" h="59054">
                  <a:moveTo>
                    <a:pt x="45140" y="26035"/>
                  </a:moveTo>
                  <a:lnTo>
                    <a:pt x="6731" y="26035"/>
                  </a:lnTo>
                  <a:lnTo>
                    <a:pt x="6053" y="27601"/>
                  </a:lnTo>
                  <a:lnTo>
                    <a:pt x="6985" y="26670"/>
                  </a:lnTo>
                  <a:lnTo>
                    <a:pt x="45195" y="26670"/>
                  </a:lnTo>
                  <a:lnTo>
                    <a:pt x="45140" y="26035"/>
                  </a:lnTo>
                  <a:close/>
                </a:path>
                <a:path w="45720" h="59054">
                  <a:moveTo>
                    <a:pt x="18542" y="0"/>
                  </a:moveTo>
                  <a:lnTo>
                    <a:pt x="17272" y="0"/>
                  </a:lnTo>
                  <a:lnTo>
                    <a:pt x="16256" y="762"/>
                  </a:lnTo>
                  <a:lnTo>
                    <a:pt x="15239" y="1397"/>
                  </a:lnTo>
                  <a:lnTo>
                    <a:pt x="14605" y="2540"/>
                  </a:lnTo>
                  <a:lnTo>
                    <a:pt x="14681" y="3302"/>
                  </a:lnTo>
                  <a:lnTo>
                    <a:pt x="14737" y="3937"/>
                  </a:lnTo>
                  <a:lnTo>
                    <a:pt x="14859" y="6731"/>
                  </a:lnTo>
                  <a:lnTo>
                    <a:pt x="15154" y="8001"/>
                  </a:lnTo>
                  <a:lnTo>
                    <a:pt x="16637" y="12573"/>
                  </a:lnTo>
                  <a:lnTo>
                    <a:pt x="16637" y="9652"/>
                  </a:lnTo>
                  <a:lnTo>
                    <a:pt x="16129" y="9652"/>
                  </a:lnTo>
                  <a:lnTo>
                    <a:pt x="16519" y="8382"/>
                  </a:lnTo>
                  <a:lnTo>
                    <a:pt x="16637" y="8001"/>
                  </a:lnTo>
                  <a:lnTo>
                    <a:pt x="14935" y="8001"/>
                  </a:lnTo>
                  <a:lnTo>
                    <a:pt x="17272" y="6477"/>
                  </a:lnTo>
                  <a:lnTo>
                    <a:pt x="19733" y="4953"/>
                  </a:lnTo>
                  <a:lnTo>
                    <a:pt x="37211" y="4953"/>
                  </a:lnTo>
                  <a:lnTo>
                    <a:pt x="29210" y="3937"/>
                  </a:lnTo>
                  <a:lnTo>
                    <a:pt x="27114" y="3937"/>
                  </a:lnTo>
                  <a:lnTo>
                    <a:pt x="24892" y="3302"/>
                  </a:lnTo>
                  <a:lnTo>
                    <a:pt x="25558" y="3302"/>
                  </a:lnTo>
                  <a:lnTo>
                    <a:pt x="22225" y="1778"/>
                  </a:lnTo>
                  <a:lnTo>
                    <a:pt x="19685" y="508"/>
                  </a:lnTo>
                  <a:lnTo>
                    <a:pt x="18542" y="0"/>
                  </a:lnTo>
                  <a:close/>
                </a:path>
                <a:path w="45720" h="59054">
                  <a:moveTo>
                    <a:pt x="37211" y="4953"/>
                  </a:moveTo>
                  <a:lnTo>
                    <a:pt x="19838" y="4953"/>
                  </a:lnTo>
                  <a:lnTo>
                    <a:pt x="16637" y="9008"/>
                  </a:lnTo>
                  <a:lnTo>
                    <a:pt x="16637" y="12573"/>
                  </a:lnTo>
                  <a:lnTo>
                    <a:pt x="43686" y="12573"/>
                  </a:lnTo>
                  <a:lnTo>
                    <a:pt x="43561" y="11430"/>
                  </a:lnTo>
                  <a:lnTo>
                    <a:pt x="37211" y="4953"/>
                  </a:lnTo>
                  <a:close/>
                </a:path>
                <a:path w="45720" h="59054">
                  <a:moveTo>
                    <a:pt x="16637" y="8382"/>
                  </a:moveTo>
                  <a:lnTo>
                    <a:pt x="16326" y="9008"/>
                  </a:lnTo>
                  <a:lnTo>
                    <a:pt x="16129" y="9652"/>
                  </a:lnTo>
                  <a:lnTo>
                    <a:pt x="16637" y="9008"/>
                  </a:lnTo>
                  <a:lnTo>
                    <a:pt x="16637" y="8382"/>
                  </a:lnTo>
                  <a:close/>
                </a:path>
                <a:path w="45720" h="59054">
                  <a:moveTo>
                    <a:pt x="16637" y="9008"/>
                  </a:moveTo>
                  <a:lnTo>
                    <a:pt x="16129" y="9652"/>
                  </a:lnTo>
                  <a:lnTo>
                    <a:pt x="16637" y="9652"/>
                  </a:lnTo>
                  <a:lnTo>
                    <a:pt x="16637" y="9008"/>
                  </a:lnTo>
                  <a:close/>
                </a:path>
                <a:path w="45720" h="59054">
                  <a:moveTo>
                    <a:pt x="17432" y="8001"/>
                  </a:moveTo>
                  <a:lnTo>
                    <a:pt x="16637" y="8001"/>
                  </a:lnTo>
                  <a:lnTo>
                    <a:pt x="16637" y="9008"/>
                  </a:lnTo>
                  <a:lnTo>
                    <a:pt x="17432" y="8001"/>
                  </a:lnTo>
                  <a:close/>
                </a:path>
                <a:path w="45720" h="59054">
                  <a:moveTo>
                    <a:pt x="24892" y="3302"/>
                  </a:moveTo>
                  <a:lnTo>
                    <a:pt x="27114" y="3937"/>
                  </a:lnTo>
                  <a:lnTo>
                    <a:pt x="26947" y="3937"/>
                  </a:lnTo>
                  <a:lnTo>
                    <a:pt x="26142" y="3568"/>
                  </a:lnTo>
                  <a:lnTo>
                    <a:pt x="26626" y="3568"/>
                  </a:lnTo>
                  <a:lnTo>
                    <a:pt x="24892" y="3302"/>
                  </a:lnTo>
                  <a:close/>
                </a:path>
                <a:path w="45720" h="59054">
                  <a:moveTo>
                    <a:pt x="26142" y="3568"/>
                  </a:moveTo>
                  <a:lnTo>
                    <a:pt x="26947" y="3937"/>
                  </a:lnTo>
                  <a:lnTo>
                    <a:pt x="29210" y="3937"/>
                  </a:lnTo>
                  <a:lnTo>
                    <a:pt x="26142" y="3568"/>
                  </a:lnTo>
                  <a:close/>
                </a:path>
                <a:path w="45720" h="59054">
                  <a:moveTo>
                    <a:pt x="25558" y="3302"/>
                  </a:moveTo>
                  <a:lnTo>
                    <a:pt x="24892" y="3302"/>
                  </a:lnTo>
                  <a:lnTo>
                    <a:pt x="26626" y="3568"/>
                  </a:lnTo>
                  <a:lnTo>
                    <a:pt x="26142" y="3568"/>
                  </a:lnTo>
                  <a:lnTo>
                    <a:pt x="25558" y="3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73271" y="4161028"/>
            <a:ext cx="535505" cy="17780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868164" y="961516"/>
            <a:ext cx="466725" cy="326390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568801" y="1314577"/>
            <a:ext cx="172614" cy="284861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5795009" y="1324102"/>
            <a:ext cx="516255" cy="247015"/>
            <a:chOff x="5795009" y="1324102"/>
            <a:chExt cx="516255" cy="247015"/>
          </a:xfrm>
        </p:grpSpPr>
        <p:sp>
          <p:nvSpPr>
            <p:cNvPr id="48" name="object 48"/>
            <p:cNvSpPr/>
            <p:nvPr/>
          </p:nvSpPr>
          <p:spPr>
            <a:xfrm>
              <a:off x="5795009" y="1399032"/>
              <a:ext cx="22225" cy="18415"/>
            </a:xfrm>
            <a:custGeom>
              <a:avLst/>
              <a:gdLst/>
              <a:ahLst/>
              <a:cxnLst/>
              <a:rect l="l" t="t" r="r" b="b"/>
              <a:pathLst>
                <a:path w="22225" h="18415">
                  <a:moveTo>
                    <a:pt x="6985" y="0"/>
                  </a:moveTo>
                  <a:lnTo>
                    <a:pt x="2920" y="1523"/>
                  </a:lnTo>
                  <a:lnTo>
                    <a:pt x="1397" y="5079"/>
                  </a:lnTo>
                  <a:lnTo>
                    <a:pt x="0" y="8508"/>
                  </a:lnTo>
                  <a:lnTo>
                    <a:pt x="1524" y="12572"/>
                  </a:lnTo>
                  <a:lnTo>
                    <a:pt x="4952" y="14096"/>
                  </a:lnTo>
                  <a:lnTo>
                    <a:pt x="9270" y="15875"/>
                  </a:lnTo>
                  <a:lnTo>
                    <a:pt x="9651" y="16128"/>
                  </a:lnTo>
                  <a:lnTo>
                    <a:pt x="12191" y="17017"/>
                  </a:lnTo>
                  <a:lnTo>
                    <a:pt x="12445" y="17144"/>
                  </a:lnTo>
                  <a:lnTo>
                    <a:pt x="14859" y="17779"/>
                  </a:lnTo>
                  <a:lnTo>
                    <a:pt x="16890" y="18414"/>
                  </a:lnTo>
                  <a:lnTo>
                    <a:pt x="19050" y="17779"/>
                  </a:lnTo>
                  <a:lnTo>
                    <a:pt x="21716" y="14604"/>
                  </a:lnTo>
                  <a:lnTo>
                    <a:pt x="21970" y="12318"/>
                  </a:lnTo>
                  <a:lnTo>
                    <a:pt x="21081" y="10413"/>
                  </a:lnTo>
                  <a:lnTo>
                    <a:pt x="10413" y="1523"/>
                  </a:lnTo>
                  <a:lnTo>
                    <a:pt x="6985" y="0"/>
                  </a:lnTo>
                  <a:close/>
                </a:path>
              </a:pathLst>
            </a:custGeom>
            <a:solidFill>
              <a:srgbClr val="EC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824092" y="1324102"/>
              <a:ext cx="487045" cy="247014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496341" y="1272666"/>
            <a:ext cx="1262469" cy="32499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910956" y="1381505"/>
            <a:ext cx="163195" cy="80264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8208899" y="1198244"/>
            <a:ext cx="85725" cy="92710"/>
          </a:xfrm>
          <a:custGeom>
            <a:avLst/>
            <a:gdLst/>
            <a:ahLst/>
            <a:cxnLst/>
            <a:rect l="l" t="t" r="r" b="b"/>
            <a:pathLst>
              <a:path w="85725" h="92709">
                <a:moveTo>
                  <a:pt x="24257" y="8763"/>
                </a:moveTo>
                <a:lnTo>
                  <a:pt x="22860" y="6604"/>
                </a:lnTo>
                <a:lnTo>
                  <a:pt x="21132" y="6096"/>
                </a:lnTo>
                <a:lnTo>
                  <a:pt x="18415" y="5207"/>
                </a:lnTo>
                <a:lnTo>
                  <a:pt x="16002" y="6096"/>
                </a:lnTo>
                <a:lnTo>
                  <a:pt x="14859" y="8255"/>
                </a:lnTo>
                <a:lnTo>
                  <a:pt x="11557" y="14224"/>
                </a:lnTo>
                <a:lnTo>
                  <a:pt x="11303" y="14732"/>
                </a:lnTo>
                <a:lnTo>
                  <a:pt x="9779" y="18161"/>
                </a:lnTo>
                <a:lnTo>
                  <a:pt x="9652" y="18669"/>
                </a:lnTo>
                <a:lnTo>
                  <a:pt x="8509" y="21844"/>
                </a:lnTo>
                <a:lnTo>
                  <a:pt x="7239" y="24892"/>
                </a:lnTo>
                <a:lnTo>
                  <a:pt x="6096" y="28067"/>
                </a:lnTo>
                <a:lnTo>
                  <a:pt x="5969" y="28448"/>
                </a:lnTo>
                <a:lnTo>
                  <a:pt x="5080" y="31496"/>
                </a:lnTo>
                <a:lnTo>
                  <a:pt x="4826" y="32004"/>
                </a:lnTo>
                <a:lnTo>
                  <a:pt x="3937" y="35941"/>
                </a:lnTo>
                <a:lnTo>
                  <a:pt x="2679" y="42926"/>
                </a:lnTo>
                <a:lnTo>
                  <a:pt x="2286" y="45212"/>
                </a:lnTo>
                <a:lnTo>
                  <a:pt x="2286" y="45720"/>
                </a:lnTo>
                <a:lnTo>
                  <a:pt x="1651" y="50673"/>
                </a:lnTo>
                <a:lnTo>
                  <a:pt x="1270" y="54483"/>
                </a:lnTo>
                <a:lnTo>
                  <a:pt x="635" y="58801"/>
                </a:lnTo>
                <a:lnTo>
                  <a:pt x="254" y="61976"/>
                </a:lnTo>
                <a:lnTo>
                  <a:pt x="190" y="63627"/>
                </a:lnTo>
                <a:lnTo>
                  <a:pt x="0" y="66802"/>
                </a:lnTo>
                <a:lnTo>
                  <a:pt x="0" y="72009"/>
                </a:lnTo>
                <a:lnTo>
                  <a:pt x="13335" y="91694"/>
                </a:lnTo>
                <a:lnTo>
                  <a:pt x="15240" y="92202"/>
                </a:lnTo>
                <a:lnTo>
                  <a:pt x="17145" y="91948"/>
                </a:lnTo>
                <a:lnTo>
                  <a:pt x="20447" y="89916"/>
                </a:lnTo>
                <a:lnTo>
                  <a:pt x="21590" y="88392"/>
                </a:lnTo>
                <a:lnTo>
                  <a:pt x="22479" y="83820"/>
                </a:lnTo>
                <a:lnTo>
                  <a:pt x="22606" y="83566"/>
                </a:lnTo>
                <a:lnTo>
                  <a:pt x="22987" y="81280"/>
                </a:lnTo>
                <a:lnTo>
                  <a:pt x="23012" y="80772"/>
                </a:lnTo>
                <a:lnTo>
                  <a:pt x="23114" y="71501"/>
                </a:lnTo>
                <a:lnTo>
                  <a:pt x="23241" y="63627"/>
                </a:lnTo>
                <a:lnTo>
                  <a:pt x="23368" y="42926"/>
                </a:lnTo>
                <a:lnTo>
                  <a:pt x="23495" y="34544"/>
                </a:lnTo>
                <a:lnTo>
                  <a:pt x="23609" y="31496"/>
                </a:lnTo>
                <a:lnTo>
                  <a:pt x="23723" y="24892"/>
                </a:lnTo>
                <a:lnTo>
                  <a:pt x="23749" y="24130"/>
                </a:lnTo>
                <a:lnTo>
                  <a:pt x="23355" y="18669"/>
                </a:lnTo>
                <a:lnTo>
                  <a:pt x="23241" y="16891"/>
                </a:lnTo>
                <a:lnTo>
                  <a:pt x="23596" y="14732"/>
                </a:lnTo>
                <a:lnTo>
                  <a:pt x="24257" y="8763"/>
                </a:lnTo>
                <a:close/>
              </a:path>
              <a:path w="85725" h="92709">
                <a:moveTo>
                  <a:pt x="83362" y="64643"/>
                </a:moveTo>
                <a:lnTo>
                  <a:pt x="83045" y="64871"/>
                </a:lnTo>
                <a:lnTo>
                  <a:pt x="83007" y="65659"/>
                </a:lnTo>
                <a:lnTo>
                  <a:pt x="83223" y="65151"/>
                </a:lnTo>
                <a:lnTo>
                  <a:pt x="83299" y="64871"/>
                </a:lnTo>
                <a:lnTo>
                  <a:pt x="83362" y="64643"/>
                </a:lnTo>
                <a:close/>
              </a:path>
              <a:path w="85725" h="92709">
                <a:moveTo>
                  <a:pt x="83693" y="63500"/>
                </a:moveTo>
                <a:lnTo>
                  <a:pt x="83146" y="64643"/>
                </a:lnTo>
                <a:lnTo>
                  <a:pt x="83045" y="64871"/>
                </a:lnTo>
                <a:lnTo>
                  <a:pt x="83299" y="64643"/>
                </a:lnTo>
                <a:lnTo>
                  <a:pt x="83693" y="63500"/>
                </a:lnTo>
                <a:close/>
              </a:path>
              <a:path w="85725" h="92709">
                <a:moveTo>
                  <a:pt x="85331" y="50927"/>
                </a:moveTo>
                <a:lnTo>
                  <a:pt x="85090" y="48133"/>
                </a:lnTo>
                <a:lnTo>
                  <a:pt x="84975" y="46609"/>
                </a:lnTo>
                <a:lnTo>
                  <a:pt x="83947" y="36703"/>
                </a:lnTo>
                <a:lnTo>
                  <a:pt x="83820" y="36449"/>
                </a:lnTo>
                <a:lnTo>
                  <a:pt x="83439" y="32893"/>
                </a:lnTo>
                <a:lnTo>
                  <a:pt x="82423" y="27432"/>
                </a:lnTo>
                <a:lnTo>
                  <a:pt x="82169" y="26543"/>
                </a:lnTo>
                <a:lnTo>
                  <a:pt x="81534" y="23749"/>
                </a:lnTo>
                <a:lnTo>
                  <a:pt x="80899" y="20828"/>
                </a:lnTo>
                <a:lnTo>
                  <a:pt x="80302" y="18288"/>
                </a:lnTo>
                <a:lnTo>
                  <a:pt x="80098" y="17399"/>
                </a:lnTo>
                <a:lnTo>
                  <a:pt x="79971" y="16802"/>
                </a:lnTo>
                <a:lnTo>
                  <a:pt x="79933" y="16586"/>
                </a:lnTo>
                <a:lnTo>
                  <a:pt x="79883" y="16256"/>
                </a:lnTo>
                <a:lnTo>
                  <a:pt x="78930" y="13335"/>
                </a:lnTo>
                <a:lnTo>
                  <a:pt x="78803" y="12954"/>
                </a:lnTo>
                <a:lnTo>
                  <a:pt x="78435" y="11811"/>
                </a:lnTo>
                <a:lnTo>
                  <a:pt x="78359" y="11557"/>
                </a:lnTo>
                <a:lnTo>
                  <a:pt x="77089" y="8763"/>
                </a:lnTo>
                <a:lnTo>
                  <a:pt x="75311" y="6096"/>
                </a:lnTo>
                <a:lnTo>
                  <a:pt x="74168" y="4318"/>
                </a:lnTo>
                <a:lnTo>
                  <a:pt x="72517" y="3048"/>
                </a:lnTo>
                <a:lnTo>
                  <a:pt x="70485" y="2413"/>
                </a:lnTo>
                <a:lnTo>
                  <a:pt x="66548" y="889"/>
                </a:lnTo>
                <a:lnTo>
                  <a:pt x="63754" y="0"/>
                </a:lnTo>
                <a:lnTo>
                  <a:pt x="60706" y="381"/>
                </a:lnTo>
                <a:lnTo>
                  <a:pt x="58420" y="2159"/>
                </a:lnTo>
                <a:lnTo>
                  <a:pt x="58166" y="2336"/>
                </a:lnTo>
                <a:lnTo>
                  <a:pt x="58166" y="15240"/>
                </a:lnTo>
                <a:lnTo>
                  <a:pt x="57835" y="13335"/>
                </a:lnTo>
                <a:lnTo>
                  <a:pt x="58166" y="15240"/>
                </a:lnTo>
                <a:lnTo>
                  <a:pt x="58166" y="2336"/>
                </a:lnTo>
                <a:lnTo>
                  <a:pt x="55880" y="3937"/>
                </a:lnTo>
                <a:lnTo>
                  <a:pt x="54356" y="5207"/>
                </a:lnTo>
                <a:lnTo>
                  <a:pt x="53213" y="7112"/>
                </a:lnTo>
                <a:lnTo>
                  <a:pt x="53086" y="10160"/>
                </a:lnTo>
                <a:lnTo>
                  <a:pt x="52959" y="11811"/>
                </a:lnTo>
                <a:lnTo>
                  <a:pt x="53594" y="13335"/>
                </a:lnTo>
                <a:lnTo>
                  <a:pt x="54864" y="14478"/>
                </a:lnTo>
                <a:lnTo>
                  <a:pt x="55841" y="15240"/>
                </a:lnTo>
                <a:lnTo>
                  <a:pt x="58153" y="16586"/>
                </a:lnTo>
                <a:lnTo>
                  <a:pt x="58242" y="16256"/>
                </a:lnTo>
                <a:lnTo>
                  <a:pt x="58204" y="15963"/>
                </a:lnTo>
                <a:lnTo>
                  <a:pt x="58191" y="15671"/>
                </a:lnTo>
                <a:lnTo>
                  <a:pt x="58229" y="15989"/>
                </a:lnTo>
                <a:lnTo>
                  <a:pt x="58242" y="16256"/>
                </a:lnTo>
                <a:lnTo>
                  <a:pt x="58267" y="16586"/>
                </a:lnTo>
                <a:lnTo>
                  <a:pt x="58280" y="16802"/>
                </a:lnTo>
                <a:lnTo>
                  <a:pt x="58394" y="18288"/>
                </a:lnTo>
                <a:lnTo>
                  <a:pt x="58547" y="19558"/>
                </a:lnTo>
                <a:lnTo>
                  <a:pt x="58674" y="30353"/>
                </a:lnTo>
                <a:lnTo>
                  <a:pt x="59004" y="34556"/>
                </a:lnTo>
                <a:lnTo>
                  <a:pt x="59055" y="35331"/>
                </a:lnTo>
                <a:lnTo>
                  <a:pt x="59182" y="42926"/>
                </a:lnTo>
                <a:lnTo>
                  <a:pt x="59436" y="46609"/>
                </a:lnTo>
                <a:lnTo>
                  <a:pt x="59563" y="47371"/>
                </a:lnTo>
                <a:lnTo>
                  <a:pt x="60071" y="50927"/>
                </a:lnTo>
                <a:lnTo>
                  <a:pt x="60198" y="51308"/>
                </a:lnTo>
                <a:lnTo>
                  <a:pt x="60960" y="55499"/>
                </a:lnTo>
                <a:lnTo>
                  <a:pt x="61214" y="56642"/>
                </a:lnTo>
                <a:lnTo>
                  <a:pt x="62484" y="61214"/>
                </a:lnTo>
                <a:lnTo>
                  <a:pt x="62738" y="62357"/>
                </a:lnTo>
                <a:lnTo>
                  <a:pt x="62865" y="62865"/>
                </a:lnTo>
                <a:lnTo>
                  <a:pt x="63195" y="63500"/>
                </a:lnTo>
                <a:lnTo>
                  <a:pt x="63868" y="64643"/>
                </a:lnTo>
                <a:lnTo>
                  <a:pt x="65709" y="66675"/>
                </a:lnTo>
                <a:lnTo>
                  <a:pt x="68072" y="69596"/>
                </a:lnTo>
                <a:lnTo>
                  <a:pt x="69621" y="70993"/>
                </a:lnTo>
                <a:lnTo>
                  <a:pt x="71882" y="72771"/>
                </a:lnTo>
                <a:lnTo>
                  <a:pt x="73279" y="73660"/>
                </a:lnTo>
                <a:lnTo>
                  <a:pt x="77851" y="75819"/>
                </a:lnTo>
                <a:lnTo>
                  <a:pt x="79248" y="76581"/>
                </a:lnTo>
                <a:lnTo>
                  <a:pt x="81026" y="76327"/>
                </a:lnTo>
                <a:lnTo>
                  <a:pt x="83566" y="74295"/>
                </a:lnTo>
                <a:lnTo>
                  <a:pt x="83997" y="72771"/>
                </a:lnTo>
                <a:lnTo>
                  <a:pt x="84074" y="72517"/>
                </a:lnTo>
                <a:lnTo>
                  <a:pt x="83693" y="70993"/>
                </a:lnTo>
                <a:lnTo>
                  <a:pt x="83312" y="69596"/>
                </a:lnTo>
                <a:lnTo>
                  <a:pt x="83235" y="69342"/>
                </a:lnTo>
                <a:lnTo>
                  <a:pt x="83019" y="68580"/>
                </a:lnTo>
                <a:lnTo>
                  <a:pt x="82956" y="66675"/>
                </a:lnTo>
                <a:lnTo>
                  <a:pt x="82994" y="65976"/>
                </a:lnTo>
                <a:lnTo>
                  <a:pt x="82943" y="66154"/>
                </a:lnTo>
                <a:lnTo>
                  <a:pt x="82931" y="65659"/>
                </a:lnTo>
                <a:lnTo>
                  <a:pt x="82994" y="65151"/>
                </a:lnTo>
                <a:lnTo>
                  <a:pt x="82677" y="65659"/>
                </a:lnTo>
                <a:lnTo>
                  <a:pt x="83045" y="64871"/>
                </a:lnTo>
                <a:lnTo>
                  <a:pt x="83058" y="64643"/>
                </a:lnTo>
                <a:lnTo>
                  <a:pt x="83693" y="63500"/>
                </a:lnTo>
                <a:lnTo>
                  <a:pt x="83362" y="64643"/>
                </a:lnTo>
                <a:lnTo>
                  <a:pt x="83997" y="63500"/>
                </a:lnTo>
                <a:lnTo>
                  <a:pt x="84709" y="62357"/>
                </a:lnTo>
                <a:lnTo>
                  <a:pt x="85217" y="60452"/>
                </a:lnTo>
                <a:lnTo>
                  <a:pt x="85331" y="50927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426068" y="1178813"/>
            <a:ext cx="265232" cy="32029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781040" y="2209419"/>
            <a:ext cx="345228" cy="39751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283302" y="2280157"/>
            <a:ext cx="1328823" cy="38963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944267" y="2282189"/>
            <a:ext cx="290285" cy="47167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506332" y="2346451"/>
            <a:ext cx="552958" cy="17513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123426" y="2301367"/>
            <a:ext cx="894588" cy="26428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0256646" y="2252472"/>
            <a:ext cx="1007236" cy="268478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1455236" y="2273173"/>
            <a:ext cx="539731" cy="24155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327902" y="2828670"/>
            <a:ext cx="515112" cy="22999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126858" y="2827273"/>
            <a:ext cx="1071372" cy="235838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882894" y="3326510"/>
            <a:ext cx="403986" cy="34416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471284" y="3347592"/>
            <a:ext cx="139445" cy="270256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677532" y="3392296"/>
            <a:ext cx="492378" cy="230885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7418958" y="3385946"/>
            <a:ext cx="1495425" cy="440690"/>
            <a:chOff x="7418958" y="3385946"/>
            <a:chExt cx="1495425" cy="440690"/>
          </a:xfrm>
        </p:grpSpPr>
        <p:pic>
          <p:nvPicPr>
            <p:cNvPr id="67" name="object 6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418958" y="3385946"/>
              <a:ext cx="753745" cy="44030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192134" y="3395598"/>
              <a:ext cx="721889" cy="226568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114790" y="3454162"/>
            <a:ext cx="236622" cy="14044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9673335" y="3363721"/>
            <a:ext cx="774700" cy="25298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0724895" y="3495675"/>
            <a:ext cx="314705" cy="10947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463919" y="3988561"/>
            <a:ext cx="1227963" cy="384937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983601" y="3956684"/>
            <a:ext cx="232409" cy="44183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8437867" y="3947795"/>
            <a:ext cx="751983" cy="21704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866907" y="4493640"/>
            <a:ext cx="442668" cy="38861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559042" y="4592446"/>
            <a:ext cx="324357" cy="246125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7047230" y="4640579"/>
            <a:ext cx="1099185" cy="220979"/>
            <a:chOff x="7047230" y="4640579"/>
            <a:chExt cx="1099185" cy="220979"/>
          </a:xfrm>
        </p:grpSpPr>
        <p:pic>
          <p:nvPicPr>
            <p:cNvPr id="78" name="object 7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047230" y="4647437"/>
              <a:ext cx="679830" cy="20955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758430" y="4640579"/>
              <a:ext cx="387476" cy="220980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8456659" y="4737608"/>
            <a:ext cx="639461" cy="142240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9356852" y="4676647"/>
            <a:ext cx="1731391" cy="403097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1375008" y="4664075"/>
            <a:ext cx="315214" cy="406526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6527825" y="5166614"/>
            <a:ext cx="696569" cy="19177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7434491" y="5153786"/>
            <a:ext cx="744292" cy="23609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6050279" y="5669064"/>
            <a:ext cx="384810" cy="36321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6597142" y="5744870"/>
            <a:ext cx="295655" cy="225425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7107046" y="5776366"/>
            <a:ext cx="1047115" cy="238760"/>
            <a:chOff x="7107046" y="5776366"/>
            <a:chExt cx="1047115" cy="238760"/>
          </a:xfrm>
        </p:grpSpPr>
        <p:pic>
          <p:nvPicPr>
            <p:cNvPr id="88" name="object 8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107046" y="5814174"/>
              <a:ext cx="602614" cy="20065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748274" y="5776366"/>
              <a:ext cx="405506" cy="223520"/>
            </a:xfrm>
            <a:prstGeom prst="rect">
              <a:avLst/>
            </a:prstGeom>
          </p:spPr>
        </p:pic>
      </p:grpSp>
      <p:pic>
        <p:nvPicPr>
          <p:cNvPr id="90" name="object 90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8398002" y="5760542"/>
            <a:ext cx="760349" cy="178854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9461881" y="5727433"/>
            <a:ext cx="935482" cy="37973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0710164" y="5837364"/>
            <a:ext cx="184926" cy="127711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0950320" y="5857494"/>
            <a:ext cx="459485" cy="327660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11612371" y="5916638"/>
            <a:ext cx="36830" cy="46355"/>
          </a:xfrm>
          <a:custGeom>
            <a:avLst/>
            <a:gdLst/>
            <a:ahLst/>
            <a:cxnLst/>
            <a:rect l="l" t="t" r="r" b="b"/>
            <a:pathLst>
              <a:path w="36829" h="46354">
                <a:moveTo>
                  <a:pt x="6141" y="13980"/>
                </a:moveTo>
                <a:lnTo>
                  <a:pt x="5843" y="14287"/>
                </a:lnTo>
                <a:lnTo>
                  <a:pt x="3048" y="17640"/>
                </a:lnTo>
                <a:lnTo>
                  <a:pt x="888" y="20345"/>
                </a:lnTo>
                <a:lnTo>
                  <a:pt x="32" y="23710"/>
                </a:lnTo>
                <a:lnTo>
                  <a:pt x="0" y="23837"/>
                </a:lnTo>
                <a:lnTo>
                  <a:pt x="15621" y="42900"/>
                </a:lnTo>
                <a:lnTo>
                  <a:pt x="19430" y="45643"/>
                </a:lnTo>
                <a:lnTo>
                  <a:pt x="36322" y="28193"/>
                </a:lnTo>
                <a:lnTo>
                  <a:pt x="34100" y="23837"/>
                </a:lnTo>
                <a:lnTo>
                  <a:pt x="34035" y="23710"/>
                </a:lnTo>
                <a:lnTo>
                  <a:pt x="19648" y="14871"/>
                </a:lnTo>
                <a:lnTo>
                  <a:pt x="17906" y="14871"/>
                </a:lnTo>
                <a:lnTo>
                  <a:pt x="17816" y="14668"/>
                </a:lnTo>
                <a:lnTo>
                  <a:pt x="5969" y="14668"/>
                </a:lnTo>
                <a:lnTo>
                  <a:pt x="6064" y="14287"/>
                </a:lnTo>
                <a:lnTo>
                  <a:pt x="6141" y="13980"/>
                </a:lnTo>
                <a:close/>
              </a:path>
              <a:path w="36829" h="46354">
                <a:moveTo>
                  <a:pt x="17330" y="13239"/>
                </a:moveTo>
                <a:lnTo>
                  <a:pt x="18033" y="14287"/>
                </a:lnTo>
                <a:lnTo>
                  <a:pt x="17906" y="14871"/>
                </a:lnTo>
                <a:lnTo>
                  <a:pt x="19651" y="14871"/>
                </a:lnTo>
                <a:lnTo>
                  <a:pt x="18820" y="14287"/>
                </a:lnTo>
                <a:lnTo>
                  <a:pt x="18033" y="14287"/>
                </a:lnTo>
                <a:lnTo>
                  <a:pt x="17731" y="13980"/>
                </a:lnTo>
                <a:lnTo>
                  <a:pt x="18384" y="13980"/>
                </a:lnTo>
                <a:lnTo>
                  <a:pt x="17330" y="13239"/>
                </a:lnTo>
                <a:close/>
              </a:path>
              <a:path w="36829" h="46354">
                <a:moveTo>
                  <a:pt x="16456" y="12687"/>
                </a:moveTo>
                <a:lnTo>
                  <a:pt x="6857" y="12687"/>
                </a:lnTo>
                <a:lnTo>
                  <a:pt x="6139" y="14287"/>
                </a:lnTo>
                <a:lnTo>
                  <a:pt x="6077" y="14427"/>
                </a:lnTo>
                <a:lnTo>
                  <a:pt x="5969" y="14668"/>
                </a:lnTo>
                <a:lnTo>
                  <a:pt x="17816" y="14668"/>
                </a:lnTo>
                <a:lnTo>
                  <a:pt x="17511" y="13980"/>
                </a:lnTo>
                <a:lnTo>
                  <a:pt x="17731" y="13980"/>
                </a:lnTo>
                <a:lnTo>
                  <a:pt x="16456" y="12687"/>
                </a:lnTo>
                <a:close/>
              </a:path>
              <a:path w="36829" h="46354">
                <a:moveTo>
                  <a:pt x="17114" y="13087"/>
                </a:moveTo>
                <a:lnTo>
                  <a:pt x="17647" y="14287"/>
                </a:lnTo>
                <a:lnTo>
                  <a:pt x="17709" y="14427"/>
                </a:lnTo>
                <a:lnTo>
                  <a:pt x="17731" y="13980"/>
                </a:lnTo>
                <a:lnTo>
                  <a:pt x="17330" y="13239"/>
                </a:lnTo>
                <a:lnTo>
                  <a:pt x="17114" y="13087"/>
                </a:lnTo>
                <a:close/>
              </a:path>
              <a:path w="36829" h="46354">
                <a:moveTo>
                  <a:pt x="13634" y="0"/>
                </a:moveTo>
                <a:lnTo>
                  <a:pt x="10286" y="0"/>
                </a:lnTo>
                <a:lnTo>
                  <a:pt x="8762" y="1206"/>
                </a:lnTo>
                <a:lnTo>
                  <a:pt x="8508" y="2857"/>
                </a:lnTo>
                <a:lnTo>
                  <a:pt x="7549" y="8145"/>
                </a:lnTo>
                <a:lnTo>
                  <a:pt x="6141" y="13980"/>
                </a:lnTo>
                <a:lnTo>
                  <a:pt x="6064" y="14287"/>
                </a:lnTo>
                <a:lnTo>
                  <a:pt x="6277" y="13980"/>
                </a:lnTo>
                <a:lnTo>
                  <a:pt x="6008" y="13980"/>
                </a:lnTo>
                <a:lnTo>
                  <a:pt x="6857" y="12687"/>
                </a:lnTo>
                <a:lnTo>
                  <a:pt x="17476" y="12687"/>
                </a:lnTo>
                <a:lnTo>
                  <a:pt x="16778" y="9142"/>
                </a:lnTo>
                <a:lnTo>
                  <a:pt x="15386" y="2857"/>
                </a:lnTo>
                <a:lnTo>
                  <a:pt x="15003" y="1206"/>
                </a:lnTo>
                <a:lnTo>
                  <a:pt x="13634" y="0"/>
                </a:lnTo>
                <a:close/>
              </a:path>
              <a:path w="36829" h="46354">
                <a:moveTo>
                  <a:pt x="6610" y="13239"/>
                </a:moveTo>
                <a:lnTo>
                  <a:pt x="6008" y="13980"/>
                </a:lnTo>
                <a:lnTo>
                  <a:pt x="6277" y="13980"/>
                </a:lnTo>
                <a:lnTo>
                  <a:pt x="6610" y="13239"/>
                </a:lnTo>
                <a:close/>
              </a:path>
              <a:path w="36829" h="46354">
                <a:moveTo>
                  <a:pt x="16544" y="12687"/>
                </a:moveTo>
                <a:lnTo>
                  <a:pt x="16850" y="13087"/>
                </a:lnTo>
                <a:lnTo>
                  <a:pt x="17731" y="13980"/>
                </a:lnTo>
                <a:lnTo>
                  <a:pt x="17511" y="13980"/>
                </a:lnTo>
                <a:lnTo>
                  <a:pt x="17181" y="13239"/>
                </a:lnTo>
                <a:lnTo>
                  <a:pt x="17114" y="13087"/>
                </a:lnTo>
                <a:lnTo>
                  <a:pt x="16544" y="12687"/>
                </a:lnTo>
                <a:close/>
              </a:path>
              <a:path w="36829" h="46354">
                <a:moveTo>
                  <a:pt x="17476" y="12687"/>
                </a:moveTo>
                <a:lnTo>
                  <a:pt x="16959" y="12687"/>
                </a:lnTo>
                <a:lnTo>
                  <a:pt x="17228" y="13087"/>
                </a:lnTo>
                <a:lnTo>
                  <a:pt x="17330" y="13239"/>
                </a:lnTo>
                <a:lnTo>
                  <a:pt x="18384" y="13980"/>
                </a:lnTo>
                <a:lnTo>
                  <a:pt x="17731" y="13980"/>
                </a:lnTo>
                <a:lnTo>
                  <a:pt x="17585" y="13239"/>
                </a:lnTo>
                <a:lnTo>
                  <a:pt x="17476" y="12687"/>
                </a:lnTo>
                <a:close/>
              </a:path>
              <a:path w="36829" h="46354">
                <a:moveTo>
                  <a:pt x="16936" y="12687"/>
                </a:moveTo>
                <a:lnTo>
                  <a:pt x="16544" y="12687"/>
                </a:lnTo>
                <a:lnTo>
                  <a:pt x="17114" y="13087"/>
                </a:lnTo>
                <a:lnTo>
                  <a:pt x="16936" y="1268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066530" y="2390901"/>
            <a:ext cx="19685" cy="21590"/>
          </a:xfrm>
          <a:custGeom>
            <a:avLst/>
            <a:gdLst/>
            <a:ahLst/>
            <a:cxnLst/>
            <a:rect l="l" t="t" r="r" b="b"/>
            <a:pathLst>
              <a:path w="19684" h="21589">
                <a:moveTo>
                  <a:pt x="11811" y="0"/>
                </a:moveTo>
                <a:lnTo>
                  <a:pt x="7620" y="0"/>
                </a:lnTo>
                <a:lnTo>
                  <a:pt x="4572" y="2159"/>
                </a:lnTo>
                <a:lnTo>
                  <a:pt x="1397" y="4318"/>
                </a:lnTo>
                <a:lnTo>
                  <a:pt x="0" y="8127"/>
                </a:lnTo>
                <a:lnTo>
                  <a:pt x="889" y="11811"/>
                </a:lnTo>
                <a:lnTo>
                  <a:pt x="1524" y="14859"/>
                </a:lnTo>
                <a:lnTo>
                  <a:pt x="2413" y="18669"/>
                </a:lnTo>
                <a:lnTo>
                  <a:pt x="5842" y="21336"/>
                </a:lnTo>
                <a:lnTo>
                  <a:pt x="13589" y="21336"/>
                </a:lnTo>
                <a:lnTo>
                  <a:pt x="17018" y="18669"/>
                </a:lnTo>
                <a:lnTo>
                  <a:pt x="17906" y="14859"/>
                </a:lnTo>
                <a:lnTo>
                  <a:pt x="18542" y="11811"/>
                </a:lnTo>
                <a:lnTo>
                  <a:pt x="19430" y="8127"/>
                </a:lnTo>
                <a:lnTo>
                  <a:pt x="18034" y="4318"/>
                </a:lnTo>
                <a:lnTo>
                  <a:pt x="14859" y="2159"/>
                </a:lnTo>
                <a:lnTo>
                  <a:pt x="1181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6" name="object 96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5482716" y="1638426"/>
            <a:ext cx="3225164" cy="181356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4285615" y="2619248"/>
            <a:ext cx="205612" cy="304164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4283836" y="2990088"/>
            <a:ext cx="146303" cy="89408"/>
          </a:xfrm>
          <a:prstGeom prst="rect">
            <a:avLst/>
          </a:prstGeom>
        </p:spPr>
      </p:pic>
      <p:sp>
        <p:nvSpPr>
          <p:cNvPr id="99" name="object 99"/>
          <p:cNvSpPr/>
          <p:nvPr/>
        </p:nvSpPr>
        <p:spPr>
          <a:xfrm>
            <a:off x="4313173" y="3250819"/>
            <a:ext cx="153035" cy="186055"/>
          </a:xfrm>
          <a:custGeom>
            <a:avLst/>
            <a:gdLst/>
            <a:ahLst/>
            <a:cxnLst/>
            <a:rect l="l" t="t" r="r" b="b"/>
            <a:pathLst>
              <a:path w="153035" h="186054">
                <a:moveTo>
                  <a:pt x="4952" y="0"/>
                </a:moveTo>
                <a:lnTo>
                  <a:pt x="2666" y="888"/>
                </a:lnTo>
                <a:lnTo>
                  <a:pt x="1215" y="2920"/>
                </a:lnTo>
                <a:lnTo>
                  <a:pt x="119" y="4571"/>
                </a:lnTo>
                <a:lnTo>
                  <a:pt x="0" y="6730"/>
                </a:lnTo>
                <a:lnTo>
                  <a:pt x="1015" y="8635"/>
                </a:lnTo>
                <a:lnTo>
                  <a:pt x="6858" y="19176"/>
                </a:lnTo>
                <a:lnTo>
                  <a:pt x="8381" y="21335"/>
                </a:lnTo>
                <a:lnTo>
                  <a:pt x="11811" y="25018"/>
                </a:lnTo>
                <a:lnTo>
                  <a:pt x="16385" y="30535"/>
                </a:lnTo>
                <a:lnTo>
                  <a:pt x="21320" y="36861"/>
                </a:lnTo>
                <a:lnTo>
                  <a:pt x="25653" y="43052"/>
                </a:lnTo>
                <a:lnTo>
                  <a:pt x="31114" y="51307"/>
                </a:lnTo>
                <a:lnTo>
                  <a:pt x="37337" y="60578"/>
                </a:lnTo>
                <a:lnTo>
                  <a:pt x="44482" y="71505"/>
                </a:lnTo>
                <a:lnTo>
                  <a:pt x="49149" y="78993"/>
                </a:lnTo>
                <a:lnTo>
                  <a:pt x="55117" y="88772"/>
                </a:lnTo>
                <a:lnTo>
                  <a:pt x="66928" y="108457"/>
                </a:lnTo>
                <a:lnTo>
                  <a:pt x="72898" y="118236"/>
                </a:lnTo>
                <a:lnTo>
                  <a:pt x="73025" y="118617"/>
                </a:lnTo>
                <a:lnTo>
                  <a:pt x="78866" y="127634"/>
                </a:lnTo>
                <a:lnTo>
                  <a:pt x="79121" y="127888"/>
                </a:lnTo>
                <a:lnTo>
                  <a:pt x="85910" y="138048"/>
                </a:lnTo>
                <a:lnTo>
                  <a:pt x="89702" y="143636"/>
                </a:lnTo>
                <a:lnTo>
                  <a:pt x="94614" y="150621"/>
                </a:lnTo>
                <a:lnTo>
                  <a:pt x="102870" y="162178"/>
                </a:lnTo>
                <a:lnTo>
                  <a:pt x="103161" y="162652"/>
                </a:lnTo>
                <a:lnTo>
                  <a:pt x="106616" y="167258"/>
                </a:lnTo>
                <a:lnTo>
                  <a:pt x="109854" y="171322"/>
                </a:lnTo>
                <a:lnTo>
                  <a:pt x="110362" y="172084"/>
                </a:lnTo>
                <a:lnTo>
                  <a:pt x="127253" y="184530"/>
                </a:lnTo>
                <a:lnTo>
                  <a:pt x="130810" y="185927"/>
                </a:lnTo>
                <a:lnTo>
                  <a:pt x="134610" y="185927"/>
                </a:lnTo>
                <a:lnTo>
                  <a:pt x="138302" y="184150"/>
                </a:lnTo>
                <a:lnTo>
                  <a:pt x="140080" y="183260"/>
                </a:lnTo>
                <a:lnTo>
                  <a:pt x="141731" y="182498"/>
                </a:lnTo>
                <a:lnTo>
                  <a:pt x="143128" y="181355"/>
                </a:lnTo>
                <a:lnTo>
                  <a:pt x="144272" y="179831"/>
                </a:lnTo>
                <a:lnTo>
                  <a:pt x="145687" y="178180"/>
                </a:lnTo>
                <a:lnTo>
                  <a:pt x="150495" y="172465"/>
                </a:lnTo>
                <a:lnTo>
                  <a:pt x="151384" y="170814"/>
                </a:lnTo>
                <a:lnTo>
                  <a:pt x="152400" y="168275"/>
                </a:lnTo>
                <a:lnTo>
                  <a:pt x="152908" y="167258"/>
                </a:lnTo>
                <a:lnTo>
                  <a:pt x="152780" y="165988"/>
                </a:lnTo>
                <a:lnTo>
                  <a:pt x="152717" y="165861"/>
                </a:lnTo>
                <a:lnTo>
                  <a:pt x="145414" y="165861"/>
                </a:lnTo>
                <a:lnTo>
                  <a:pt x="138175" y="162813"/>
                </a:lnTo>
                <a:lnTo>
                  <a:pt x="142865" y="162652"/>
                </a:lnTo>
                <a:lnTo>
                  <a:pt x="142493" y="162178"/>
                </a:lnTo>
                <a:lnTo>
                  <a:pt x="139573" y="158876"/>
                </a:lnTo>
                <a:lnTo>
                  <a:pt x="137667" y="156336"/>
                </a:lnTo>
                <a:lnTo>
                  <a:pt x="137802" y="156336"/>
                </a:lnTo>
                <a:lnTo>
                  <a:pt x="135636" y="153034"/>
                </a:lnTo>
                <a:lnTo>
                  <a:pt x="133350" y="149351"/>
                </a:lnTo>
                <a:lnTo>
                  <a:pt x="132968" y="148843"/>
                </a:lnTo>
                <a:lnTo>
                  <a:pt x="129499" y="143763"/>
                </a:lnTo>
                <a:lnTo>
                  <a:pt x="125602" y="138175"/>
                </a:lnTo>
                <a:lnTo>
                  <a:pt x="125602" y="138048"/>
                </a:lnTo>
                <a:lnTo>
                  <a:pt x="116459" y="125221"/>
                </a:lnTo>
                <a:lnTo>
                  <a:pt x="111378" y="118236"/>
                </a:lnTo>
                <a:lnTo>
                  <a:pt x="105283" y="109727"/>
                </a:lnTo>
                <a:lnTo>
                  <a:pt x="104470" y="108457"/>
                </a:lnTo>
                <a:lnTo>
                  <a:pt x="100901" y="103359"/>
                </a:lnTo>
                <a:lnTo>
                  <a:pt x="89742" y="86507"/>
                </a:lnTo>
                <a:lnTo>
                  <a:pt x="80772" y="72643"/>
                </a:lnTo>
                <a:lnTo>
                  <a:pt x="80517" y="72389"/>
                </a:lnTo>
                <a:lnTo>
                  <a:pt x="73660" y="62356"/>
                </a:lnTo>
                <a:lnTo>
                  <a:pt x="67563" y="53975"/>
                </a:lnTo>
                <a:lnTo>
                  <a:pt x="67437" y="53847"/>
                </a:lnTo>
                <a:lnTo>
                  <a:pt x="60325" y="44322"/>
                </a:lnTo>
                <a:lnTo>
                  <a:pt x="60198" y="44068"/>
                </a:lnTo>
                <a:lnTo>
                  <a:pt x="46989" y="27177"/>
                </a:lnTo>
                <a:lnTo>
                  <a:pt x="46609" y="26923"/>
                </a:lnTo>
                <a:lnTo>
                  <a:pt x="40639" y="19811"/>
                </a:lnTo>
                <a:lnTo>
                  <a:pt x="33527" y="12572"/>
                </a:lnTo>
                <a:lnTo>
                  <a:pt x="28321" y="8254"/>
                </a:lnTo>
                <a:lnTo>
                  <a:pt x="27304" y="7619"/>
                </a:lnTo>
                <a:lnTo>
                  <a:pt x="22987" y="4571"/>
                </a:lnTo>
                <a:lnTo>
                  <a:pt x="18796" y="2920"/>
                </a:lnTo>
                <a:lnTo>
                  <a:pt x="6985" y="507"/>
                </a:lnTo>
                <a:lnTo>
                  <a:pt x="4952" y="0"/>
                </a:lnTo>
                <a:close/>
              </a:path>
              <a:path w="153035" h="186054">
                <a:moveTo>
                  <a:pt x="142865" y="162652"/>
                </a:moveTo>
                <a:lnTo>
                  <a:pt x="138175" y="162813"/>
                </a:lnTo>
                <a:lnTo>
                  <a:pt x="145414" y="165861"/>
                </a:lnTo>
                <a:lnTo>
                  <a:pt x="145115" y="165861"/>
                </a:lnTo>
                <a:lnTo>
                  <a:pt x="144544" y="164972"/>
                </a:lnTo>
                <a:lnTo>
                  <a:pt x="143763" y="164083"/>
                </a:lnTo>
                <a:lnTo>
                  <a:pt x="143990" y="164083"/>
                </a:lnTo>
                <a:lnTo>
                  <a:pt x="142865" y="162652"/>
                </a:lnTo>
                <a:close/>
              </a:path>
              <a:path w="153035" h="186054">
                <a:moveTo>
                  <a:pt x="143763" y="164083"/>
                </a:moveTo>
                <a:lnTo>
                  <a:pt x="145131" y="165861"/>
                </a:lnTo>
                <a:lnTo>
                  <a:pt x="145414" y="165861"/>
                </a:lnTo>
                <a:lnTo>
                  <a:pt x="143763" y="164083"/>
                </a:lnTo>
                <a:close/>
              </a:path>
              <a:path w="153035" h="186054">
                <a:moveTo>
                  <a:pt x="147296" y="162652"/>
                </a:moveTo>
                <a:lnTo>
                  <a:pt x="142865" y="162652"/>
                </a:lnTo>
                <a:lnTo>
                  <a:pt x="143972" y="164083"/>
                </a:lnTo>
                <a:lnTo>
                  <a:pt x="144589" y="164972"/>
                </a:lnTo>
                <a:lnTo>
                  <a:pt x="145414" y="165861"/>
                </a:lnTo>
                <a:lnTo>
                  <a:pt x="152717" y="165861"/>
                </a:lnTo>
                <a:lnTo>
                  <a:pt x="152273" y="164972"/>
                </a:lnTo>
                <a:lnTo>
                  <a:pt x="151717" y="164083"/>
                </a:lnTo>
                <a:lnTo>
                  <a:pt x="150622" y="163194"/>
                </a:lnTo>
                <a:lnTo>
                  <a:pt x="150145" y="163194"/>
                </a:lnTo>
                <a:lnTo>
                  <a:pt x="147296" y="162652"/>
                </a:lnTo>
                <a:close/>
              </a:path>
              <a:path w="153035" h="186054">
                <a:moveTo>
                  <a:pt x="143972" y="164083"/>
                </a:moveTo>
                <a:lnTo>
                  <a:pt x="143763" y="164083"/>
                </a:lnTo>
                <a:lnTo>
                  <a:pt x="144589" y="164972"/>
                </a:lnTo>
                <a:lnTo>
                  <a:pt x="143972" y="164083"/>
                </a:lnTo>
                <a:close/>
              </a:path>
              <a:path w="153035" h="186054">
                <a:moveTo>
                  <a:pt x="137802" y="156336"/>
                </a:moveTo>
                <a:lnTo>
                  <a:pt x="137667" y="156336"/>
                </a:lnTo>
                <a:lnTo>
                  <a:pt x="138302" y="157098"/>
                </a:lnTo>
                <a:lnTo>
                  <a:pt x="137802" y="156336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400930" y="3273044"/>
            <a:ext cx="143510" cy="140970"/>
          </a:xfrm>
          <a:custGeom>
            <a:avLst/>
            <a:gdLst/>
            <a:ahLst/>
            <a:cxnLst/>
            <a:rect l="l" t="t" r="r" b="b"/>
            <a:pathLst>
              <a:path w="143510" h="140970">
                <a:moveTo>
                  <a:pt x="137287" y="0"/>
                </a:moveTo>
                <a:lnTo>
                  <a:pt x="134874" y="888"/>
                </a:lnTo>
                <a:lnTo>
                  <a:pt x="123317" y="5460"/>
                </a:lnTo>
                <a:lnTo>
                  <a:pt x="121031" y="6730"/>
                </a:lnTo>
                <a:lnTo>
                  <a:pt x="117550" y="9270"/>
                </a:lnTo>
                <a:lnTo>
                  <a:pt x="116078" y="10286"/>
                </a:lnTo>
                <a:lnTo>
                  <a:pt x="110236" y="14731"/>
                </a:lnTo>
                <a:lnTo>
                  <a:pt x="103219" y="20192"/>
                </a:lnTo>
                <a:lnTo>
                  <a:pt x="100679" y="22225"/>
                </a:lnTo>
                <a:lnTo>
                  <a:pt x="96139" y="25780"/>
                </a:lnTo>
                <a:lnTo>
                  <a:pt x="81332" y="38100"/>
                </a:lnTo>
                <a:lnTo>
                  <a:pt x="62611" y="53212"/>
                </a:lnTo>
                <a:lnTo>
                  <a:pt x="35687" y="75310"/>
                </a:lnTo>
                <a:lnTo>
                  <a:pt x="27940" y="82041"/>
                </a:lnTo>
                <a:lnTo>
                  <a:pt x="27559" y="82422"/>
                </a:lnTo>
                <a:lnTo>
                  <a:pt x="20828" y="88772"/>
                </a:lnTo>
                <a:lnTo>
                  <a:pt x="635" y="124078"/>
                </a:lnTo>
                <a:lnTo>
                  <a:pt x="545" y="125729"/>
                </a:lnTo>
                <a:lnTo>
                  <a:pt x="254" y="129031"/>
                </a:lnTo>
                <a:lnTo>
                  <a:pt x="35" y="132206"/>
                </a:lnTo>
                <a:lnTo>
                  <a:pt x="0" y="132714"/>
                </a:lnTo>
                <a:lnTo>
                  <a:pt x="508" y="135254"/>
                </a:lnTo>
                <a:lnTo>
                  <a:pt x="635" y="135889"/>
                </a:lnTo>
                <a:lnTo>
                  <a:pt x="1524" y="137794"/>
                </a:lnTo>
                <a:lnTo>
                  <a:pt x="2286" y="139064"/>
                </a:lnTo>
                <a:lnTo>
                  <a:pt x="3714" y="140207"/>
                </a:lnTo>
                <a:lnTo>
                  <a:pt x="5080" y="140207"/>
                </a:lnTo>
                <a:lnTo>
                  <a:pt x="6604" y="140461"/>
                </a:lnTo>
                <a:lnTo>
                  <a:pt x="8128" y="139826"/>
                </a:lnTo>
                <a:lnTo>
                  <a:pt x="9958" y="137794"/>
                </a:lnTo>
                <a:lnTo>
                  <a:pt x="9747" y="137794"/>
                </a:lnTo>
                <a:lnTo>
                  <a:pt x="10541" y="137159"/>
                </a:lnTo>
                <a:lnTo>
                  <a:pt x="15576" y="132714"/>
                </a:lnTo>
                <a:lnTo>
                  <a:pt x="16129" y="132206"/>
                </a:lnTo>
                <a:lnTo>
                  <a:pt x="19431" y="129539"/>
                </a:lnTo>
                <a:lnTo>
                  <a:pt x="24003" y="125729"/>
                </a:lnTo>
                <a:lnTo>
                  <a:pt x="24638" y="125094"/>
                </a:lnTo>
                <a:lnTo>
                  <a:pt x="29591" y="120395"/>
                </a:lnTo>
                <a:lnTo>
                  <a:pt x="30861" y="119252"/>
                </a:lnTo>
                <a:lnTo>
                  <a:pt x="35052" y="115061"/>
                </a:lnTo>
                <a:lnTo>
                  <a:pt x="40410" y="109823"/>
                </a:lnTo>
                <a:lnTo>
                  <a:pt x="49151" y="101726"/>
                </a:lnTo>
                <a:lnTo>
                  <a:pt x="54483" y="97027"/>
                </a:lnTo>
                <a:lnTo>
                  <a:pt x="62865" y="89788"/>
                </a:lnTo>
                <a:lnTo>
                  <a:pt x="89154" y="66547"/>
                </a:lnTo>
                <a:lnTo>
                  <a:pt x="97663" y="58800"/>
                </a:lnTo>
                <a:lnTo>
                  <a:pt x="97790" y="58546"/>
                </a:lnTo>
                <a:lnTo>
                  <a:pt x="105029" y="51688"/>
                </a:lnTo>
                <a:lnTo>
                  <a:pt x="119126" y="38100"/>
                </a:lnTo>
                <a:lnTo>
                  <a:pt x="125349" y="32003"/>
                </a:lnTo>
                <a:lnTo>
                  <a:pt x="125476" y="31750"/>
                </a:lnTo>
                <a:lnTo>
                  <a:pt x="130556" y="26669"/>
                </a:lnTo>
                <a:lnTo>
                  <a:pt x="134747" y="22225"/>
                </a:lnTo>
                <a:lnTo>
                  <a:pt x="136144" y="20192"/>
                </a:lnTo>
                <a:lnTo>
                  <a:pt x="142240" y="9270"/>
                </a:lnTo>
                <a:lnTo>
                  <a:pt x="143383" y="7111"/>
                </a:lnTo>
                <a:lnTo>
                  <a:pt x="143346" y="6730"/>
                </a:lnTo>
                <a:lnTo>
                  <a:pt x="143225" y="5460"/>
                </a:lnTo>
                <a:lnTo>
                  <a:pt x="143129" y="4444"/>
                </a:lnTo>
                <a:lnTo>
                  <a:pt x="139827" y="634"/>
                </a:lnTo>
                <a:lnTo>
                  <a:pt x="137287" y="0"/>
                </a:lnTo>
                <a:close/>
              </a:path>
              <a:path w="143510" h="140970">
                <a:moveTo>
                  <a:pt x="10541" y="137159"/>
                </a:moveTo>
                <a:lnTo>
                  <a:pt x="9758" y="137794"/>
                </a:lnTo>
                <a:lnTo>
                  <a:pt x="9958" y="137794"/>
                </a:lnTo>
                <a:lnTo>
                  <a:pt x="10541" y="137159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1" name="object 101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4240529" y="1855977"/>
            <a:ext cx="237744" cy="459994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182871" y="1044828"/>
            <a:ext cx="252729" cy="444754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4259579" y="4098544"/>
            <a:ext cx="346710" cy="523367"/>
          </a:xfrm>
          <a:prstGeom prst="rect">
            <a:avLst/>
          </a:prstGeom>
        </p:spPr>
      </p:pic>
      <p:sp>
        <p:nvSpPr>
          <p:cNvPr id="104" name="object 104"/>
          <p:cNvSpPr/>
          <p:nvPr/>
        </p:nvSpPr>
        <p:spPr>
          <a:xfrm>
            <a:off x="4330700" y="3658870"/>
            <a:ext cx="106680" cy="38735"/>
          </a:xfrm>
          <a:custGeom>
            <a:avLst/>
            <a:gdLst/>
            <a:ahLst/>
            <a:cxnLst/>
            <a:rect l="l" t="t" r="r" b="b"/>
            <a:pathLst>
              <a:path w="106679" h="38735">
                <a:moveTo>
                  <a:pt x="12001" y="35305"/>
                </a:moveTo>
                <a:lnTo>
                  <a:pt x="762" y="35305"/>
                </a:lnTo>
                <a:lnTo>
                  <a:pt x="2032" y="36575"/>
                </a:lnTo>
                <a:lnTo>
                  <a:pt x="3683" y="38099"/>
                </a:lnTo>
                <a:lnTo>
                  <a:pt x="6096" y="38480"/>
                </a:lnTo>
                <a:lnTo>
                  <a:pt x="8000" y="37464"/>
                </a:lnTo>
                <a:lnTo>
                  <a:pt x="10964" y="35940"/>
                </a:lnTo>
                <a:lnTo>
                  <a:pt x="9778" y="35940"/>
                </a:lnTo>
                <a:lnTo>
                  <a:pt x="12001" y="35305"/>
                </a:lnTo>
                <a:close/>
              </a:path>
              <a:path w="106679" h="38735">
                <a:moveTo>
                  <a:pt x="12199" y="35305"/>
                </a:moveTo>
                <a:lnTo>
                  <a:pt x="12001" y="35305"/>
                </a:lnTo>
                <a:lnTo>
                  <a:pt x="9778" y="35940"/>
                </a:lnTo>
                <a:lnTo>
                  <a:pt x="10964" y="35940"/>
                </a:lnTo>
                <a:lnTo>
                  <a:pt x="12199" y="35305"/>
                </a:lnTo>
                <a:close/>
              </a:path>
              <a:path w="106679" h="38735">
                <a:moveTo>
                  <a:pt x="92455" y="253"/>
                </a:moveTo>
                <a:lnTo>
                  <a:pt x="78676" y="253"/>
                </a:lnTo>
                <a:lnTo>
                  <a:pt x="75437" y="507"/>
                </a:lnTo>
                <a:lnTo>
                  <a:pt x="75184" y="507"/>
                </a:lnTo>
                <a:lnTo>
                  <a:pt x="68834" y="1142"/>
                </a:lnTo>
                <a:lnTo>
                  <a:pt x="68580" y="1142"/>
                </a:lnTo>
                <a:lnTo>
                  <a:pt x="62484" y="1904"/>
                </a:lnTo>
                <a:lnTo>
                  <a:pt x="62991" y="1904"/>
                </a:lnTo>
                <a:lnTo>
                  <a:pt x="55795" y="3174"/>
                </a:lnTo>
                <a:lnTo>
                  <a:pt x="56007" y="3174"/>
                </a:lnTo>
                <a:lnTo>
                  <a:pt x="50080" y="4444"/>
                </a:lnTo>
                <a:lnTo>
                  <a:pt x="50419" y="4444"/>
                </a:lnTo>
                <a:lnTo>
                  <a:pt x="44703" y="5841"/>
                </a:lnTo>
                <a:lnTo>
                  <a:pt x="37719" y="7746"/>
                </a:lnTo>
                <a:lnTo>
                  <a:pt x="37464" y="7746"/>
                </a:lnTo>
                <a:lnTo>
                  <a:pt x="32258" y="9397"/>
                </a:lnTo>
                <a:lnTo>
                  <a:pt x="32130" y="9397"/>
                </a:lnTo>
                <a:lnTo>
                  <a:pt x="26249" y="11175"/>
                </a:lnTo>
                <a:lnTo>
                  <a:pt x="26415" y="11175"/>
                </a:lnTo>
                <a:lnTo>
                  <a:pt x="20192" y="13207"/>
                </a:lnTo>
                <a:lnTo>
                  <a:pt x="19303" y="13588"/>
                </a:lnTo>
                <a:lnTo>
                  <a:pt x="15621" y="15239"/>
                </a:lnTo>
                <a:lnTo>
                  <a:pt x="14986" y="15493"/>
                </a:lnTo>
                <a:lnTo>
                  <a:pt x="2921" y="26161"/>
                </a:lnTo>
                <a:lnTo>
                  <a:pt x="2666" y="27050"/>
                </a:lnTo>
                <a:lnTo>
                  <a:pt x="2514" y="27050"/>
                </a:lnTo>
                <a:lnTo>
                  <a:pt x="748" y="30928"/>
                </a:lnTo>
                <a:lnTo>
                  <a:pt x="0" y="32638"/>
                </a:lnTo>
                <a:lnTo>
                  <a:pt x="561" y="35305"/>
                </a:lnTo>
                <a:lnTo>
                  <a:pt x="12199" y="35305"/>
                </a:lnTo>
                <a:lnTo>
                  <a:pt x="10964" y="35940"/>
                </a:lnTo>
                <a:lnTo>
                  <a:pt x="10731" y="35940"/>
                </a:lnTo>
                <a:lnTo>
                  <a:pt x="13588" y="35305"/>
                </a:lnTo>
                <a:lnTo>
                  <a:pt x="18541" y="33527"/>
                </a:lnTo>
                <a:lnTo>
                  <a:pt x="18923" y="33527"/>
                </a:lnTo>
                <a:lnTo>
                  <a:pt x="21074" y="32990"/>
                </a:lnTo>
                <a:lnTo>
                  <a:pt x="21240" y="32990"/>
                </a:lnTo>
                <a:lnTo>
                  <a:pt x="31409" y="31058"/>
                </a:lnTo>
                <a:lnTo>
                  <a:pt x="31740" y="30928"/>
                </a:lnTo>
                <a:lnTo>
                  <a:pt x="36957" y="30098"/>
                </a:lnTo>
                <a:lnTo>
                  <a:pt x="36829" y="30098"/>
                </a:lnTo>
                <a:lnTo>
                  <a:pt x="42290" y="29336"/>
                </a:lnTo>
                <a:lnTo>
                  <a:pt x="49275" y="28066"/>
                </a:lnTo>
                <a:lnTo>
                  <a:pt x="55880" y="27050"/>
                </a:lnTo>
                <a:lnTo>
                  <a:pt x="2666" y="27050"/>
                </a:lnTo>
                <a:lnTo>
                  <a:pt x="2825" y="26415"/>
                </a:lnTo>
                <a:lnTo>
                  <a:pt x="60325" y="26415"/>
                </a:lnTo>
                <a:lnTo>
                  <a:pt x="66675" y="25653"/>
                </a:lnTo>
                <a:lnTo>
                  <a:pt x="72771" y="24764"/>
                </a:lnTo>
                <a:lnTo>
                  <a:pt x="73025" y="24764"/>
                </a:lnTo>
                <a:lnTo>
                  <a:pt x="84454" y="22986"/>
                </a:lnTo>
                <a:lnTo>
                  <a:pt x="84306" y="22986"/>
                </a:lnTo>
                <a:lnTo>
                  <a:pt x="88900" y="22097"/>
                </a:lnTo>
                <a:lnTo>
                  <a:pt x="94614" y="20700"/>
                </a:lnTo>
                <a:lnTo>
                  <a:pt x="99060" y="19684"/>
                </a:lnTo>
                <a:lnTo>
                  <a:pt x="102742" y="18795"/>
                </a:lnTo>
                <a:lnTo>
                  <a:pt x="105410" y="15620"/>
                </a:lnTo>
                <a:lnTo>
                  <a:pt x="106172" y="8127"/>
                </a:lnTo>
                <a:lnTo>
                  <a:pt x="104012" y="4571"/>
                </a:lnTo>
                <a:lnTo>
                  <a:pt x="96265" y="1142"/>
                </a:lnTo>
                <a:lnTo>
                  <a:pt x="92455" y="253"/>
                </a:lnTo>
                <a:close/>
              </a:path>
              <a:path w="106679" h="38735">
                <a:moveTo>
                  <a:pt x="18923" y="33527"/>
                </a:moveTo>
                <a:lnTo>
                  <a:pt x="18541" y="33527"/>
                </a:lnTo>
                <a:lnTo>
                  <a:pt x="17480" y="33908"/>
                </a:lnTo>
                <a:lnTo>
                  <a:pt x="18923" y="33527"/>
                </a:lnTo>
                <a:close/>
              </a:path>
              <a:path w="106679" h="38735">
                <a:moveTo>
                  <a:pt x="21238" y="32990"/>
                </a:moveTo>
                <a:lnTo>
                  <a:pt x="21074" y="32990"/>
                </a:lnTo>
                <a:lnTo>
                  <a:pt x="20548" y="33121"/>
                </a:lnTo>
                <a:lnTo>
                  <a:pt x="21238" y="32990"/>
                </a:lnTo>
                <a:close/>
              </a:path>
              <a:path w="106679" h="38735">
                <a:moveTo>
                  <a:pt x="33681" y="30620"/>
                </a:moveTo>
                <a:lnTo>
                  <a:pt x="31740" y="30928"/>
                </a:lnTo>
                <a:lnTo>
                  <a:pt x="31382" y="31058"/>
                </a:lnTo>
                <a:lnTo>
                  <a:pt x="33681" y="30620"/>
                </a:lnTo>
                <a:close/>
              </a:path>
              <a:path w="106679" h="38735">
                <a:moveTo>
                  <a:pt x="81914" y="0"/>
                </a:moveTo>
                <a:lnTo>
                  <a:pt x="81279" y="0"/>
                </a:lnTo>
                <a:lnTo>
                  <a:pt x="92455" y="253"/>
                </a:lnTo>
                <a:lnTo>
                  <a:pt x="78676" y="253"/>
                </a:lnTo>
                <a:lnTo>
                  <a:pt x="81914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418838" y="3387725"/>
            <a:ext cx="47625" cy="192405"/>
          </a:xfrm>
          <a:custGeom>
            <a:avLst/>
            <a:gdLst/>
            <a:ahLst/>
            <a:cxnLst/>
            <a:rect l="l" t="t" r="r" b="b"/>
            <a:pathLst>
              <a:path w="47625" h="192404">
                <a:moveTo>
                  <a:pt x="7492" y="0"/>
                </a:moveTo>
                <a:lnTo>
                  <a:pt x="4868" y="0"/>
                </a:lnTo>
                <a:lnTo>
                  <a:pt x="2936" y="1142"/>
                </a:lnTo>
                <a:lnTo>
                  <a:pt x="1270" y="2032"/>
                </a:lnTo>
                <a:lnTo>
                  <a:pt x="0" y="4063"/>
                </a:lnTo>
                <a:lnTo>
                  <a:pt x="126" y="6350"/>
                </a:lnTo>
                <a:lnTo>
                  <a:pt x="253" y="14859"/>
                </a:lnTo>
                <a:lnTo>
                  <a:pt x="508" y="17399"/>
                </a:lnTo>
                <a:lnTo>
                  <a:pt x="868" y="18796"/>
                </a:lnTo>
                <a:lnTo>
                  <a:pt x="1524" y="21082"/>
                </a:lnTo>
                <a:lnTo>
                  <a:pt x="2326" y="24891"/>
                </a:lnTo>
                <a:lnTo>
                  <a:pt x="2433" y="25400"/>
                </a:lnTo>
                <a:lnTo>
                  <a:pt x="2539" y="25653"/>
                </a:lnTo>
                <a:lnTo>
                  <a:pt x="5496" y="40639"/>
                </a:lnTo>
                <a:lnTo>
                  <a:pt x="6731" y="47371"/>
                </a:lnTo>
                <a:lnTo>
                  <a:pt x="7013" y="49149"/>
                </a:lnTo>
                <a:lnTo>
                  <a:pt x="8000" y="54990"/>
                </a:lnTo>
                <a:lnTo>
                  <a:pt x="9398" y="64388"/>
                </a:lnTo>
                <a:lnTo>
                  <a:pt x="10540" y="73913"/>
                </a:lnTo>
                <a:lnTo>
                  <a:pt x="11986" y="85186"/>
                </a:lnTo>
                <a:lnTo>
                  <a:pt x="12786" y="92587"/>
                </a:lnTo>
                <a:lnTo>
                  <a:pt x="12860" y="92961"/>
                </a:lnTo>
                <a:lnTo>
                  <a:pt x="13649" y="101859"/>
                </a:lnTo>
                <a:lnTo>
                  <a:pt x="13768" y="103213"/>
                </a:lnTo>
                <a:lnTo>
                  <a:pt x="14007" y="109347"/>
                </a:lnTo>
                <a:lnTo>
                  <a:pt x="14011" y="129666"/>
                </a:lnTo>
                <a:lnTo>
                  <a:pt x="13715" y="136016"/>
                </a:lnTo>
                <a:lnTo>
                  <a:pt x="13626" y="136819"/>
                </a:lnTo>
                <a:lnTo>
                  <a:pt x="13562" y="137160"/>
                </a:lnTo>
                <a:lnTo>
                  <a:pt x="12573" y="144525"/>
                </a:lnTo>
                <a:lnTo>
                  <a:pt x="11684" y="151891"/>
                </a:lnTo>
                <a:lnTo>
                  <a:pt x="11557" y="152780"/>
                </a:lnTo>
                <a:lnTo>
                  <a:pt x="11049" y="159130"/>
                </a:lnTo>
                <a:lnTo>
                  <a:pt x="10934" y="162433"/>
                </a:lnTo>
                <a:lnTo>
                  <a:pt x="10897" y="168910"/>
                </a:lnTo>
                <a:lnTo>
                  <a:pt x="11055" y="171069"/>
                </a:lnTo>
                <a:lnTo>
                  <a:pt x="14477" y="184912"/>
                </a:lnTo>
                <a:lnTo>
                  <a:pt x="16001" y="187198"/>
                </a:lnTo>
                <a:lnTo>
                  <a:pt x="17652" y="189484"/>
                </a:lnTo>
                <a:lnTo>
                  <a:pt x="20192" y="191135"/>
                </a:lnTo>
                <a:lnTo>
                  <a:pt x="23113" y="191642"/>
                </a:lnTo>
                <a:lnTo>
                  <a:pt x="23749" y="191897"/>
                </a:lnTo>
                <a:lnTo>
                  <a:pt x="25908" y="192277"/>
                </a:lnTo>
                <a:lnTo>
                  <a:pt x="28066" y="191897"/>
                </a:lnTo>
                <a:lnTo>
                  <a:pt x="29972" y="190880"/>
                </a:lnTo>
                <a:lnTo>
                  <a:pt x="43687" y="162813"/>
                </a:lnTo>
                <a:lnTo>
                  <a:pt x="43687" y="162433"/>
                </a:lnTo>
                <a:lnTo>
                  <a:pt x="44523" y="156463"/>
                </a:lnTo>
                <a:lnTo>
                  <a:pt x="45085" y="152780"/>
                </a:lnTo>
                <a:lnTo>
                  <a:pt x="45592" y="149098"/>
                </a:lnTo>
                <a:lnTo>
                  <a:pt x="45720" y="148589"/>
                </a:lnTo>
                <a:lnTo>
                  <a:pt x="46736" y="140080"/>
                </a:lnTo>
                <a:lnTo>
                  <a:pt x="46862" y="138684"/>
                </a:lnTo>
                <a:lnTo>
                  <a:pt x="47244" y="129666"/>
                </a:lnTo>
                <a:lnTo>
                  <a:pt x="47229" y="128142"/>
                </a:lnTo>
                <a:lnTo>
                  <a:pt x="47004" y="120396"/>
                </a:lnTo>
                <a:lnTo>
                  <a:pt x="46989" y="119252"/>
                </a:lnTo>
                <a:lnTo>
                  <a:pt x="46468" y="111633"/>
                </a:lnTo>
                <a:lnTo>
                  <a:pt x="46354" y="109347"/>
                </a:lnTo>
                <a:lnTo>
                  <a:pt x="45338" y="99567"/>
                </a:lnTo>
                <a:lnTo>
                  <a:pt x="45212" y="98933"/>
                </a:lnTo>
                <a:lnTo>
                  <a:pt x="43687" y="88900"/>
                </a:lnTo>
                <a:lnTo>
                  <a:pt x="43687" y="88391"/>
                </a:lnTo>
                <a:lnTo>
                  <a:pt x="41910" y="79121"/>
                </a:lnTo>
                <a:lnTo>
                  <a:pt x="41910" y="78866"/>
                </a:lnTo>
                <a:lnTo>
                  <a:pt x="40004" y="69214"/>
                </a:lnTo>
                <a:lnTo>
                  <a:pt x="37973" y="59436"/>
                </a:lnTo>
                <a:lnTo>
                  <a:pt x="37973" y="59182"/>
                </a:lnTo>
                <a:lnTo>
                  <a:pt x="35813" y="49784"/>
                </a:lnTo>
                <a:lnTo>
                  <a:pt x="35687" y="49149"/>
                </a:lnTo>
                <a:lnTo>
                  <a:pt x="33400" y="41148"/>
                </a:lnTo>
                <a:lnTo>
                  <a:pt x="33274" y="40639"/>
                </a:lnTo>
                <a:lnTo>
                  <a:pt x="30861" y="33147"/>
                </a:lnTo>
                <a:lnTo>
                  <a:pt x="30734" y="32892"/>
                </a:lnTo>
                <a:lnTo>
                  <a:pt x="28247" y="25908"/>
                </a:lnTo>
                <a:lnTo>
                  <a:pt x="28157" y="25653"/>
                </a:lnTo>
                <a:lnTo>
                  <a:pt x="28066" y="25400"/>
                </a:lnTo>
                <a:lnTo>
                  <a:pt x="27939" y="24891"/>
                </a:lnTo>
                <a:lnTo>
                  <a:pt x="25400" y="18796"/>
                </a:lnTo>
                <a:lnTo>
                  <a:pt x="25019" y="17779"/>
                </a:lnTo>
                <a:lnTo>
                  <a:pt x="22606" y="13335"/>
                </a:lnTo>
                <a:lnTo>
                  <a:pt x="22098" y="12319"/>
                </a:lnTo>
                <a:lnTo>
                  <a:pt x="19812" y="8889"/>
                </a:lnTo>
                <a:lnTo>
                  <a:pt x="16637" y="5714"/>
                </a:lnTo>
                <a:lnTo>
                  <a:pt x="9398" y="1142"/>
                </a:lnTo>
                <a:lnTo>
                  <a:pt x="7492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274820" y="3696715"/>
            <a:ext cx="204470" cy="88900"/>
          </a:xfrm>
          <a:custGeom>
            <a:avLst/>
            <a:gdLst/>
            <a:ahLst/>
            <a:cxnLst/>
            <a:rect l="l" t="t" r="r" b="b"/>
            <a:pathLst>
              <a:path w="204470" h="88900">
                <a:moveTo>
                  <a:pt x="4993" y="86054"/>
                </a:moveTo>
                <a:lnTo>
                  <a:pt x="8889" y="88391"/>
                </a:lnTo>
                <a:lnTo>
                  <a:pt x="10058" y="88137"/>
                </a:lnTo>
                <a:lnTo>
                  <a:pt x="9270" y="88137"/>
                </a:lnTo>
                <a:lnTo>
                  <a:pt x="4993" y="86054"/>
                </a:lnTo>
                <a:close/>
              </a:path>
              <a:path w="204470" h="88900">
                <a:moveTo>
                  <a:pt x="2529" y="82041"/>
                </a:moveTo>
                <a:lnTo>
                  <a:pt x="3050" y="84454"/>
                </a:lnTo>
                <a:lnTo>
                  <a:pt x="3175" y="84962"/>
                </a:lnTo>
                <a:lnTo>
                  <a:pt x="4993" y="86054"/>
                </a:lnTo>
                <a:lnTo>
                  <a:pt x="9270" y="88137"/>
                </a:lnTo>
                <a:lnTo>
                  <a:pt x="14096" y="87121"/>
                </a:lnTo>
                <a:lnTo>
                  <a:pt x="14395" y="87121"/>
                </a:lnTo>
                <a:lnTo>
                  <a:pt x="20446" y="85851"/>
                </a:lnTo>
                <a:lnTo>
                  <a:pt x="4379" y="85851"/>
                </a:lnTo>
                <a:lnTo>
                  <a:pt x="2529" y="82041"/>
                </a:lnTo>
                <a:close/>
              </a:path>
              <a:path w="204470" h="88900">
                <a:moveTo>
                  <a:pt x="14731" y="87121"/>
                </a:moveTo>
                <a:lnTo>
                  <a:pt x="14096" y="87121"/>
                </a:lnTo>
                <a:lnTo>
                  <a:pt x="9270" y="88137"/>
                </a:lnTo>
                <a:lnTo>
                  <a:pt x="10058" y="88137"/>
                </a:lnTo>
                <a:lnTo>
                  <a:pt x="14731" y="87121"/>
                </a:lnTo>
                <a:close/>
              </a:path>
              <a:path w="204470" h="88900">
                <a:moveTo>
                  <a:pt x="127719" y="63245"/>
                </a:moveTo>
                <a:lnTo>
                  <a:pt x="23367" y="63245"/>
                </a:lnTo>
                <a:lnTo>
                  <a:pt x="25907" y="63880"/>
                </a:lnTo>
                <a:lnTo>
                  <a:pt x="27304" y="65785"/>
                </a:lnTo>
                <a:lnTo>
                  <a:pt x="28625" y="67436"/>
                </a:lnTo>
                <a:lnTo>
                  <a:pt x="28701" y="70230"/>
                </a:lnTo>
                <a:lnTo>
                  <a:pt x="26998" y="72068"/>
                </a:lnTo>
                <a:lnTo>
                  <a:pt x="24062" y="75380"/>
                </a:lnTo>
                <a:lnTo>
                  <a:pt x="23324" y="76149"/>
                </a:lnTo>
                <a:lnTo>
                  <a:pt x="24129" y="80263"/>
                </a:lnTo>
                <a:lnTo>
                  <a:pt x="20446" y="85851"/>
                </a:lnTo>
                <a:lnTo>
                  <a:pt x="14395" y="87121"/>
                </a:lnTo>
                <a:lnTo>
                  <a:pt x="14096" y="87121"/>
                </a:lnTo>
                <a:lnTo>
                  <a:pt x="25642" y="85851"/>
                </a:lnTo>
                <a:lnTo>
                  <a:pt x="26009" y="85851"/>
                </a:lnTo>
                <a:lnTo>
                  <a:pt x="34670" y="84454"/>
                </a:lnTo>
                <a:lnTo>
                  <a:pt x="45338" y="82041"/>
                </a:lnTo>
                <a:lnTo>
                  <a:pt x="45719" y="82041"/>
                </a:lnTo>
                <a:lnTo>
                  <a:pt x="58546" y="78739"/>
                </a:lnTo>
                <a:lnTo>
                  <a:pt x="58185" y="78739"/>
                </a:lnTo>
                <a:lnTo>
                  <a:pt x="66161" y="76666"/>
                </a:lnTo>
                <a:lnTo>
                  <a:pt x="68247" y="76149"/>
                </a:lnTo>
                <a:lnTo>
                  <a:pt x="71105" y="75380"/>
                </a:lnTo>
                <a:lnTo>
                  <a:pt x="71362" y="75380"/>
                </a:lnTo>
                <a:lnTo>
                  <a:pt x="84768" y="72068"/>
                </a:lnTo>
                <a:lnTo>
                  <a:pt x="84444" y="72068"/>
                </a:lnTo>
                <a:lnTo>
                  <a:pt x="100678" y="68437"/>
                </a:lnTo>
                <a:lnTo>
                  <a:pt x="116222" y="65326"/>
                </a:lnTo>
                <a:lnTo>
                  <a:pt x="115928" y="65326"/>
                </a:lnTo>
                <a:lnTo>
                  <a:pt x="127719" y="63245"/>
                </a:lnTo>
                <a:close/>
              </a:path>
              <a:path w="204470" h="88900">
                <a:moveTo>
                  <a:pt x="177841" y="28882"/>
                </a:moveTo>
                <a:lnTo>
                  <a:pt x="136917" y="28882"/>
                </a:lnTo>
                <a:lnTo>
                  <a:pt x="109981" y="34797"/>
                </a:lnTo>
                <a:lnTo>
                  <a:pt x="109727" y="34924"/>
                </a:lnTo>
                <a:lnTo>
                  <a:pt x="94741" y="38607"/>
                </a:lnTo>
                <a:lnTo>
                  <a:pt x="25272" y="60324"/>
                </a:lnTo>
                <a:lnTo>
                  <a:pt x="9973" y="65785"/>
                </a:lnTo>
                <a:lnTo>
                  <a:pt x="8831" y="66166"/>
                </a:lnTo>
                <a:lnTo>
                  <a:pt x="491" y="74421"/>
                </a:lnTo>
                <a:lnTo>
                  <a:pt x="1777" y="79247"/>
                </a:lnTo>
                <a:lnTo>
                  <a:pt x="2391" y="81759"/>
                </a:lnTo>
                <a:lnTo>
                  <a:pt x="4379" y="85851"/>
                </a:lnTo>
                <a:lnTo>
                  <a:pt x="20446" y="85851"/>
                </a:lnTo>
                <a:lnTo>
                  <a:pt x="24129" y="80263"/>
                </a:lnTo>
                <a:lnTo>
                  <a:pt x="23931" y="79247"/>
                </a:lnTo>
                <a:lnTo>
                  <a:pt x="23831" y="78739"/>
                </a:lnTo>
                <a:lnTo>
                  <a:pt x="23782" y="78485"/>
                </a:lnTo>
                <a:lnTo>
                  <a:pt x="21081" y="78485"/>
                </a:lnTo>
                <a:lnTo>
                  <a:pt x="22939" y="73532"/>
                </a:lnTo>
                <a:lnTo>
                  <a:pt x="25702" y="73532"/>
                </a:lnTo>
                <a:lnTo>
                  <a:pt x="26998" y="72068"/>
                </a:lnTo>
                <a:lnTo>
                  <a:pt x="28701" y="70230"/>
                </a:lnTo>
                <a:lnTo>
                  <a:pt x="28816" y="67944"/>
                </a:lnTo>
                <a:lnTo>
                  <a:pt x="13588" y="67944"/>
                </a:lnTo>
                <a:lnTo>
                  <a:pt x="16726" y="66480"/>
                </a:lnTo>
                <a:lnTo>
                  <a:pt x="14078" y="64715"/>
                </a:lnTo>
                <a:lnTo>
                  <a:pt x="20302" y="64715"/>
                </a:lnTo>
                <a:lnTo>
                  <a:pt x="21208" y="64261"/>
                </a:lnTo>
                <a:lnTo>
                  <a:pt x="23367" y="63245"/>
                </a:lnTo>
                <a:lnTo>
                  <a:pt x="127719" y="63245"/>
                </a:lnTo>
                <a:lnTo>
                  <a:pt x="131317" y="62610"/>
                </a:lnTo>
                <a:lnTo>
                  <a:pt x="143509" y="60324"/>
                </a:lnTo>
                <a:lnTo>
                  <a:pt x="143890" y="60324"/>
                </a:lnTo>
                <a:lnTo>
                  <a:pt x="154812" y="58038"/>
                </a:lnTo>
                <a:lnTo>
                  <a:pt x="155193" y="58038"/>
                </a:lnTo>
                <a:lnTo>
                  <a:pt x="162459" y="56299"/>
                </a:lnTo>
                <a:lnTo>
                  <a:pt x="163234" y="56133"/>
                </a:lnTo>
                <a:lnTo>
                  <a:pt x="163821" y="55973"/>
                </a:lnTo>
                <a:lnTo>
                  <a:pt x="163988" y="55973"/>
                </a:lnTo>
                <a:lnTo>
                  <a:pt x="173354" y="53974"/>
                </a:lnTo>
                <a:lnTo>
                  <a:pt x="173862" y="53974"/>
                </a:lnTo>
                <a:lnTo>
                  <a:pt x="180466" y="52323"/>
                </a:lnTo>
                <a:lnTo>
                  <a:pt x="202670" y="34924"/>
                </a:lnTo>
                <a:lnTo>
                  <a:pt x="203072" y="32765"/>
                </a:lnTo>
                <a:lnTo>
                  <a:pt x="203542" y="29832"/>
                </a:lnTo>
                <a:lnTo>
                  <a:pt x="203641" y="29209"/>
                </a:lnTo>
                <a:lnTo>
                  <a:pt x="177800" y="29209"/>
                </a:lnTo>
                <a:lnTo>
                  <a:pt x="177841" y="28882"/>
                </a:lnTo>
                <a:close/>
              </a:path>
              <a:path w="204470" h="88900">
                <a:moveTo>
                  <a:pt x="491" y="74421"/>
                </a:moveTo>
                <a:lnTo>
                  <a:pt x="276" y="75380"/>
                </a:lnTo>
                <a:lnTo>
                  <a:pt x="130" y="76149"/>
                </a:lnTo>
                <a:lnTo>
                  <a:pt x="32" y="76666"/>
                </a:lnTo>
                <a:lnTo>
                  <a:pt x="0" y="76834"/>
                </a:lnTo>
                <a:lnTo>
                  <a:pt x="2391" y="81759"/>
                </a:lnTo>
                <a:lnTo>
                  <a:pt x="1642" y="78739"/>
                </a:lnTo>
                <a:lnTo>
                  <a:pt x="491" y="74421"/>
                </a:lnTo>
                <a:close/>
              </a:path>
              <a:path w="204470" h="88900">
                <a:moveTo>
                  <a:pt x="22987" y="73532"/>
                </a:moveTo>
                <a:lnTo>
                  <a:pt x="22605" y="74421"/>
                </a:lnTo>
                <a:lnTo>
                  <a:pt x="21081" y="78485"/>
                </a:lnTo>
                <a:lnTo>
                  <a:pt x="23324" y="76149"/>
                </a:lnTo>
                <a:lnTo>
                  <a:pt x="22987" y="74421"/>
                </a:lnTo>
                <a:lnTo>
                  <a:pt x="22987" y="73532"/>
                </a:lnTo>
                <a:close/>
              </a:path>
              <a:path w="204470" h="88900">
                <a:moveTo>
                  <a:pt x="23324" y="76149"/>
                </a:moveTo>
                <a:lnTo>
                  <a:pt x="21081" y="78485"/>
                </a:lnTo>
                <a:lnTo>
                  <a:pt x="23782" y="78485"/>
                </a:lnTo>
                <a:lnTo>
                  <a:pt x="23459" y="76834"/>
                </a:lnTo>
                <a:lnTo>
                  <a:pt x="23426" y="76666"/>
                </a:lnTo>
                <a:lnTo>
                  <a:pt x="23324" y="76149"/>
                </a:lnTo>
                <a:close/>
              </a:path>
              <a:path w="204470" h="88900">
                <a:moveTo>
                  <a:pt x="25702" y="73532"/>
                </a:moveTo>
                <a:lnTo>
                  <a:pt x="22987" y="73532"/>
                </a:lnTo>
                <a:lnTo>
                  <a:pt x="22987" y="74421"/>
                </a:lnTo>
                <a:lnTo>
                  <a:pt x="23324" y="76149"/>
                </a:lnTo>
                <a:lnTo>
                  <a:pt x="24062" y="75380"/>
                </a:lnTo>
                <a:lnTo>
                  <a:pt x="25702" y="73532"/>
                </a:lnTo>
                <a:close/>
              </a:path>
              <a:path w="204470" h="88900">
                <a:moveTo>
                  <a:pt x="71350" y="75380"/>
                </a:moveTo>
                <a:lnTo>
                  <a:pt x="71105" y="75380"/>
                </a:lnTo>
                <a:lnTo>
                  <a:pt x="68148" y="76149"/>
                </a:lnTo>
                <a:lnTo>
                  <a:pt x="71350" y="75380"/>
                </a:lnTo>
                <a:close/>
              </a:path>
              <a:path w="204470" h="88900">
                <a:moveTo>
                  <a:pt x="819" y="72532"/>
                </a:moveTo>
                <a:lnTo>
                  <a:pt x="253" y="73532"/>
                </a:lnTo>
                <a:lnTo>
                  <a:pt x="491" y="74421"/>
                </a:lnTo>
                <a:lnTo>
                  <a:pt x="628" y="73532"/>
                </a:lnTo>
                <a:lnTo>
                  <a:pt x="819" y="72532"/>
                </a:lnTo>
                <a:close/>
              </a:path>
              <a:path w="204470" h="88900">
                <a:moveTo>
                  <a:pt x="1771" y="70847"/>
                </a:moveTo>
                <a:lnTo>
                  <a:pt x="1015" y="71500"/>
                </a:lnTo>
                <a:lnTo>
                  <a:pt x="907" y="72068"/>
                </a:lnTo>
                <a:lnTo>
                  <a:pt x="819" y="72532"/>
                </a:lnTo>
                <a:lnTo>
                  <a:pt x="1771" y="70847"/>
                </a:lnTo>
                <a:close/>
              </a:path>
              <a:path w="204470" h="88900">
                <a:moveTo>
                  <a:pt x="87013" y="71500"/>
                </a:moveTo>
                <a:lnTo>
                  <a:pt x="84444" y="72068"/>
                </a:lnTo>
                <a:lnTo>
                  <a:pt x="84723" y="72068"/>
                </a:lnTo>
                <a:lnTo>
                  <a:pt x="87013" y="71500"/>
                </a:lnTo>
                <a:close/>
              </a:path>
              <a:path w="204470" h="88900">
                <a:moveTo>
                  <a:pt x="6361" y="66880"/>
                </a:moveTo>
                <a:lnTo>
                  <a:pt x="3555" y="67690"/>
                </a:lnTo>
                <a:lnTo>
                  <a:pt x="1771" y="70847"/>
                </a:lnTo>
                <a:lnTo>
                  <a:pt x="6361" y="66880"/>
                </a:lnTo>
                <a:close/>
              </a:path>
              <a:path w="204470" h="88900">
                <a:moveTo>
                  <a:pt x="16726" y="66480"/>
                </a:moveTo>
                <a:lnTo>
                  <a:pt x="13588" y="67944"/>
                </a:lnTo>
                <a:lnTo>
                  <a:pt x="19050" y="67944"/>
                </a:lnTo>
                <a:lnTo>
                  <a:pt x="18160" y="67436"/>
                </a:lnTo>
                <a:lnTo>
                  <a:pt x="16726" y="66480"/>
                </a:lnTo>
                <a:close/>
              </a:path>
              <a:path w="204470" h="88900">
                <a:moveTo>
                  <a:pt x="23367" y="63245"/>
                </a:moveTo>
                <a:lnTo>
                  <a:pt x="21208" y="64261"/>
                </a:lnTo>
                <a:lnTo>
                  <a:pt x="17399" y="66166"/>
                </a:lnTo>
                <a:lnTo>
                  <a:pt x="16726" y="66480"/>
                </a:lnTo>
                <a:lnTo>
                  <a:pt x="18160" y="67436"/>
                </a:lnTo>
                <a:lnTo>
                  <a:pt x="19050" y="67944"/>
                </a:lnTo>
                <a:lnTo>
                  <a:pt x="28816" y="67944"/>
                </a:lnTo>
                <a:lnTo>
                  <a:pt x="28828" y="67690"/>
                </a:lnTo>
                <a:lnTo>
                  <a:pt x="27304" y="65785"/>
                </a:lnTo>
                <a:lnTo>
                  <a:pt x="25907" y="63880"/>
                </a:lnTo>
                <a:lnTo>
                  <a:pt x="23367" y="63245"/>
                </a:lnTo>
                <a:close/>
              </a:path>
              <a:path w="204470" h="88900">
                <a:moveTo>
                  <a:pt x="12933" y="64715"/>
                </a:moveTo>
                <a:lnTo>
                  <a:pt x="8508" y="65023"/>
                </a:lnTo>
                <a:lnTo>
                  <a:pt x="6361" y="66880"/>
                </a:lnTo>
                <a:lnTo>
                  <a:pt x="8831" y="66166"/>
                </a:lnTo>
                <a:lnTo>
                  <a:pt x="9973" y="65785"/>
                </a:lnTo>
                <a:lnTo>
                  <a:pt x="12933" y="64715"/>
                </a:lnTo>
                <a:close/>
              </a:path>
              <a:path w="204470" h="88900">
                <a:moveTo>
                  <a:pt x="20302" y="64715"/>
                </a:moveTo>
                <a:lnTo>
                  <a:pt x="14078" y="64715"/>
                </a:lnTo>
                <a:lnTo>
                  <a:pt x="16726" y="66480"/>
                </a:lnTo>
                <a:lnTo>
                  <a:pt x="17399" y="66166"/>
                </a:lnTo>
                <a:lnTo>
                  <a:pt x="20302" y="64715"/>
                </a:lnTo>
                <a:close/>
              </a:path>
              <a:path w="204470" h="88900">
                <a:moveTo>
                  <a:pt x="117728" y="65023"/>
                </a:moveTo>
                <a:lnTo>
                  <a:pt x="115928" y="65326"/>
                </a:lnTo>
                <a:lnTo>
                  <a:pt x="116214" y="65326"/>
                </a:lnTo>
                <a:lnTo>
                  <a:pt x="117728" y="65023"/>
                </a:lnTo>
                <a:close/>
              </a:path>
              <a:path w="204470" h="88900">
                <a:moveTo>
                  <a:pt x="163988" y="55973"/>
                </a:moveTo>
                <a:lnTo>
                  <a:pt x="163821" y="55973"/>
                </a:lnTo>
                <a:lnTo>
                  <a:pt x="163150" y="56133"/>
                </a:lnTo>
                <a:lnTo>
                  <a:pt x="163988" y="55973"/>
                </a:lnTo>
                <a:close/>
              </a:path>
              <a:path w="204470" h="88900">
                <a:moveTo>
                  <a:pt x="174695" y="20827"/>
                </a:moveTo>
                <a:lnTo>
                  <a:pt x="173202" y="20827"/>
                </a:lnTo>
                <a:lnTo>
                  <a:pt x="167258" y="21970"/>
                </a:lnTo>
                <a:lnTo>
                  <a:pt x="166877" y="21970"/>
                </a:lnTo>
                <a:lnTo>
                  <a:pt x="157352" y="23875"/>
                </a:lnTo>
                <a:lnTo>
                  <a:pt x="156590" y="24129"/>
                </a:lnTo>
                <a:lnTo>
                  <a:pt x="147043" y="26415"/>
                </a:lnTo>
                <a:lnTo>
                  <a:pt x="147281" y="26415"/>
                </a:lnTo>
                <a:lnTo>
                  <a:pt x="132592" y="29832"/>
                </a:lnTo>
                <a:lnTo>
                  <a:pt x="136917" y="28882"/>
                </a:lnTo>
                <a:lnTo>
                  <a:pt x="177841" y="28882"/>
                </a:lnTo>
                <a:lnTo>
                  <a:pt x="178156" y="26415"/>
                </a:lnTo>
                <a:lnTo>
                  <a:pt x="178232" y="25824"/>
                </a:lnTo>
                <a:lnTo>
                  <a:pt x="176452" y="22858"/>
                </a:lnTo>
                <a:lnTo>
                  <a:pt x="174695" y="20827"/>
                </a:lnTo>
                <a:close/>
              </a:path>
              <a:path w="204470" h="88900">
                <a:moveTo>
                  <a:pt x="178232" y="25824"/>
                </a:moveTo>
                <a:lnTo>
                  <a:pt x="177974" y="27842"/>
                </a:lnTo>
                <a:lnTo>
                  <a:pt x="177945" y="28066"/>
                </a:lnTo>
                <a:lnTo>
                  <a:pt x="177841" y="28882"/>
                </a:lnTo>
                <a:lnTo>
                  <a:pt x="177800" y="29209"/>
                </a:lnTo>
                <a:lnTo>
                  <a:pt x="179443" y="27842"/>
                </a:lnTo>
                <a:lnTo>
                  <a:pt x="178232" y="25824"/>
                </a:lnTo>
                <a:close/>
              </a:path>
              <a:path w="204470" h="88900">
                <a:moveTo>
                  <a:pt x="179443" y="27842"/>
                </a:moveTo>
                <a:lnTo>
                  <a:pt x="177800" y="29209"/>
                </a:lnTo>
                <a:lnTo>
                  <a:pt x="203641" y="29209"/>
                </a:lnTo>
                <a:lnTo>
                  <a:pt x="203824" y="28066"/>
                </a:lnTo>
                <a:lnTo>
                  <a:pt x="179577" y="28066"/>
                </a:lnTo>
                <a:lnTo>
                  <a:pt x="179443" y="27842"/>
                </a:lnTo>
                <a:close/>
              </a:path>
              <a:path w="204470" h="88900">
                <a:moveTo>
                  <a:pt x="191788" y="17779"/>
                </a:moveTo>
                <a:lnTo>
                  <a:pt x="189356" y="17779"/>
                </a:lnTo>
                <a:lnTo>
                  <a:pt x="191388" y="17906"/>
                </a:lnTo>
                <a:lnTo>
                  <a:pt x="181159" y="26415"/>
                </a:lnTo>
                <a:lnTo>
                  <a:pt x="179530" y="27842"/>
                </a:lnTo>
                <a:lnTo>
                  <a:pt x="179577" y="28066"/>
                </a:lnTo>
                <a:lnTo>
                  <a:pt x="203824" y="28066"/>
                </a:lnTo>
                <a:lnTo>
                  <a:pt x="204088" y="26415"/>
                </a:lnTo>
                <a:lnTo>
                  <a:pt x="200278" y="20192"/>
                </a:lnTo>
                <a:lnTo>
                  <a:pt x="191788" y="17779"/>
                </a:lnTo>
                <a:close/>
              </a:path>
              <a:path w="204470" h="88900">
                <a:moveTo>
                  <a:pt x="178562" y="23240"/>
                </a:moveTo>
                <a:lnTo>
                  <a:pt x="178232" y="25824"/>
                </a:lnTo>
                <a:lnTo>
                  <a:pt x="179443" y="27842"/>
                </a:lnTo>
                <a:lnTo>
                  <a:pt x="179230" y="26415"/>
                </a:lnTo>
                <a:lnTo>
                  <a:pt x="178562" y="23240"/>
                </a:lnTo>
                <a:close/>
              </a:path>
              <a:path w="204470" h="88900">
                <a:moveTo>
                  <a:pt x="184976" y="23240"/>
                </a:moveTo>
                <a:lnTo>
                  <a:pt x="178562" y="23240"/>
                </a:lnTo>
                <a:lnTo>
                  <a:pt x="179530" y="27842"/>
                </a:lnTo>
                <a:lnTo>
                  <a:pt x="181159" y="26415"/>
                </a:lnTo>
                <a:lnTo>
                  <a:pt x="184976" y="23240"/>
                </a:lnTo>
                <a:close/>
              </a:path>
              <a:path w="204470" h="88900">
                <a:moveTo>
                  <a:pt x="186045" y="22351"/>
                </a:moveTo>
                <a:lnTo>
                  <a:pt x="176149" y="22351"/>
                </a:lnTo>
                <a:lnTo>
                  <a:pt x="176510" y="22858"/>
                </a:lnTo>
                <a:lnTo>
                  <a:pt x="176682" y="23240"/>
                </a:lnTo>
                <a:lnTo>
                  <a:pt x="178232" y="25824"/>
                </a:lnTo>
                <a:lnTo>
                  <a:pt x="178448" y="24129"/>
                </a:lnTo>
                <a:lnTo>
                  <a:pt x="178562" y="23240"/>
                </a:lnTo>
                <a:lnTo>
                  <a:pt x="184976" y="23240"/>
                </a:lnTo>
                <a:lnTo>
                  <a:pt x="186045" y="22351"/>
                </a:lnTo>
                <a:close/>
              </a:path>
              <a:path w="204470" h="88900">
                <a:moveTo>
                  <a:pt x="162813" y="0"/>
                </a:moveTo>
                <a:lnTo>
                  <a:pt x="161035" y="253"/>
                </a:lnTo>
                <a:lnTo>
                  <a:pt x="159892" y="1523"/>
                </a:lnTo>
                <a:lnTo>
                  <a:pt x="158876" y="2793"/>
                </a:lnTo>
                <a:lnTo>
                  <a:pt x="159003" y="4698"/>
                </a:lnTo>
                <a:lnTo>
                  <a:pt x="169013" y="14605"/>
                </a:lnTo>
                <a:lnTo>
                  <a:pt x="171323" y="16931"/>
                </a:lnTo>
                <a:lnTo>
                  <a:pt x="176452" y="22858"/>
                </a:lnTo>
                <a:lnTo>
                  <a:pt x="176149" y="22351"/>
                </a:lnTo>
                <a:lnTo>
                  <a:pt x="186045" y="22351"/>
                </a:lnTo>
                <a:lnTo>
                  <a:pt x="187877" y="20827"/>
                </a:lnTo>
                <a:lnTo>
                  <a:pt x="173481" y="20827"/>
                </a:lnTo>
                <a:lnTo>
                  <a:pt x="180448" y="19376"/>
                </a:lnTo>
                <a:lnTo>
                  <a:pt x="184530" y="18287"/>
                </a:lnTo>
                <a:lnTo>
                  <a:pt x="189356" y="17779"/>
                </a:lnTo>
                <a:lnTo>
                  <a:pt x="191788" y="17779"/>
                </a:lnTo>
                <a:lnTo>
                  <a:pt x="190001" y="17271"/>
                </a:lnTo>
                <a:lnTo>
                  <a:pt x="189483" y="17271"/>
                </a:lnTo>
                <a:lnTo>
                  <a:pt x="188632" y="16931"/>
                </a:lnTo>
                <a:lnTo>
                  <a:pt x="188802" y="16931"/>
                </a:lnTo>
                <a:lnTo>
                  <a:pt x="183641" y="14350"/>
                </a:lnTo>
                <a:lnTo>
                  <a:pt x="177370" y="10397"/>
                </a:lnTo>
                <a:lnTo>
                  <a:pt x="164210" y="1015"/>
                </a:lnTo>
                <a:lnTo>
                  <a:pt x="162813" y="0"/>
                </a:lnTo>
                <a:close/>
              </a:path>
              <a:path w="204470" h="88900">
                <a:moveTo>
                  <a:pt x="180448" y="19376"/>
                </a:moveTo>
                <a:lnTo>
                  <a:pt x="173481" y="20827"/>
                </a:lnTo>
                <a:lnTo>
                  <a:pt x="187877" y="20827"/>
                </a:lnTo>
                <a:lnTo>
                  <a:pt x="189208" y="19720"/>
                </a:lnTo>
                <a:lnTo>
                  <a:pt x="179158" y="19720"/>
                </a:lnTo>
                <a:lnTo>
                  <a:pt x="180448" y="19376"/>
                </a:lnTo>
                <a:close/>
              </a:path>
              <a:path w="204470" h="88900">
                <a:moveTo>
                  <a:pt x="189356" y="17779"/>
                </a:moveTo>
                <a:lnTo>
                  <a:pt x="184530" y="18287"/>
                </a:lnTo>
                <a:lnTo>
                  <a:pt x="179158" y="19720"/>
                </a:lnTo>
                <a:lnTo>
                  <a:pt x="189208" y="19720"/>
                </a:lnTo>
                <a:lnTo>
                  <a:pt x="191388" y="17906"/>
                </a:lnTo>
                <a:lnTo>
                  <a:pt x="189356" y="17779"/>
                </a:lnTo>
                <a:close/>
              </a:path>
              <a:path w="204470" h="88900">
                <a:moveTo>
                  <a:pt x="188802" y="16931"/>
                </a:moveTo>
                <a:lnTo>
                  <a:pt x="188632" y="16931"/>
                </a:lnTo>
                <a:lnTo>
                  <a:pt x="189483" y="17271"/>
                </a:lnTo>
                <a:lnTo>
                  <a:pt x="188802" y="16931"/>
                </a:lnTo>
                <a:close/>
              </a:path>
              <a:path w="204470" h="88900">
                <a:moveTo>
                  <a:pt x="188802" y="16931"/>
                </a:moveTo>
                <a:lnTo>
                  <a:pt x="189483" y="17271"/>
                </a:lnTo>
                <a:lnTo>
                  <a:pt x="190001" y="17271"/>
                </a:lnTo>
                <a:lnTo>
                  <a:pt x="188802" y="16931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1018D6-B339-BA75-E9C6-2302D332DC94}"/>
              </a:ext>
            </a:extLst>
          </p:cNvPr>
          <p:cNvSpPr txBox="1"/>
          <p:nvPr/>
        </p:nvSpPr>
        <p:spPr>
          <a:xfrm>
            <a:off x="2531923" y="4338828"/>
            <a:ext cx="8883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Intelligent student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55F2BA9-3C9C-0D00-EE2A-ED70F0F7EBFD}"/>
                  </a:ext>
                </a:extLst>
              </p14:cNvPr>
              <p14:cNvContentPartPr/>
              <p14:nvPr/>
            </p14:nvContentPartPr>
            <p14:xfrm>
              <a:off x="2550888" y="4601376"/>
              <a:ext cx="18000" cy="172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55F2BA9-3C9C-0D00-EE2A-ED70F0F7EBF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546568" y="4597056"/>
                <a:ext cx="2664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C131D47-BE84-11B0-6CCE-2536654ECB04}"/>
              </a:ext>
            </a:extLst>
          </p:cNvPr>
          <p:cNvGrpSpPr/>
          <p:nvPr/>
        </p:nvGrpSpPr>
        <p:grpSpPr>
          <a:xfrm>
            <a:off x="2433888" y="4575816"/>
            <a:ext cx="1653840" cy="569880"/>
            <a:chOff x="2433888" y="4575816"/>
            <a:chExt cx="1653840" cy="5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1DEBB2C-98CC-0C02-FD68-1F0036E4FDE1}"/>
                    </a:ext>
                  </a:extLst>
                </p14:cNvPr>
                <p14:cNvContentPartPr/>
                <p14:nvPr/>
              </p14:nvContentPartPr>
              <p14:xfrm>
                <a:off x="2433888" y="4585536"/>
                <a:ext cx="102960" cy="143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1DEBB2C-98CC-0C02-FD68-1F0036E4FDE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27768" y="4579416"/>
                  <a:ext cx="115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14BEDAC-1AE0-3AD2-956A-B6F7AA1797E6}"/>
                    </a:ext>
                  </a:extLst>
                </p14:cNvPr>
                <p14:cNvContentPartPr/>
                <p14:nvPr/>
              </p14:nvContentPartPr>
              <p14:xfrm>
                <a:off x="2560968" y="4684176"/>
                <a:ext cx="254880" cy="123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14BEDAC-1AE0-3AD2-956A-B6F7AA1797E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54848" y="4678056"/>
                  <a:ext cx="267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26BD73B-C020-EB21-A59F-6662657FE604}"/>
                    </a:ext>
                  </a:extLst>
                </p14:cNvPr>
                <p14:cNvContentPartPr/>
                <p14:nvPr/>
              </p14:nvContentPartPr>
              <p14:xfrm>
                <a:off x="2908728" y="4575816"/>
                <a:ext cx="87840" cy="235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26BD73B-C020-EB21-A59F-6662657FE6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02608" y="4569696"/>
                  <a:ext cx="100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71D01DF-3E01-7FA0-5456-E2366C14E348}"/>
                    </a:ext>
                  </a:extLst>
                </p14:cNvPr>
                <p14:cNvContentPartPr/>
                <p14:nvPr/>
              </p14:nvContentPartPr>
              <p14:xfrm>
                <a:off x="3045888" y="4705416"/>
                <a:ext cx="99000" cy="118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71D01DF-3E01-7FA0-5456-E2366C14E34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39768" y="4699296"/>
                  <a:ext cx="111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D01F42F-2E5B-A1C8-2F91-34DA3046FDC4}"/>
                    </a:ext>
                  </a:extLst>
                </p14:cNvPr>
                <p14:cNvContentPartPr/>
                <p14:nvPr/>
              </p14:nvContentPartPr>
              <p14:xfrm>
                <a:off x="3198168" y="4720896"/>
                <a:ext cx="172800" cy="149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D01F42F-2E5B-A1C8-2F91-34DA3046FDC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192048" y="4714776"/>
                  <a:ext cx="185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C70001A-8925-2219-650D-2C24EB6E0889}"/>
                    </a:ext>
                  </a:extLst>
                </p14:cNvPr>
                <p14:cNvContentPartPr/>
                <p14:nvPr/>
              </p14:nvContentPartPr>
              <p14:xfrm>
                <a:off x="3395808" y="4730976"/>
                <a:ext cx="88560" cy="153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C70001A-8925-2219-650D-2C24EB6E088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89688" y="4724856"/>
                  <a:ext cx="100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92DA69B-A6DD-B35D-F8B6-F57DAAEF17D8}"/>
                    </a:ext>
                  </a:extLst>
                </p14:cNvPr>
                <p14:cNvContentPartPr/>
                <p14:nvPr/>
              </p14:nvContentPartPr>
              <p14:xfrm>
                <a:off x="3520008" y="4751856"/>
                <a:ext cx="255600" cy="145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92DA69B-A6DD-B35D-F8B6-F57DAAEF17D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13888" y="4745736"/>
                  <a:ext cx="267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94C23FE-5943-37E2-33A8-17D14C6DB03A}"/>
                    </a:ext>
                  </a:extLst>
                </p14:cNvPr>
                <p14:cNvContentPartPr/>
                <p14:nvPr/>
              </p14:nvContentPartPr>
              <p14:xfrm>
                <a:off x="3770568" y="4778136"/>
                <a:ext cx="76680" cy="119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94C23FE-5943-37E2-33A8-17D14C6DB03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64448" y="4772016"/>
                  <a:ext cx="88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F558D45-CDE6-87E8-27F2-327407EFB7DD}"/>
                    </a:ext>
                  </a:extLst>
                </p14:cNvPr>
                <p14:cNvContentPartPr/>
                <p14:nvPr/>
              </p14:nvContentPartPr>
              <p14:xfrm>
                <a:off x="3902328" y="4788216"/>
                <a:ext cx="185400" cy="357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F558D45-CDE6-87E8-27F2-327407EFB7D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96208" y="4782096"/>
                  <a:ext cx="1976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E71A533-0A4C-F31F-399A-27850EB38445}"/>
                    </a:ext>
                  </a:extLst>
                </p14:cNvPr>
                <p14:cNvContentPartPr/>
                <p14:nvPr/>
              </p14:nvContentPartPr>
              <p14:xfrm>
                <a:off x="2534688" y="4856256"/>
                <a:ext cx="1522440" cy="161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E71A533-0A4C-F31F-399A-27850EB3844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28568" y="4850136"/>
                  <a:ext cx="15346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19F063F-7B97-8E71-873F-B456C7F07D79}"/>
              </a:ext>
            </a:extLst>
          </p:cNvPr>
          <p:cNvGrpSpPr/>
          <p:nvPr/>
        </p:nvGrpSpPr>
        <p:grpSpPr>
          <a:xfrm>
            <a:off x="3307968" y="4416696"/>
            <a:ext cx="131040" cy="144360"/>
            <a:chOff x="3307968" y="4416696"/>
            <a:chExt cx="13104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D086EDE-EF8B-B76C-7064-05F291B7E6BA}"/>
                    </a:ext>
                  </a:extLst>
                </p14:cNvPr>
                <p14:cNvContentPartPr/>
                <p14:nvPr/>
              </p14:nvContentPartPr>
              <p14:xfrm>
                <a:off x="3307968" y="4416696"/>
                <a:ext cx="118800" cy="138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D086EDE-EF8B-B76C-7064-05F291B7E6B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01848" y="4410576"/>
                  <a:ext cx="131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4D1BAC9-3869-D2B6-5B1A-D71A23292F14}"/>
                    </a:ext>
                  </a:extLst>
                </p14:cNvPr>
                <p14:cNvContentPartPr/>
                <p14:nvPr/>
              </p14:nvContentPartPr>
              <p14:xfrm>
                <a:off x="3336768" y="4447296"/>
                <a:ext cx="102240" cy="113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4D1BAC9-3869-D2B6-5B1A-D71A23292F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30648" y="4441176"/>
                  <a:ext cx="11448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D7DB146-2CB6-BB0D-9B36-004C737BA6D8}"/>
              </a:ext>
            </a:extLst>
          </p:cNvPr>
          <p:cNvGrpSpPr/>
          <p:nvPr/>
        </p:nvGrpSpPr>
        <p:grpSpPr>
          <a:xfrm>
            <a:off x="8194608" y="4856256"/>
            <a:ext cx="1127880" cy="426960"/>
            <a:chOff x="8194608" y="4856256"/>
            <a:chExt cx="112788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13822BB-CF11-1937-D5EF-63D9157C199A}"/>
                    </a:ext>
                  </a:extLst>
                </p14:cNvPr>
                <p14:cNvContentPartPr/>
                <p14:nvPr/>
              </p14:nvContentPartPr>
              <p14:xfrm>
                <a:off x="8194608" y="4954896"/>
                <a:ext cx="66960" cy="193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13822BB-CF11-1937-D5EF-63D9157C199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188488" y="4948776"/>
                  <a:ext cx="79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EB9C345-F1AC-847D-CA07-735EAD1596E0}"/>
                    </a:ext>
                  </a:extLst>
                </p14:cNvPr>
                <p14:cNvContentPartPr/>
                <p14:nvPr/>
              </p14:nvContentPartPr>
              <p14:xfrm>
                <a:off x="8223768" y="4988736"/>
                <a:ext cx="55080" cy="132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EB9C345-F1AC-847D-CA07-735EAD1596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17648" y="4982616"/>
                  <a:ext cx="67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A2A0750-F500-DD1D-B3CD-48962C6BF6B7}"/>
                    </a:ext>
                  </a:extLst>
                </p14:cNvPr>
                <p14:cNvContentPartPr/>
                <p14:nvPr/>
              </p14:nvContentPartPr>
              <p14:xfrm>
                <a:off x="8289648" y="5047056"/>
                <a:ext cx="63720" cy="58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A2A0750-F500-DD1D-B3CD-48962C6BF6B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83528" y="5040936"/>
                  <a:ext cx="75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3457A22-4E84-A96E-98E9-6A3D83182B9B}"/>
                    </a:ext>
                  </a:extLst>
                </p14:cNvPr>
                <p14:cNvContentPartPr/>
                <p14:nvPr/>
              </p14:nvContentPartPr>
              <p14:xfrm>
                <a:off x="8433648" y="5017176"/>
                <a:ext cx="11520" cy="116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3457A22-4E84-A96E-98E9-6A3D83182B9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27528" y="5011056"/>
                  <a:ext cx="237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0C8E1F-5994-5F4F-1AF9-AC8B2756E879}"/>
                    </a:ext>
                  </a:extLst>
                </p14:cNvPr>
                <p14:cNvContentPartPr/>
                <p14:nvPr/>
              </p14:nvContentPartPr>
              <p14:xfrm>
                <a:off x="8388648" y="4958136"/>
                <a:ext cx="10080" cy="12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0C8E1F-5994-5F4F-1AF9-AC8B2756E87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382528" y="4952016"/>
                  <a:ext cx="22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CDD4AF8-CA87-6BD3-8002-4F52721A9E77}"/>
                    </a:ext>
                  </a:extLst>
                </p14:cNvPr>
                <p14:cNvContentPartPr/>
                <p14:nvPr/>
              </p14:nvContentPartPr>
              <p14:xfrm>
                <a:off x="8486208" y="5029056"/>
                <a:ext cx="79200" cy="113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CDD4AF8-CA87-6BD3-8002-4F52721A9E7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80088" y="5022936"/>
                  <a:ext cx="91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29B68F7-DFA6-8CA5-DEAF-B841CE4E9B51}"/>
                    </a:ext>
                  </a:extLst>
                </p14:cNvPr>
                <p14:cNvContentPartPr/>
                <p14:nvPr/>
              </p14:nvContentPartPr>
              <p14:xfrm>
                <a:off x="8565048" y="4893696"/>
                <a:ext cx="372600" cy="389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29B68F7-DFA6-8CA5-DEAF-B841CE4E9B5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558928" y="4887576"/>
                  <a:ext cx="3848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88088F1-2C4C-D44E-A6A6-AE411FC328C2}"/>
                    </a:ext>
                  </a:extLst>
                </p14:cNvPr>
                <p14:cNvContentPartPr/>
                <p14:nvPr/>
              </p14:nvContentPartPr>
              <p14:xfrm>
                <a:off x="8936928" y="5076576"/>
                <a:ext cx="41400" cy="115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88088F1-2C4C-D44E-A6A6-AE411FC328C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30808" y="5070456"/>
                  <a:ext cx="53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D88D4C0-367F-5511-F397-012168551AD0}"/>
                    </a:ext>
                  </a:extLst>
                </p14:cNvPr>
                <p14:cNvContentPartPr/>
                <p14:nvPr/>
              </p14:nvContentPartPr>
              <p14:xfrm>
                <a:off x="9066168" y="5023656"/>
                <a:ext cx="162360" cy="165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D88D4C0-367F-5511-F397-012168551A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60048" y="5017536"/>
                  <a:ext cx="174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68E19AD-7F30-D2A8-94F1-6BA2D456DF3E}"/>
                    </a:ext>
                  </a:extLst>
                </p14:cNvPr>
                <p14:cNvContentPartPr/>
                <p14:nvPr/>
              </p14:nvContentPartPr>
              <p14:xfrm>
                <a:off x="9218088" y="4856256"/>
                <a:ext cx="104400" cy="381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68E19AD-7F30-D2A8-94F1-6BA2D456DF3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211968" y="4850136"/>
                  <a:ext cx="116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D261665-EA75-0A11-1847-FF5357D250EB}"/>
                    </a:ext>
                  </a:extLst>
                </p14:cNvPr>
                <p14:cNvContentPartPr/>
                <p14:nvPr/>
              </p14:nvContentPartPr>
              <p14:xfrm>
                <a:off x="8220528" y="5195376"/>
                <a:ext cx="816840" cy="47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D261665-EA75-0A11-1847-FF5357D250E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14408" y="5189256"/>
                  <a:ext cx="82908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D1E183B-6405-763F-C07D-FC0CACBDDAE7}"/>
              </a:ext>
            </a:extLst>
          </p:cNvPr>
          <p:cNvGrpSpPr/>
          <p:nvPr/>
        </p:nvGrpSpPr>
        <p:grpSpPr>
          <a:xfrm>
            <a:off x="851328" y="670176"/>
            <a:ext cx="1153440" cy="310320"/>
            <a:chOff x="851328" y="670176"/>
            <a:chExt cx="115344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4DAA0F1-8FEB-C0CC-F5BA-D070188C167E}"/>
                    </a:ext>
                  </a:extLst>
                </p14:cNvPr>
                <p14:cNvContentPartPr/>
                <p14:nvPr/>
              </p14:nvContentPartPr>
              <p14:xfrm>
                <a:off x="851328" y="670176"/>
                <a:ext cx="114480" cy="241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4DAA0F1-8FEB-C0CC-F5BA-D070188C167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5208" y="664056"/>
                  <a:ext cx="126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08F5FBC-C479-146F-DBDA-E4E3DD4EE23E}"/>
                    </a:ext>
                  </a:extLst>
                </p14:cNvPr>
                <p14:cNvContentPartPr/>
                <p14:nvPr/>
              </p14:nvContentPartPr>
              <p14:xfrm>
                <a:off x="985968" y="755136"/>
                <a:ext cx="513000" cy="225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08F5FBC-C479-146F-DBDA-E4E3DD4EE23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79848" y="749016"/>
                  <a:ext cx="525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1D0B585-0DE7-1535-8531-346BE31D255B}"/>
                    </a:ext>
                  </a:extLst>
                </p14:cNvPr>
                <p14:cNvContentPartPr/>
                <p14:nvPr/>
              </p14:nvContentPartPr>
              <p14:xfrm>
                <a:off x="1470168" y="679896"/>
                <a:ext cx="534600" cy="294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1D0B585-0DE7-1535-8531-346BE31D255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464048" y="673776"/>
                  <a:ext cx="546840" cy="306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477" y="125476"/>
            <a:ext cx="229637" cy="2457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983" y="159765"/>
            <a:ext cx="939609" cy="3788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807853" y="141096"/>
            <a:ext cx="121920" cy="314325"/>
          </a:xfrm>
          <a:custGeom>
            <a:avLst/>
            <a:gdLst/>
            <a:ahLst/>
            <a:cxnLst/>
            <a:rect l="l" t="t" r="r" b="b"/>
            <a:pathLst>
              <a:path w="121919" h="314325">
                <a:moveTo>
                  <a:pt x="74032" y="314070"/>
                </a:moveTo>
                <a:lnTo>
                  <a:pt x="66878" y="314070"/>
                </a:lnTo>
                <a:lnTo>
                  <a:pt x="67936" y="314198"/>
                </a:lnTo>
                <a:lnTo>
                  <a:pt x="74032" y="314070"/>
                </a:lnTo>
                <a:close/>
              </a:path>
              <a:path w="121919" h="314325">
                <a:moveTo>
                  <a:pt x="111878" y="0"/>
                </a:moveTo>
                <a:lnTo>
                  <a:pt x="108322" y="0"/>
                </a:lnTo>
                <a:lnTo>
                  <a:pt x="96638" y="2794"/>
                </a:lnTo>
                <a:lnTo>
                  <a:pt x="94924" y="3175"/>
                </a:lnTo>
                <a:lnTo>
                  <a:pt x="95150" y="3175"/>
                </a:lnTo>
                <a:lnTo>
                  <a:pt x="89272" y="5333"/>
                </a:lnTo>
                <a:lnTo>
                  <a:pt x="87875" y="5969"/>
                </a:lnTo>
                <a:lnTo>
                  <a:pt x="51680" y="36956"/>
                </a:lnTo>
                <a:lnTo>
                  <a:pt x="27169" y="76200"/>
                </a:lnTo>
                <a:lnTo>
                  <a:pt x="26661" y="77088"/>
                </a:lnTo>
                <a:lnTo>
                  <a:pt x="19676" y="92836"/>
                </a:lnTo>
                <a:lnTo>
                  <a:pt x="13961" y="108457"/>
                </a:lnTo>
                <a:lnTo>
                  <a:pt x="13580" y="109347"/>
                </a:lnTo>
                <a:lnTo>
                  <a:pt x="2023" y="160527"/>
                </a:lnTo>
                <a:lnTo>
                  <a:pt x="0" y="193867"/>
                </a:lnTo>
                <a:lnTo>
                  <a:pt x="512" y="205862"/>
                </a:lnTo>
                <a:lnTo>
                  <a:pt x="626" y="209423"/>
                </a:lnTo>
                <a:lnTo>
                  <a:pt x="7611" y="250062"/>
                </a:lnTo>
                <a:lnTo>
                  <a:pt x="24502" y="285241"/>
                </a:lnTo>
                <a:lnTo>
                  <a:pt x="53585" y="310895"/>
                </a:lnTo>
                <a:lnTo>
                  <a:pt x="65857" y="314070"/>
                </a:lnTo>
                <a:lnTo>
                  <a:pt x="72762" y="314070"/>
                </a:lnTo>
                <a:lnTo>
                  <a:pt x="81652" y="313436"/>
                </a:lnTo>
                <a:lnTo>
                  <a:pt x="82160" y="313308"/>
                </a:lnTo>
                <a:lnTo>
                  <a:pt x="90669" y="312165"/>
                </a:lnTo>
                <a:lnTo>
                  <a:pt x="90923" y="312165"/>
                </a:lnTo>
                <a:lnTo>
                  <a:pt x="99559" y="310006"/>
                </a:lnTo>
                <a:lnTo>
                  <a:pt x="99700" y="310006"/>
                </a:lnTo>
                <a:lnTo>
                  <a:pt x="109973" y="306450"/>
                </a:lnTo>
                <a:lnTo>
                  <a:pt x="112005" y="305815"/>
                </a:lnTo>
                <a:lnTo>
                  <a:pt x="113148" y="303783"/>
                </a:lnTo>
                <a:lnTo>
                  <a:pt x="112767" y="301751"/>
                </a:lnTo>
                <a:lnTo>
                  <a:pt x="112259" y="299719"/>
                </a:lnTo>
                <a:lnTo>
                  <a:pt x="111774" y="299338"/>
                </a:lnTo>
                <a:lnTo>
                  <a:pt x="98670" y="299338"/>
                </a:lnTo>
                <a:lnTo>
                  <a:pt x="91685" y="298703"/>
                </a:lnTo>
                <a:lnTo>
                  <a:pt x="91177" y="298703"/>
                </a:lnTo>
                <a:lnTo>
                  <a:pt x="85190" y="297433"/>
                </a:lnTo>
                <a:lnTo>
                  <a:pt x="84192" y="297433"/>
                </a:lnTo>
                <a:lnTo>
                  <a:pt x="83025" y="297009"/>
                </a:lnTo>
                <a:lnTo>
                  <a:pt x="83189" y="297009"/>
                </a:lnTo>
                <a:lnTo>
                  <a:pt x="79690" y="295528"/>
                </a:lnTo>
                <a:lnTo>
                  <a:pt x="79239" y="295528"/>
                </a:lnTo>
                <a:lnTo>
                  <a:pt x="77588" y="294639"/>
                </a:lnTo>
                <a:lnTo>
                  <a:pt x="77837" y="294639"/>
                </a:lnTo>
                <a:lnTo>
                  <a:pt x="74878" y="292763"/>
                </a:lnTo>
                <a:lnTo>
                  <a:pt x="69667" y="288925"/>
                </a:lnTo>
                <a:lnTo>
                  <a:pt x="69206" y="288925"/>
                </a:lnTo>
                <a:lnTo>
                  <a:pt x="67428" y="287274"/>
                </a:lnTo>
                <a:lnTo>
                  <a:pt x="67647" y="287274"/>
                </a:lnTo>
                <a:lnTo>
                  <a:pt x="65327" y="284817"/>
                </a:lnTo>
                <a:lnTo>
                  <a:pt x="59681" y="278383"/>
                </a:lnTo>
                <a:lnTo>
                  <a:pt x="56996" y="274827"/>
                </a:lnTo>
                <a:lnTo>
                  <a:pt x="56208" y="273812"/>
                </a:lnTo>
                <a:lnTo>
                  <a:pt x="55787" y="273303"/>
                </a:lnTo>
                <a:lnTo>
                  <a:pt x="51894" y="267571"/>
                </a:lnTo>
                <a:lnTo>
                  <a:pt x="47050" y="259355"/>
                </a:lnTo>
                <a:lnTo>
                  <a:pt x="42962" y="250951"/>
                </a:lnTo>
                <a:lnTo>
                  <a:pt x="42790" y="250951"/>
                </a:lnTo>
                <a:lnTo>
                  <a:pt x="39204" y="241426"/>
                </a:lnTo>
                <a:lnTo>
                  <a:pt x="38797" y="240392"/>
                </a:lnTo>
                <a:lnTo>
                  <a:pt x="38174" y="238125"/>
                </a:lnTo>
                <a:lnTo>
                  <a:pt x="30995" y="193867"/>
                </a:lnTo>
                <a:lnTo>
                  <a:pt x="30725" y="177800"/>
                </a:lnTo>
                <a:lnTo>
                  <a:pt x="30860" y="176529"/>
                </a:lnTo>
                <a:lnTo>
                  <a:pt x="31554" y="164722"/>
                </a:lnTo>
                <a:lnTo>
                  <a:pt x="31624" y="163530"/>
                </a:lnTo>
                <a:lnTo>
                  <a:pt x="33305" y="148960"/>
                </a:lnTo>
                <a:lnTo>
                  <a:pt x="33449" y="148467"/>
                </a:lnTo>
                <a:lnTo>
                  <a:pt x="33434" y="148230"/>
                </a:lnTo>
                <a:lnTo>
                  <a:pt x="35948" y="133944"/>
                </a:lnTo>
                <a:lnTo>
                  <a:pt x="39910" y="117348"/>
                </a:lnTo>
                <a:lnTo>
                  <a:pt x="40010" y="116857"/>
                </a:lnTo>
                <a:lnTo>
                  <a:pt x="40123" y="116458"/>
                </a:lnTo>
                <a:lnTo>
                  <a:pt x="42450" y="109347"/>
                </a:lnTo>
                <a:lnTo>
                  <a:pt x="44949" y="101600"/>
                </a:lnTo>
                <a:lnTo>
                  <a:pt x="48457" y="92836"/>
                </a:lnTo>
                <a:lnTo>
                  <a:pt x="50664" y="87249"/>
                </a:lnTo>
                <a:lnTo>
                  <a:pt x="56071" y="75598"/>
                </a:lnTo>
                <a:lnTo>
                  <a:pt x="56349" y="74913"/>
                </a:lnTo>
                <a:lnTo>
                  <a:pt x="63121" y="62297"/>
                </a:lnTo>
                <a:lnTo>
                  <a:pt x="70506" y="50546"/>
                </a:lnTo>
                <a:lnTo>
                  <a:pt x="70669" y="50256"/>
                </a:lnTo>
                <a:lnTo>
                  <a:pt x="70984" y="49783"/>
                </a:lnTo>
                <a:lnTo>
                  <a:pt x="71404" y="49275"/>
                </a:lnTo>
                <a:lnTo>
                  <a:pt x="77158" y="41401"/>
                </a:lnTo>
                <a:lnTo>
                  <a:pt x="77479" y="40923"/>
                </a:lnTo>
                <a:lnTo>
                  <a:pt x="77715" y="40639"/>
                </a:lnTo>
                <a:lnTo>
                  <a:pt x="81054" y="36956"/>
                </a:lnTo>
                <a:lnTo>
                  <a:pt x="83892" y="33781"/>
                </a:lnTo>
                <a:lnTo>
                  <a:pt x="84235" y="33358"/>
                </a:lnTo>
                <a:lnTo>
                  <a:pt x="84573" y="33020"/>
                </a:lnTo>
                <a:lnTo>
                  <a:pt x="91113" y="27050"/>
                </a:lnTo>
                <a:lnTo>
                  <a:pt x="91309" y="26828"/>
                </a:lnTo>
                <a:lnTo>
                  <a:pt x="91939" y="26288"/>
                </a:lnTo>
                <a:lnTo>
                  <a:pt x="92091" y="26288"/>
                </a:lnTo>
                <a:lnTo>
                  <a:pt x="97468" y="22351"/>
                </a:lnTo>
                <a:lnTo>
                  <a:pt x="97273" y="22351"/>
                </a:lnTo>
                <a:lnTo>
                  <a:pt x="102109" y="19557"/>
                </a:lnTo>
                <a:lnTo>
                  <a:pt x="101972" y="19557"/>
                </a:lnTo>
                <a:lnTo>
                  <a:pt x="102988" y="19050"/>
                </a:lnTo>
                <a:lnTo>
                  <a:pt x="103180" y="19050"/>
                </a:lnTo>
                <a:lnTo>
                  <a:pt x="113148" y="14858"/>
                </a:lnTo>
                <a:lnTo>
                  <a:pt x="115180" y="13716"/>
                </a:lnTo>
                <a:lnTo>
                  <a:pt x="120768" y="9017"/>
                </a:lnTo>
                <a:lnTo>
                  <a:pt x="121403" y="6984"/>
                </a:lnTo>
                <a:lnTo>
                  <a:pt x="120963" y="5333"/>
                </a:lnTo>
                <a:lnTo>
                  <a:pt x="120895" y="5079"/>
                </a:lnTo>
                <a:lnTo>
                  <a:pt x="120514" y="3175"/>
                </a:lnTo>
                <a:lnTo>
                  <a:pt x="118990" y="1650"/>
                </a:lnTo>
                <a:lnTo>
                  <a:pt x="117085" y="1270"/>
                </a:lnTo>
                <a:lnTo>
                  <a:pt x="111878" y="0"/>
                </a:lnTo>
                <a:close/>
              </a:path>
              <a:path w="121919" h="314325">
                <a:moveTo>
                  <a:pt x="110966" y="298703"/>
                </a:moveTo>
                <a:lnTo>
                  <a:pt x="105311" y="298703"/>
                </a:lnTo>
                <a:lnTo>
                  <a:pt x="97781" y="299338"/>
                </a:lnTo>
                <a:lnTo>
                  <a:pt x="111774" y="299338"/>
                </a:lnTo>
                <a:lnTo>
                  <a:pt x="110966" y="298703"/>
                </a:lnTo>
                <a:close/>
              </a:path>
              <a:path w="121919" h="314325">
                <a:moveTo>
                  <a:pt x="83189" y="297009"/>
                </a:moveTo>
                <a:lnTo>
                  <a:pt x="83025" y="297009"/>
                </a:lnTo>
                <a:lnTo>
                  <a:pt x="84192" y="297433"/>
                </a:lnTo>
                <a:lnTo>
                  <a:pt x="83189" y="297009"/>
                </a:lnTo>
                <a:close/>
              </a:path>
              <a:path w="121919" h="314325">
                <a:moveTo>
                  <a:pt x="83189" y="297009"/>
                </a:moveTo>
                <a:lnTo>
                  <a:pt x="84192" y="297433"/>
                </a:lnTo>
                <a:lnTo>
                  <a:pt x="85190" y="297433"/>
                </a:lnTo>
                <a:lnTo>
                  <a:pt x="83189" y="297009"/>
                </a:lnTo>
                <a:close/>
              </a:path>
              <a:path w="121919" h="314325">
                <a:moveTo>
                  <a:pt x="77588" y="294639"/>
                </a:moveTo>
                <a:lnTo>
                  <a:pt x="79239" y="295528"/>
                </a:lnTo>
                <a:lnTo>
                  <a:pt x="78337" y="294956"/>
                </a:lnTo>
                <a:lnTo>
                  <a:pt x="77588" y="294639"/>
                </a:lnTo>
                <a:close/>
              </a:path>
              <a:path w="121919" h="314325">
                <a:moveTo>
                  <a:pt x="78337" y="294956"/>
                </a:moveTo>
                <a:lnTo>
                  <a:pt x="79239" y="295528"/>
                </a:lnTo>
                <a:lnTo>
                  <a:pt x="79690" y="295528"/>
                </a:lnTo>
                <a:lnTo>
                  <a:pt x="78337" y="294956"/>
                </a:lnTo>
                <a:close/>
              </a:path>
              <a:path w="121919" h="314325">
                <a:moveTo>
                  <a:pt x="77837" y="294639"/>
                </a:moveTo>
                <a:lnTo>
                  <a:pt x="77588" y="294639"/>
                </a:lnTo>
                <a:lnTo>
                  <a:pt x="78337" y="294956"/>
                </a:lnTo>
                <a:lnTo>
                  <a:pt x="77837" y="294639"/>
                </a:lnTo>
                <a:close/>
              </a:path>
              <a:path w="121919" h="314325">
                <a:moveTo>
                  <a:pt x="67428" y="287274"/>
                </a:moveTo>
                <a:lnTo>
                  <a:pt x="69206" y="288925"/>
                </a:lnTo>
                <a:lnTo>
                  <a:pt x="68155" y="287811"/>
                </a:lnTo>
                <a:lnTo>
                  <a:pt x="67428" y="287274"/>
                </a:lnTo>
                <a:close/>
              </a:path>
              <a:path w="121919" h="314325">
                <a:moveTo>
                  <a:pt x="68155" y="287811"/>
                </a:moveTo>
                <a:lnTo>
                  <a:pt x="69206" y="288925"/>
                </a:lnTo>
                <a:lnTo>
                  <a:pt x="69667" y="288925"/>
                </a:lnTo>
                <a:lnTo>
                  <a:pt x="68155" y="287811"/>
                </a:lnTo>
                <a:close/>
              </a:path>
              <a:path w="121919" h="314325">
                <a:moveTo>
                  <a:pt x="67647" y="287274"/>
                </a:moveTo>
                <a:lnTo>
                  <a:pt x="67428" y="287274"/>
                </a:lnTo>
                <a:lnTo>
                  <a:pt x="68155" y="287811"/>
                </a:lnTo>
                <a:lnTo>
                  <a:pt x="67647" y="287274"/>
                </a:lnTo>
                <a:close/>
              </a:path>
              <a:path w="121919" h="314325">
                <a:moveTo>
                  <a:pt x="42530" y="250062"/>
                </a:moveTo>
                <a:lnTo>
                  <a:pt x="42790" y="250951"/>
                </a:lnTo>
                <a:lnTo>
                  <a:pt x="42962" y="250951"/>
                </a:lnTo>
                <a:lnTo>
                  <a:pt x="42530" y="250062"/>
                </a:lnTo>
                <a:close/>
              </a:path>
              <a:path w="121919" h="314325">
                <a:moveTo>
                  <a:pt x="92091" y="26288"/>
                </a:moveTo>
                <a:lnTo>
                  <a:pt x="91939" y="26288"/>
                </a:lnTo>
                <a:lnTo>
                  <a:pt x="91354" y="26828"/>
                </a:lnTo>
                <a:lnTo>
                  <a:pt x="92091" y="26288"/>
                </a:lnTo>
                <a:close/>
              </a:path>
              <a:path w="121919" h="314325">
                <a:moveTo>
                  <a:pt x="98162" y="21844"/>
                </a:moveTo>
                <a:lnTo>
                  <a:pt x="97273" y="22351"/>
                </a:lnTo>
                <a:lnTo>
                  <a:pt x="97468" y="22351"/>
                </a:lnTo>
                <a:lnTo>
                  <a:pt x="98162" y="21844"/>
                </a:lnTo>
                <a:close/>
              </a:path>
              <a:path w="121919" h="314325">
                <a:moveTo>
                  <a:pt x="102475" y="19346"/>
                </a:moveTo>
                <a:lnTo>
                  <a:pt x="101972" y="19557"/>
                </a:lnTo>
                <a:lnTo>
                  <a:pt x="102109" y="19557"/>
                </a:lnTo>
                <a:lnTo>
                  <a:pt x="102475" y="19346"/>
                </a:lnTo>
                <a:close/>
              </a:path>
              <a:path w="121919" h="314325">
                <a:moveTo>
                  <a:pt x="103180" y="19050"/>
                </a:moveTo>
                <a:lnTo>
                  <a:pt x="102988" y="19050"/>
                </a:lnTo>
                <a:lnTo>
                  <a:pt x="102475" y="19346"/>
                </a:lnTo>
                <a:lnTo>
                  <a:pt x="103180" y="19050"/>
                </a:lnTo>
                <a:close/>
              </a:path>
            </a:pathLst>
          </a:custGeom>
          <a:solidFill>
            <a:srgbClr val="177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4295" y="130810"/>
            <a:ext cx="597154" cy="2255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7979" y="107569"/>
            <a:ext cx="1031430" cy="339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076" y="3807205"/>
            <a:ext cx="3491923" cy="3192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7830" y="1031875"/>
            <a:ext cx="261505" cy="2777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4113" y="1094105"/>
            <a:ext cx="156249" cy="1968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8669" y="1109086"/>
            <a:ext cx="447126" cy="1649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69110" y="1099566"/>
            <a:ext cx="461644" cy="22174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295393" y="1114703"/>
            <a:ext cx="205104" cy="177165"/>
            <a:chOff x="2295393" y="1114703"/>
            <a:chExt cx="205104" cy="177165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95393" y="1114703"/>
              <a:ext cx="140212" cy="17701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64561" y="1232535"/>
              <a:ext cx="36195" cy="34925"/>
            </a:xfrm>
            <a:custGeom>
              <a:avLst/>
              <a:gdLst/>
              <a:ahLst/>
              <a:cxnLst/>
              <a:rect l="l" t="t" r="r" b="b"/>
              <a:pathLst>
                <a:path w="36194" h="34925">
                  <a:moveTo>
                    <a:pt x="23494" y="0"/>
                  </a:moveTo>
                  <a:lnTo>
                    <a:pt x="9651" y="2412"/>
                  </a:lnTo>
                  <a:lnTo>
                    <a:pt x="7619" y="3301"/>
                  </a:lnTo>
                  <a:lnTo>
                    <a:pt x="5842" y="4572"/>
                  </a:lnTo>
                  <a:lnTo>
                    <a:pt x="4571" y="5587"/>
                  </a:lnTo>
                  <a:lnTo>
                    <a:pt x="2158" y="7238"/>
                  </a:lnTo>
                  <a:lnTo>
                    <a:pt x="635" y="9905"/>
                  </a:lnTo>
                  <a:lnTo>
                    <a:pt x="381" y="12700"/>
                  </a:lnTo>
                  <a:lnTo>
                    <a:pt x="126" y="14350"/>
                  </a:lnTo>
                  <a:lnTo>
                    <a:pt x="0" y="16510"/>
                  </a:lnTo>
                  <a:lnTo>
                    <a:pt x="126" y="18668"/>
                  </a:lnTo>
                  <a:lnTo>
                    <a:pt x="888" y="20574"/>
                  </a:lnTo>
                  <a:lnTo>
                    <a:pt x="1905" y="23494"/>
                  </a:lnTo>
                  <a:lnTo>
                    <a:pt x="5115" y="29017"/>
                  </a:lnTo>
                  <a:lnTo>
                    <a:pt x="9969" y="32813"/>
                  </a:lnTo>
                  <a:lnTo>
                    <a:pt x="15871" y="34585"/>
                  </a:lnTo>
                  <a:lnTo>
                    <a:pt x="22225" y="34036"/>
                  </a:lnTo>
                  <a:lnTo>
                    <a:pt x="30733" y="31495"/>
                  </a:lnTo>
                  <a:lnTo>
                    <a:pt x="35813" y="22860"/>
                  </a:lnTo>
                  <a:lnTo>
                    <a:pt x="33908" y="14224"/>
                  </a:lnTo>
                  <a:lnTo>
                    <a:pt x="31876" y="5587"/>
                  </a:lnTo>
                  <a:lnTo>
                    <a:pt x="234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61078" y="1107058"/>
            <a:ext cx="626821" cy="1221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01339" y="1044353"/>
            <a:ext cx="238378" cy="28241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26005" y="1784350"/>
            <a:ext cx="135150" cy="21666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28277" y="1796542"/>
            <a:ext cx="179171" cy="19240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306827" y="1844167"/>
            <a:ext cx="162814" cy="174625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517520" y="1957451"/>
            <a:ext cx="45720" cy="30480"/>
          </a:xfrm>
          <a:custGeom>
            <a:avLst/>
            <a:gdLst/>
            <a:ahLst/>
            <a:cxnLst/>
            <a:rect l="l" t="t" r="r" b="b"/>
            <a:pathLst>
              <a:path w="45719" h="30480">
                <a:moveTo>
                  <a:pt x="36532" y="28782"/>
                </a:moveTo>
                <a:lnTo>
                  <a:pt x="27558" y="29845"/>
                </a:lnTo>
                <a:lnTo>
                  <a:pt x="28471" y="29845"/>
                </a:lnTo>
                <a:lnTo>
                  <a:pt x="30099" y="30479"/>
                </a:lnTo>
                <a:lnTo>
                  <a:pt x="35941" y="29337"/>
                </a:lnTo>
                <a:lnTo>
                  <a:pt x="36532" y="28782"/>
                </a:lnTo>
                <a:close/>
              </a:path>
              <a:path w="45719" h="30480">
                <a:moveTo>
                  <a:pt x="10009" y="22733"/>
                </a:moveTo>
                <a:lnTo>
                  <a:pt x="8636" y="22733"/>
                </a:lnTo>
                <a:lnTo>
                  <a:pt x="11303" y="24002"/>
                </a:lnTo>
                <a:lnTo>
                  <a:pt x="10399" y="24002"/>
                </a:lnTo>
                <a:lnTo>
                  <a:pt x="12064" y="25146"/>
                </a:lnTo>
                <a:lnTo>
                  <a:pt x="13843" y="26035"/>
                </a:lnTo>
                <a:lnTo>
                  <a:pt x="19854" y="28782"/>
                </a:lnTo>
                <a:lnTo>
                  <a:pt x="22098" y="29845"/>
                </a:lnTo>
                <a:lnTo>
                  <a:pt x="24892" y="30225"/>
                </a:lnTo>
                <a:lnTo>
                  <a:pt x="27559" y="29845"/>
                </a:lnTo>
                <a:lnTo>
                  <a:pt x="28471" y="29845"/>
                </a:lnTo>
                <a:lnTo>
                  <a:pt x="13316" y="24002"/>
                </a:lnTo>
                <a:lnTo>
                  <a:pt x="11303" y="24002"/>
                </a:lnTo>
                <a:lnTo>
                  <a:pt x="9860" y="23614"/>
                </a:lnTo>
                <a:lnTo>
                  <a:pt x="12305" y="23614"/>
                </a:lnTo>
                <a:lnTo>
                  <a:pt x="10009" y="22733"/>
                </a:lnTo>
                <a:close/>
              </a:path>
              <a:path w="45719" h="30480">
                <a:moveTo>
                  <a:pt x="8788" y="8127"/>
                </a:moveTo>
                <a:lnTo>
                  <a:pt x="2948" y="11015"/>
                </a:lnTo>
                <a:lnTo>
                  <a:pt x="3048" y="11811"/>
                </a:lnTo>
                <a:lnTo>
                  <a:pt x="3429" y="12573"/>
                </a:lnTo>
                <a:lnTo>
                  <a:pt x="6096" y="18414"/>
                </a:lnTo>
                <a:lnTo>
                  <a:pt x="7112" y="20574"/>
                </a:lnTo>
                <a:lnTo>
                  <a:pt x="9017" y="22351"/>
                </a:lnTo>
                <a:lnTo>
                  <a:pt x="28471" y="29845"/>
                </a:lnTo>
                <a:lnTo>
                  <a:pt x="27558" y="29845"/>
                </a:lnTo>
                <a:lnTo>
                  <a:pt x="36532" y="28782"/>
                </a:lnTo>
                <a:lnTo>
                  <a:pt x="42357" y="23321"/>
                </a:lnTo>
                <a:lnTo>
                  <a:pt x="43561" y="20193"/>
                </a:lnTo>
                <a:lnTo>
                  <a:pt x="45331" y="15471"/>
                </a:lnTo>
                <a:lnTo>
                  <a:pt x="43307" y="9398"/>
                </a:lnTo>
                <a:lnTo>
                  <a:pt x="43222" y="9144"/>
                </a:lnTo>
                <a:lnTo>
                  <a:pt x="43137" y="8889"/>
                </a:lnTo>
                <a:lnTo>
                  <a:pt x="7874" y="8889"/>
                </a:lnTo>
                <a:lnTo>
                  <a:pt x="8788" y="8127"/>
                </a:lnTo>
                <a:close/>
              </a:path>
              <a:path w="45719" h="30480">
                <a:moveTo>
                  <a:pt x="42357" y="23321"/>
                </a:moveTo>
                <a:lnTo>
                  <a:pt x="36532" y="28782"/>
                </a:lnTo>
                <a:lnTo>
                  <a:pt x="37110" y="28782"/>
                </a:lnTo>
                <a:lnTo>
                  <a:pt x="41656" y="25146"/>
                </a:lnTo>
                <a:lnTo>
                  <a:pt x="42244" y="23614"/>
                </a:lnTo>
                <a:lnTo>
                  <a:pt x="42357" y="23321"/>
                </a:lnTo>
                <a:close/>
              </a:path>
              <a:path w="45719" h="30480">
                <a:moveTo>
                  <a:pt x="8636" y="22733"/>
                </a:moveTo>
                <a:lnTo>
                  <a:pt x="9860" y="23614"/>
                </a:lnTo>
                <a:lnTo>
                  <a:pt x="11303" y="24002"/>
                </a:lnTo>
                <a:lnTo>
                  <a:pt x="8636" y="22733"/>
                </a:lnTo>
                <a:close/>
              </a:path>
              <a:path w="45719" h="30480">
                <a:moveTo>
                  <a:pt x="2948" y="11015"/>
                </a:moveTo>
                <a:lnTo>
                  <a:pt x="1270" y="11811"/>
                </a:lnTo>
                <a:lnTo>
                  <a:pt x="0" y="14224"/>
                </a:lnTo>
                <a:lnTo>
                  <a:pt x="44" y="15112"/>
                </a:lnTo>
                <a:lnTo>
                  <a:pt x="9860" y="23614"/>
                </a:lnTo>
                <a:lnTo>
                  <a:pt x="8636" y="22733"/>
                </a:lnTo>
                <a:lnTo>
                  <a:pt x="10009" y="22733"/>
                </a:lnTo>
                <a:lnTo>
                  <a:pt x="9017" y="22351"/>
                </a:lnTo>
                <a:lnTo>
                  <a:pt x="7112" y="20574"/>
                </a:lnTo>
                <a:lnTo>
                  <a:pt x="6096" y="18414"/>
                </a:lnTo>
                <a:lnTo>
                  <a:pt x="3429" y="12573"/>
                </a:lnTo>
                <a:lnTo>
                  <a:pt x="3048" y="11811"/>
                </a:lnTo>
                <a:lnTo>
                  <a:pt x="2948" y="11015"/>
                </a:lnTo>
                <a:close/>
              </a:path>
              <a:path w="45719" h="30480">
                <a:moveTo>
                  <a:pt x="45331" y="15471"/>
                </a:moveTo>
                <a:lnTo>
                  <a:pt x="42357" y="23321"/>
                </a:lnTo>
                <a:lnTo>
                  <a:pt x="44068" y="21716"/>
                </a:lnTo>
                <a:lnTo>
                  <a:pt x="45466" y="15875"/>
                </a:lnTo>
                <a:lnTo>
                  <a:pt x="45331" y="15471"/>
                </a:lnTo>
                <a:close/>
              </a:path>
              <a:path w="45719" h="30480">
                <a:moveTo>
                  <a:pt x="42717" y="7620"/>
                </a:moveTo>
                <a:lnTo>
                  <a:pt x="45212" y="15112"/>
                </a:lnTo>
                <a:lnTo>
                  <a:pt x="45331" y="15471"/>
                </a:lnTo>
                <a:lnTo>
                  <a:pt x="45466" y="15112"/>
                </a:lnTo>
                <a:lnTo>
                  <a:pt x="44450" y="10033"/>
                </a:lnTo>
                <a:lnTo>
                  <a:pt x="44323" y="9398"/>
                </a:lnTo>
                <a:lnTo>
                  <a:pt x="42717" y="7620"/>
                </a:lnTo>
                <a:close/>
              </a:path>
              <a:path w="45719" h="30480">
                <a:moveTo>
                  <a:pt x="13361" y="4798"/>
                </a:moveTo>
                <a:lnTo>
                  <a:pt x="3302" y="10033"/>
                </a:lnTo>
                <a:lnTo>
                  <a:pt x="2921" y="10795"/>
                </a:lnTo>
                <a:lnTo>
                  <a:pt x="2948" y="11015"/>
                </a:lnTo>
                <a:lnTo>
                  <a:pt x="8763" y="8127"/>
                </a:lnTo>
                <a:lnTo>
                  <a:pt x="10922" y="6350"/>
                </a:lnTo>
                <a:lnTo>
                  <a:pt x="13361" y="4798"/>
                </a:lnTo>
                <a:close/>
              </a:path>
              <a:path w="45719" h="30480">
                <a:moveTo>
                  <a:pt x="42714" y="7620"/>
                </a:moveTo>
                <a:lnTo>
                  <a:pt x="9779" y="7620"/>
                </a:lnTo>
                <a:lnTo>
                  <a:pt x="7874" y="8889"/>
                </a:lnTo>
                <a:lnTo>
                  <a:pt x="43137" y="8889"/>
                </a:lnTo>
                <a:lnTo>
                  <a:pt x="42714" y="7620"/>
                </a:lnTo>
                <a:close/>
              </a:path>
              <a:path w="45719" h="30480">
                <a:moveTo>
                  <a:pt x="9779" y="7620"/>
                </a:moveTo>
                <a:lnTo>
                  <a:pt x="8788" y="8127"/>
                </a:lnTo>
                <a:lnTo>
                  <a:pt x="8331" y="8509"/>
                </a:lnTo>
                <a:lnTo>
                  <a:pt x="9017" y="8127"/>
                </a:lnTo>
                <a:lnTo>
                  <a:pt x="9779" y="7620"/>
                </a:lnTo>
                <a:close/>
              </a:path>
              <a:path w="45719" h="30480">
                <a:moveTo>
                  <a:pt x="29042" y="569"/>
                </a:moveTo>
                <a:lnTo>
                  <a:pt x="13361" y="4798"/>
                </a:lnTo>
                <a:lnTo>
                  <a:pt x="10922" y="6350"/>
                </a:lnTo>
                <a:lnTo>
                  <a:pt x="8788" y="8127"/>
                </a:lnTo>
                <a:lnTo>
                  <a:pt x="9779" y="7620"/>
                </a:lnTo>
                <a:lnTo>
                  <a:pt x="42717" y="7620"/>
                </a:lnTo>
                <a:lnTo>
                  <a:pt x="40271" y="4931"/>
                </a:lnTo>
                <a:lnTo>
                  <a:pt x="37132" y="1575"/>
                </a:lnTo>
                <a:lnTo>
                  <a:pt x="37654" y="1575"/>
                </a:lnTo>
                <a:lnTo>
                  <a:pt x="29042" y="569"/>
                </a:lnTo>
                <a:close/>
              </a:path>
              <a:path w="45719" h="30480">
                <a:moveTo>
                  <a:pt x="32044" y="0"/>
                </a:moveTo>
                <a:lnTo>
                  <a:pt x="31152" y="0"/>
                </a:lnTo>
                <a:lnTo>
                  <a:pt x="29042" y="569"/>
                </a:lnTo>
                <a:lnTo>
                  <a:pt x="37654" y="1575"/>
                </a:lnTo>
                <a:lnTo>
                  <a:pt x="37132" y="1575"/>
                </a:lnTo>
                <a:lnTo>
                  <a:pt x="40881" y="5587"/>
                </a:lnTo>
                <a:lnTo>
                  <a:pt x="42717" y="7620"/>
                </a:lnTo>
                <a:lnTo>
                  <a:pt x="42037" y="5587"/>
                </a:lnTo>
                <a:lnTo>
                  <a:pt x="41910" y="5207"/>
                </a:lnTo>
                <a:lnTo>
                  <a:pt x="37277" y="1575"/>
                </a:lnTo>
                <a:lnTo>
                  <a:pt x="32044" y="0"/>
                </a:lnTo>
                <a:close/>
              </a:path>
              <a:path w="45719" h="30480">
                <a:moveTo>
                  <a:pt x="29042" y="569"/>
                </a:moveTo>
                <a:lnTo>
                  <a:pt x="21594" y="569"/>
                </a:lnTo>
                <a:lnTo>
                  <a:pt x="12870" y="4931"/>
                </a:lnTo>
                <a:lnTo>
                  <a:pt x="29042" y="569"/>
                </a:lnTo>
                <a:close/>
              </a:path>
              <a:path w="45719" h="30480">
                <a:moveTo>
                  <a:pt x="24637" y="0"/>
                </a:moveTo>
                <a:lnTo>
                  <a:pt x="21365" y="569"/>
                </a:lnTo>
                <a:lnTo>
                  <a:pt x="28812" y="569"/>
                </a:lnTo>
                <a:lnTo>
                  <a:pt x="246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0344" y="1739519"/>
            <a:ext cx="235323" cy="21336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7648" y="1803145"/>
            <a:ext cx="394131" cy="17907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04076" y="1804923"/>
            <a:ext cx="189622" cy="17678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19451" y="1759330"/>
            <a:ext cx="656288" cy="15621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614377" y="1758442"/>
            <a:ext cx="188129" cy="28917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385186" y="2484373"/>
            <a:ext cx="167131" cy="18033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2660776" y="2598547"/>
            <a:ext cx="42545" cy="34290"/>
          </a:xfrm>
          <a:custGeom>
            <a:avLst/>
            <a:gdLst/>
            <a:ahLst/>
            <a:cxnLst/>
            <a:rect l="l" t="t" r="r" b="b"/>
            <a:pathLst>
              <a:path w="42544" h="34289">
                <a:moveTo>
                  <a:pt x="3667" y="11671"/>
                </a:moveTo>
                <a:lnTo>
                  <a:pt x="2540" y="13335"/>
                </a:lnTo>
                <a:lnTo>
                  <a:pt x="2341" y="14029"/>
                </a:lnTo>
                <a:lnTo>
                  <a:pt x="2286" y="14224"/>
                </a:lnTo>
                <a:lnTo>
                  <a:pt x="1778" y="15239"/>
                </a:lnTo>
                <a:lnTo>
                  <a:pt x="1650" y="16382"/>
                </a:lnTo>
                <a:lnTo>
                  <a:pt x="1905" y="17525"/>
                </a:lnTo>
                <a:lnTo>
                  <a:pt x="2037" y="18541"/>
                </a:lnTo>
                <a:lnTo>
                  <a:pt x="2094" y="18976"/>
                </a:lnTo>
                <a:lnTo>
                  <a:pt x="2186" y="19685"/>
                </a:lnTo>
                <a:lnTo>
                  <a:pt x="2286" y="20447"/>
                </a:lnTo>
                <a:lnTo>
                  <a:pt x="20574" y="34289"/>
                </a:lnTo>
                <a:lnTo>
                  <a:pt x="26289" y="33781"/>
                </a:lnTo>
                <a:lnTo>
                  <a:pt x="27120" y="33274"/>
                </a:lnTo>
                <a:lnTo>
                  <a:pt x="25146" y="33274"/>
                </a:lnTo>
                <a:lnTo>
                  <a:pt x="17018" y="31114"/>
                </a:lnTo>
                <a:lnTo>
                  <a:pt x="5915" y="14029"/>
                </a:lnTo>
                <a:lnTo>
                  <a:pt x="4977" y="12657"/>
                </a:lnTo>
                <a:lnTo>
                  <a:pt x="4603" y="12432"/>
                </a:lnTo>
                <a:lnTo>
                  <a:pt x="3667" y="11671"/>
                </a:lnTo>
                <a:close/>
              </a:path>
              <a:path w="42544" h="34289">
                <a:moveTo>
                  <a:pt x="40546" y="12064"/>
                </a:moveTo>
                <a:lnTo>
                  <a:pt x="4572" y="12064"/>
                </a:lnTo>
                <a:lnTo>
                  <a:pt x="5105" y="12657"/>
                </a:lnTo>
                <a:lnTo>
                  <a:pt x="5246" y="12953"/>
                </a:lnTo>
                <a:lnTo>
                  <a:pt x="5651" y="13335"/>
                </a:lnTo>
                <a:lnTo>
                  <a:pt x="5998" y="14029"/>
                </a:lnTo>
                <a:lnTo>
                  <a:pt x="6105" y="14477"/>
                </a:lnTo>
                <a:lnTo>
                  <a:pt x="6928" y="16382"/>
                </a:lnTo>
                <a:lnTo>
                  <a:pt x="8128" y="18541"/>
                </a:lnTo>
                <a:lnTo>
                  <a:pt x="17018" y="31114"/>
                </a:lnTo>
                <a:lnTo>
                  <a:pt x="25146" y="33274"/>
                </a:lnTo>
                <a:lnTo>
                  <a:pt x="32506" y="29941"/>
                </a:lnTo>
                <a:lnTo>
                  <a:pt x="33455" y="29337"/>
                </a:lnTo>
                <a:lnTo>
                  <a:pt x="39440" y="25640"/>
                </a:lnTo>
                <a:lnTo>
                  <a:pt x="40131" y="24257"/>
                </a:lnTo>
                <a:lnTo>
                  <a:pt x="42244" y="18976"/>
                </a:lnTo>
                <a:lnTo>
                  <a:pt x="40858" y="13335"/>
                </a:lnTo>
                <a:lnTo>
                  <a:pt x="40764" y="12953"/>
                </a:lnTo>
                <a:lnTo>
                  <a:pt x="40691" y="12657"/>
                </a:lnTo>
                <a:lnTo>
                  <a:pt x="40636" y="12432"/>
                </a:lnTo>
                <a:lnTo>
                  <a:pt x="40546" y="12064"/>
                </a:lnTo>
                <a:close/>
              </a:path>
              <a:path w="42544" h="34289">
                <a:moveTo>
                  <a:pt x="32506" y="29941"/>
                </a:moveTo>
                <a:lnTo>
                  <a:pt x="25146" y="33274"/>
                </a:lnTo>
                <a:lnTo>
                  <a:pt x="27120" y="33274"/>
                </a:lnTo>
                <a:lnTo>
                  <a:pt x="30653" y="31114"/>
                </a:lnTo>
                <a:lnTo>
                  <a:pt x="32506" y="29941"/>
                </a:lnTo>
                <a:close/>
              </a:path>
              <a:path w="42544" h="34289">
                <a:moveTo>
                  <a:pt x="39440" y="25640"/>
                </a:moveTo>
                <a:lnTo>
                  <a:pt x="33455" y="29337"/>
                </a:lnTo>
                <a:lnTo>
                  <a:pt x="31858" y="30352"/>
                </a:lnTo>
                <a:lnTo>
                  <a:pt x="38735" y="27050"/>
                </a:lnTo>
                <a:lnTo>
                  <a:pt x="39440" y="25640"/>
                </a:lnTo>
                <a:close/>
              </a:path>
              <a:path w="42544" h="34289">
                <a:moveTo>
                  <a:pt x="40131" y="24257"/>
                </a:moveTo>
                <a:lnTo>
                  <a:pt x="39440" y="25640"/>
                </a:lnTo>
                <a:lnTo>
                  <a:pt x="39578" y="25640"/>
                </a:lnTo>
                <a:lnTo>
                  <a:pt x="40131" y="24257"/>
                </a:lnTo>
                <a:close/>
              </a:path>
              <a:path w="42544" h="34289">
                <a:moveTo>
                  <a:pt x="42244" y="18976"/>
                </a:moveTo>
                <a:lnTo>
                  <a:pt x="40335" y="23749"/>
                </a:lnTo>
                <a:lnTo>
                  <a:pt x="41148" y="22225"/>
                </a:lnTo>
                <a:lnTo>
                  <a:pt x="42418" y="19685"/>
                </a:lnTo>
                <a:lnTo>
                  <a:pt x="42244" y="18976"/>
                </a:lnTo>
                <a:close/>
              </a:path>
              <a:path w="42544" h="34289">
                <a:moveTo>
                  <a:pt x="41195" y="14224"/>
                </a:moveTo>
                <a:lnTo>
                  <a:pt x="41139" y="14477"/>
                </a:lnTo>
                <a:lnTo>
                  <a:pt x="42137" y="18541"/>
                </a:lnTo>
                <a:lnTo>
                  <a:pt x="42244" y="18976"/>
                </a:lnTo>
                <a:lnTo>
                  <a:pt x="42418" y="18541"/>
                </a:lnTo>
                <a:lnTo>
                  <a:pt x="41267" y="14477"/>
                </a:lnTo>
                <a:lnTo>
                  <a:pt x="41195" y="14224"/>
                </a:lnTo>
                <a:close/>
              </a:path>
              <a:path w="42544" h="34289">
                <a:moveTo>
                  <a:pt x="4902" y="12432"/>
                </a:moveTo>
                <a:lnTo>
                  <a:pt x="4881" y="12657"/>
                </a:lnTo>
                <a:lnTo>
                  <a:pt x="5180" y="12953"/>
                </a:lnTo>
                <a:lnTo>
                  <a:pt x="5915" y="14029"/>
                </a:lnTo>
                <a:lnTo>
                  <a:pt x="5461" y="12953"/>
                </a:lnTo>
                <a:lnTo>
                  <a:pt x="5105" y="12657"/>
                </a:lnTo>
                <a:lnTo>
                  <a:pt x="4902" y="12432"/>
                </a:lnTo>
                <a:close/>
              </a:path>
              <a:path w="42544" h="34289">
                <a:moveTo>
                  <a:pt x="25483" y="238"/>
                </a:moveTo>
                <a:lnTo>
                  <a:pt x="18414" y="507"/>
                </a:lnTo>
                <a:lnTo>
                  <a:pt x="18542" y="507"/>
                </a:lnTo>
                <a:lnTo>
                  <a:pt x="15367" y="1524"/>
                </a:lnTo>
                <a:lnTo>
                  <a:pt x="12827" y="3301"/>
                </a:lnTo>
                <a:lnTo>
                  <a:pt x="9143" y="5714"/>
                </a:lnTo>
                <a:lnTo>
                  <a:pt x="7239" y="7238"/>
                </a:lnTo>
                <a:lnTo>
                  <a:pt x="5206" y="9398"/>
                </a:lnTo>
                <a:lnTo>
                  <a:pt x="3667" y="11671"/>
                </a:lnTo>
                <a:lnTo>
                  <a:pt x="4881" y="12657"/>
                </a:lnTo>
                <a:lnTo>
                  <a:pt x="4823" y="12432"/>
                </a:lnTo>
                <a:lnTo>
                  <a:pt x="4572" y="12064"/>
                </a:lnTo>
                <a:lnTo>
                  <a:pt x="40546" y="12064"/>
                </a:lnTo>
                <a:lnTo>
                  <a:pt x="39863" y="9398"/>
                </a:lnTo>
                <a:lnTo>
                  <a:pt x="38735" y="5206"/>
                </a:lnTo>
                <a:lnTo>
                  <a:pt x="32766" y="507"/>
                </a:lnTo>
                <a:lnTo>
                  <a:pt x="25483" y="238"/>
                </a:lnTo>
                <a:close/>
              </a:path>
              <a:path w="42544" h="34289">
                <a:moveTo>
                  <a:pt x="7876" y="3029"/>
                </a:moveTo>
                <a:lnTo>
                  <a:pt x="2558" y="3937"/>
                </a:lnTo>
                <a:lnTo>
                  <a:pt x="1905" y="3937"/>
                </a:lnTo>
                <a:lnTo>
                  <a:pt x="476" y="5206"/>
                </a:lnTo>
                <a:lnTo>
                  <a:pt x="692" y="5206"/>
                </a:lnTo>
                <a:lnTo>
                  <a:pt x="0" y="7747"/>
                </a:lnTo>
                <a:lnTo>
                  <a:pt x="508" y="9143"/>
                </a:lnTo>
                <a:lnTo>
                  <a:pt x="1650" y="10032"/>
                </a:lnTo>
                <a:lnTo>
                  <a:pt x="3667" y="11671"/>
                </a:lnTo>
                <a:lnTo>
                  <a:pt x="5206" y="9398"/>
                </a:lnTo>
                <a:lnTo>
                  <a:pt x="7239" y="7238"/>
                </a:lnTo>
                <a:lnTo>
                  <a:pt x="9143" y="5714"/>
                </a:lnTo>
                <a:lnTo>
                  <a:pt x="12827" y="3301"/>
                </a:lnTo>
                <a:lnTo>
                  <a:pt x="7159" y="3301"/>
                </a:lnTo>
                <a:lnTo>
                  <a:pt x="7876" y="3029"/>
                </a:lnTo>
                <a:close/>
              </a:path>
              <a:path w="42544" h="34289">
                <a:moveTo>
                  <a:pt x="32512" y="0"/>
                </a:moveTo>
                <a:lnTo>
                  <a:pt x="25483" y="238"/>
                </a:lnTo>
                <a:lnTo>
                  <a:pt x="32766" y="507"/>
                </a:lnTo>
                <a:lnTo>
                  <a:pt x="38735" y="5206"/>
                </a:lnTo>
                <a:lnTo>
                  <a:pt x="39794" y="9143"/>
                </a:lnTo>
                <a:lnTo>
                  <a:pt x="39863" y="9398"/>
                </a:lnTo>
                <a:lnTo>
                  <a:pt x="39928" y="9143"/>
                </a:lnTo>
                <a:lnTo>
                  <a:pt x="39135" y="5714"/>
                </a:lnTo>
                <a:lnTo>
                  <a:pt x="39018" y="5206"/>
                </a:lnTo>
                <a:lnTo>
                  <a:pt x="39150" y="5206"/>
                </a:lnTo>
                <a:lnTo>
                  <a:pt x="32512" y="0"/>
                </a:lnTo>
                <a:close/>
              </a:path>
              <a:path w="42544" h="34289">
                <a:moveTo>
                  <a:pt x="17906" y="0"/>
                </a:moveTo>
                <a:lnTo>
                  <a:pt x="12954" y="1015"/>
                </a:lnTo>
                <a:lnTo>
                  <a:pt x="11753" y="1524"/>
                </a:lnTo>
                <a:lnTo>
                  <a:pt x="10160" y="2158"/>
                </a:lnTo>
                <a:lnTo>
                  <a:pt x="9652" y="2412"/>
                </a:lnTo>
                <a:lnTo>
                  <a:pt x="9493" y="2412"/>
                </a:lnTo>
                <a:lnTo>
                  <a:pt x="7159" y="3301"/>
                </a:lnTo>
                <a:lnTo>
                  <a:pt x="6985" y="3301"/>
                </a:lnTo>
                <a:lnTo>
                  <a:pt x="8076" y="3029"/>
                </a:lnTo>
                <a:lnTo>
                  <a:pt x="13216" y="3029"/>
                </a:lnTo>
                <a:lnTo>
                  <a:pt x="14097" y="2412"/>
                </a:lnTo>
                <a:lnTo>
                  <a:pt x="9652" y="2412"/>
                </a:lnTo>
                <a:lnTo>
                  <a:pt x="10252" y="2158"/>
                </a:lnTo>
                <a:lnTo>
                  <a:pt x="14459" y="2158"/>
                </a:lnTo>
                <a:lnTo>
                  <a:pt x="15367" y="1524"/>
                </a:lnTo>
                <a:lnTo>
                  <a:pt x="18542" y="507"/>
                </a:lnTo>
                <a:lnTo>
                  <a:pt x="18414" y="507"/>
                </a:lnTo>
                <a:lnTo>
                  <a:pt x="25428" y="238"/>
                </a:lnTo>
                <a:lnTo>
                  <a:pt x="26420" y="238"/>
                </a:lnTo>
                <a:lnTo>
                  <a:pt x="17906" y="0"/>
                </a:lnTo>
                <a:close/>
              </a:path>
              <a:path w="42544" h="34289">
                <a:moveTo>
                  <a:pt x="13216" y="3029"/>
                </a:moveTo>
                <a:lnTo>
                  <a:pt x="8076" y="3029"/>
                </a:lnTo>
                <a:lnTo>
                  <a:pt x="6985" y="3301"/>
                </a:lnTo>
                <a:lnTo>
                  <a:pt x="12827" y="3301"/>
                </a:lnTo>
                <a:lnTo>
                  <a:pt x="13216" y="3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09875" y="2454275"/>
            <a:ext cx="694453" cy="16128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52291" y="2394457"/>
            <a:ext cx="204489" cy="24383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42378" y="2455545"/>
            <a:ext cx="157625" cy="20573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40944" y="2472054"/>
            <a:ext cx="440969" cy="18415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816989" y="2462529"/>
            <a:ext cx="232791" cy="22161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27757" y="2448179"/>
            <a:ext cx="143224" cy="20916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652646" y="2456942"/>
            <a:ext cx="184912" cy="28587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66446" y="3151123"/>
            <a:ext cx="254831" cy="22352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88898" y="3169030"/>
            <a:ext cx="133934" cy="21742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56119" y="3165855"/>
            <a:ext cx="466632" cy="16002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62201" y="3172332"/>
            <a:ext cx="160528" cy="19812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103573" y="3158617"/>
            <a:ext cx="159312" cy="17526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2361692" y="3158235"/>
            <a:ext cx="222885" cy="169545"/>
            <a:chOff x="2361692" y="3158235"/>
            <a:chExt cx="222885" cy="169545"/>
          </a:xfrm>
        </p:grpSpPr>
        <p:sp>
          <p:nvSpPr>
            <p:cNvPr id="41" name="object 41"/>
            <p:cNvSpPr/>
            <p:nvPr/>
          </p:nvSpPr>
          <p:spPr>
            <a:xfrm>
              <a:off x="2361692" y="3158235"/>
              <a:ext cx="27940" cy="40640"/>
            </a:xfrm>
            <a:custGeom>
              <a:avLst/>
              <a:gdLst/>
              <a:ahLst/>
              <a:cxnLst/>
              <a:rect l="l" t="t" r="r" b="b"/>
              <a:pathLst>
                <a:path w="27939" h="40639">
                  <a:moveTo>
                    <a:pt x="9270" y="0"/>
                  </a:moveTo>
                  <a:lnTo>
                    <a:pt x="2158" y="3555"/>
                  </a:lnTo>
                  <a:lnTo>
                    <a:pt x="0" y="7112"/>
                  </a:lnTo>
                  <a:lnTo>
                    <a:pt x="0" y="13588"/>
                  </a:lnTo>
                  <a:lnTo>
                    <a:pt x="709" y="17017"/>
                  </a:lnTo>
                  <a:lnTo>
                    <a:pt x="762" y="17272"/>
                  </a:lnTo>
                  <a:lnTo>
                    <a:pt x="1676" y="19507"/>
                  </a:lnTo>
                  <a:lnTo>
                    <a:pt x="1801" y="19812"/>
                  </a:lnTo>
                  <a:lnTo>
                    <a:pt x="1905" y="20065"/>
                  </a:lnTo>
                  <a:lnTo>
                    <a:pt x="2286" y="20827"/>
                  </a:lnTo>
                  <a:lnTo>
                    <a:pt x="3198" y="22478"/>
                  </a:lnTo>
                  <a:lnTo>
                    <a:pt x="3301" y="22605"/>
                  </a:lnTo>
                  <a:lnTo>
                    <a:pt x="4825" y="25908"/>
                  </a:lnTo>
                  <a:lnTo>
                    <a:pt x="4825" y="26162"/>
                  </a:lnTo>
                  <a:lnTo>
                    <a:pt x="7238" y="30861"/>
                  </a:lnTo>
                  <a:lnTo>
                    <a:pt x="11556" y="39115"/>
                  </a:lnTo>
                  <a:lnTo>
                    <a:pt x="14605" y="40259"/>
                  </a:lnTo>
                  <a:lnTo>
                    <a:pt x="17271" y="39369"/>
                  </a:lnTo>
                  <a:lnTo>
                    <a:pt x="19938" y="38353"/>
                  </a:lnTo>
                  <a:lnTo>
                    <a:pt x="21462" y="35560"/>
                  </a:lnTo>
                  <a:lnTo>
                    <a:pt x="20827" y="32892"/>
                  </a:lnTo>
                  <a:lnTo>
                    <a:pt x="19631" y="26909"/>
                  </a:lnTo>
                  <a:lnTo>
                    <a:pt x="19559" y="26550"/>
                  </a:lnTo>
                  <a:lnTo>
                    <a:pt x="19446" y="26162"/>
                  </a:lnTo>
                  <a:lnTo>
                    <a:pt x="19009" y="23113"/>
                  </a:lnTo>
                  <a:lnTo>
                    <a:pt x="18904" y="22478"/>
                  </a:lnTo>
                  <a:lnTo>
                    <a:pt x="18859" y="20827"/>
                  </a:lnTo>
                  <a:lnTo>
                    <a:pt x="18541" y="20827"/>
                  </a:lnTo>
                  <a:lnTo>
                    <a:pt x="18650" y="20065"/>
                  </a:lnTo>
                  <a:lnTo>
                    <a:pt x="18687" y="19812"/>
                  </a:lnTo>
                  <a:lnTo>
                    <a:pt x="12953" y="19812"/>
                  </a:lnTo>
                  <a:lnTo>
                    <a:pt x="17437" y="17997"/>
                  </a:lnTo>
                  <a:lnTo>
                    <a:pt x="20193" y="13588"/>
                  </a:lnTo>
                  <a:lnTo>
                    <a:pt x="27065" y="13588"/>
                  </a:lnTo>
                  <a:lnTo>
                    <a:pt x="25018" y="10160"/>
                  </a:lnTo>
                  <a:lnTo>
                    <a:pt x="23621" y="8636"/>
                  </a:lnTo>
                  <a:lnTo>
                    <a:pt x="18033" y="4063"/>
                  </a:lnTo>
                  <a:lnTo>
                    <a:pt x="17906" y="3810"/>
                  </a:lnTo>
                  <a:lnTo>
                    <a:pt x="16509" y="2793"/>
                  </a:lnTo>
                  <a:lnTo>
                    <a:pt x="13462" y="380"/>
                  </a:lnTo>
                  <a:lnTo>
                    <a:pt x="9270" y="0"/>
                  </a:lnTo>
                  <a:close/>
                </a:path>
                <a:path w="27939" h="40639">
                  <a:moveTo>
                    <a:pt x="18832" y="20065"/>
                  </a:moveTo>
                  <a:lnTo>
                    <a:pt x="18541" y="20827"/>
                  </a:lnTo>
                  <a:lnTo>
                    <a:pt x="18859" y="20827"/>
                  </a:lnTo>
                  <a:lnTo>
                    <a:pt x="18832" y="20065"/>
                  </a:lnTo>
                  <a:close/>
                </a:path>
                <a:path w="27939" h="40639">
                  <a:moveTo>
                    <a:pt x="17437" y="17997"/>
                  </a:moveTo>
                  <a:lnTo>
                    <a:pt x="12953" y="19812"/>
                  </a:lnTo>
                  <a:lnTo>
                    <a:pt x="18730" y="19507"/>
                  </a:lnTo>
                  <a:lnTo>
                    <a:pt x="18777" y="19176"/>
                  </a:lnTo>
                  <a:lnTo>
                    <a:pt x="18908" y="19176"/>
                  </a:lnTo>
                  <a:lnTo>
                    <a:pt x="19021" y="18668"/>
                  </a:lnTo>
                  <a:lnTo>
                    <a:pt x="17018" y="18668"/>
                  </a:lnTo>
                  <a:lnTo>
                    <a:pt x="17437" y="17997"/>
                  </a:lnTo>
                  <a:close/>
                </a:path>
                <a:path w="27939" h="40639">
                  <a:moveTo>
                    <a:pt x="18730" y="19507"/>
                  </a:moveTo>
                  <a:lnTo>
                    <a:pt x="12953" y="19812"/>
                  </a:lnTo>
                  <a:lnTo>
                    <a:pt x="18687" y="19812"/>
                  </a:lnTo>
                  <a:lnTo>
                    <a:pt x="18730" y="19507"/>
                  </a:lnTo>
                  <a:close/>
                </a:path>
                <a:path w="27939" h="40639">
                  <a:moveTo>
                    <a:pt x="27065" y="13588"/>
                  </a:moveTo>
                  <a:lnTo>
                    <a:pt x="20193" y="13588"/>
                  </a:lnTo>
                  <a:lnTo>
                    <a:pt x="19557" y="16001"/>
                  </a:lnTo>
                  <a:lnTo>
                    <a:pt x="19354" y="17017"/>
                  </a:lnTo>
                  <a:lnTo>
                    <a:pt x="19303" y="17272"/>
                  </a:lnTo>
                  <a:lnTo>
                    <a:pt x="19227" y="17652"/>
                  </a:lnTo>
                  <a:lnTo>
                    <a:pt x="19100" y="18287"/>
                  </a:lnTo>
                  <a:lnTo>
                    <a:pt x="19021" y="18668"/>
                  </a:lnTo>
                  <a:lnTo>
                    <a:pt x="18908" y="19176"/>
                  </a:lnTo>
                  <a:lnTo>
                    <a:pt x="18835" y="19507"/>
                  </a:lnTo>
                  <a:lnTo>
                    <a:pt x="19076" y="19507"/>
                  </a:lnTo>
                  <a:lnTo>
                    <a:pt x="23875" y="19176"/>
                  </a:lnTo>
                  <a:lnTo>
                    <a:pt x="24934" y="19176"/>
                  </a:lnTo>
                  <a:lnTo>
                    <a:pt x="26415" y="18287"/>
                  </a:lnTo>
                  <a:lnTo>
                    <a:pt x="27050" y="17017"/>
                  </a:lnTo>
                  <a:lnTo>
                    <a:pt x="27502" y="16001"/>
                  </a:lnTo>
                  <a:lnTo>
                    <a:pt x="27558" y="14477"/>
                  </a:lnTo>
                  <a:lnTo>
                    <a:pt x="27065" y="13588"/>
                  </a:lnTo>
                  <a:close/>
                </a:path>
                <a:path w="27939" h="40639">
                  <a:moveTo>
                    <a:pt x="18287" y="17652"/>
                  </a:moveTo>
                  <a:lnTo>
                    <a:pt x="17437" y="17997"/>
                  </a:lnTo>
                  <a:lnTo>
                    <a:pt x="17018" y="18668"/>
                  </a:lnTo>
                  <a:lnTo>
                    <a:pt x="18287" y="17652"/>
                  </a:lnTo>
                  <a:close/>
                </a:path>
                <a:path w="27939" h="40639">
                  <a:moveTo>
                    <a:pt x="19227" y="17652"/>
                  </a:moveTo>
                  <a:lnTo>
                    <a:pt x="18287" y="17652"/>
                  </a:lnTo>
                  <a:lnTo>
                    <a:pt x="17018" y="18668"/>
                  </a:lnTo>
                  <a:lnTo>
                    <a:pt x="19024" y="18668"/>
                  </a:lnTo>
                  <a:lnTo>
                    <a:pt x="19100" y="18287"/>
                  </a:lnTo>
                  <a:lnTo>
                    <a:pt x="19227" y="17652"/>
                  </a:lnTo>
                  <a:close/>
                </a:path>
                <a:path w="27939" h="40639">
                  <a:moveTo>
                    <a:pt x="20193" y="13588"/>
                  </a:moveTo>
                  <a:lnTo>
                    <a:pt x="17437" y="17997"/>
                  </a:lnTo>
                  <a:lnTo>
                    <a:pt x="18287" y="17652"/>
                  </a:lnTo>
                  <a:lnTo>
                    <a:pt x="19227" y="17652"/>
                  </a:lnTo>
                  <a:lnTo>
                    <a:pt x="19557" y="16001"/>
                  </a:lnTo>
                  <a:lnTo>
                    <a:pt x="19684" y="15366"/>
                  </a:lnTo>
                  <a:lnTo>
                    <a:pt x="19959" y="14477"/>
                  </a:lnTo>
                  <a:lnTo>
                    <a:pt x="20193" y="13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430526" y="3167760"/>
              <a:ext cx="153543" cy="160019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2637917" y="3310128"/>
            <a:ext cx="49530" cy="40640"/>
          </a:xfrm>
          <a:custGeom>
            <a:avLst/>
            <a:gdLst/>
            <a:ahLst/>
            <a:cxnLst/>
            <a:rect l="l" t="t" r="r" b="b"/>
            <a:pathLst>
              <a:path w="49530" h="40639">
                <a:moveTo>
                  <a:pt x="2625" y="15726"/>
                </a:moveTo>
                <a:lnTo>
                  <a:pt x="18033" y="35813"/>
                </a:lnTo>
                <a:lnTo>
                  <a:pt x="20193" y="37464"/>
                </a:lnTo>
                <a:lnTo>
                  <a:pt x="22859" y="38608"/>
                </a:lnTo>
                <a:lnTo>
                  <a:pt x="25653" y="39116"/>
                </a:lnTo>
                <a:lnTo>
                  <a:pt x="32384" y="40259"/>
                </a:lnTo>
                <a:lnTo>
                  <a:pt x="36194" y="39750"/>
                </a:lnTo>
                <a:lnTo>
                  <a:pt x="39496" y="38100"/>
                </a:lnTo>
                <a:lnTo>
                  <a:pt x="41147" y="37211"/>
                </a:lnTo>
                <a:lnTo>
                  <a:pt x="46481" y="34544"/>
                </a:lnTo>
                <a:lnTo>
                  <a:pt x="49530" y="28956"/>
                </a:lnTo>
                <a:lnTo>
                  <a:pt x="49021" y="22987"/>
                </a:lnTo>
                <a:lnTo>
                  <a:pt x="48894" y="21209"/>
                </a:lnTo>
                <a:lnTo>
                  <a:pt x="48803" y="20320"/>
                </a:lnTo>
                <a:lnTo>
                  <a:pt x="5714" y="20320"/>
                </a:lnTo>
                <a:lnTo>
                  <a:pt x="3047" y="16637"/>
                </a:lnTo>
                <a:lnTo>
                  <a:pt x="2625" y="15726"/>
                </a:lnTo>
                <a:close/>
              </a:path>
              <a:path w="49530" h="40639">
                <a:moveTo>
                  <a:pt x="4571" y="8127"/>
                </a:moveTo>
                <a:lnTo>
                  <a:pt x="2412" y="12826"/>
                </a:lnTo>
                <a:lnTo>
                  <a:pt x="2515" y="14224"/>
                </a:lnTo>
                <a:lnTo>
                  <a:pt x="2625" y="15726"/>
                </a:lnTo>
                <a:lnTo>
                  <a:pt x="3047" y="16637"/>
                </a:lnTo>
                <a:lnTo>
                  <a:pt x="5714" y="20320"/>
                </a:lnTo>
                <a:lnTo>
                  <a:pt x="4691" y="9398"/>
                </a:lnTo>
                <a:lnTo>
                  <a:pt x="4571" y="8127"/>
                </a:lnTo>
                <a:close/>
              </a:path>
              <a:path w="49530" h="40639">
                <a:moveTo>
                  <a:pt x="41859" y="8127"/>
                </a:moveTo>
                <a:lnTo>
                  <a:pt x="4571" y="8127"/>
                </a:lnTo>
                <a:lnTo>
                  <a:pt x="5714" y="20320"/>
                </a:lnTo>
                <a:lnTo>
                  <a:pt x="48803" y="20320"/>
                </a:lnTo>
                <a:lnTo>
                  <a:pt x="48566" y="18034"/>
                </a:lnTo>
                <a:lnTo>
                  <a:pt x="48513" y="17525"/>
                </a:lnTo>
                <a:lnTo>
                  <a:pt x="47116" y="14224"/>
                </a:lnTo>
                <a:lnTo>
                  <a:pt x="44703" y="11430"/>
                </a:lnTo>
                <a:lnTo>
                  <a:pt x="42671" y="9144"/>
                </a:lnTo>
                <a:lnTo>
                  <a:pt x="41859" y="8127"/>
                </a:lnTo>
                <a:close/>
              </a:path>
              <a:path w="49530" h="40639">
                <a:moveTo>
                  <a:pt x="12609" y="508"/>
                </a:moveTo>
                <a:lnTo>
                  <a:pt x="8974" y="508"/>
                </a:lnTo>
                <a:lnTo>
                  <a:pt x="3386" y="1270"/>
                </a:lnTo>
                <a:lnTo>
                  <a:pt x="4134" y="1270"/>
                </a:lnTo>
                <a:lnTo>
                  <a:pt x="2666" y="2286"/>
                </a:lnTo>
                <a:lnTo>
                  <a:pt x="1524" y="3810"/>
                </a:lnTo>
                <a:lnTo>
                  <a:pt x="381" y="5461"/>
                </a:lnTo>
                <a:lnTo>
                  <a:pt x="47" y="7238"/>
                </a:lnTo>
                <a:lnTo>
                  <a:pt x="0" y="7493"/>
                </a:lnTo>
                <a:lnTo>
                  <a:pt x="888" y="10922"/>
                </a:lnTo>
                <a:lnTo>
                  <a:pt x="1337" y="12826"/>
                </a:lnTo>
                <a:lnTo>
                  <a:pt x="1396" y="13081"/>
                </a:lnTo>
                <a:lnTo>
                  <a:pt x="2625" y="15726"/>
                </a:lnTo>
                <a:lnTo>
                  <a:pt x="2515" y="14224"/>
                </a:lnTo>
                <a:lnTo>
                  <a:pt x="2412" y="12826"/>
                </a:lnTo>
                <a:lnTo>
                  <a:pt x="4571" y="8127"/>
                </a:lnTo>
                <a:lnTo>
                  <a:pt x="41859" y="8127"/>
                </a:lnTo>
                <a:lnTo>
                  <a:pt x="41147" y="7238"/>
                </a:lnTo>
                <a:lnTo>
                  <a:pt x="39243" y="5842"/>
                </a:lnTo>
                <a:lnTo>
                  <a:pt x="38043" y="5207"/>
                </a:lnTo>
                <a:lnTo>
                  <a:pt x="6476" y="5207"/>
                </a:lnTo>
                <a:lnTo>
                  <a:pt x="9412" y="1905"/>
                </a:lnTo>
                <a:lnTo>
                  <a:pt x="9525" y="1777"/>
                </a:lnTo>
                <a:lnTo>
                  <a:pt x="12609" y="508"/>
                </a:lnTo>
                <a:close/>
              </a:path>
              <a:path w="49530" h="40639">
                <a:moveTo>
                  <a:pt x="13843" y="0"/>
                </a:moveTo>
                <a:lnTo>
                  <a:pt x="9525" y="1777"/>
                </a:lnTo>
                <a:lnTo>
                  <a:pt x="6476" y="5207"/>
                </a:lnTo>
                <a:lnTo>
                  <a:pt x="18160" y="1524"/>
                </a:lnTo>
                <a:lnTo>
                  <a:pt x="13715" y="508"/>
                </a:lnTo>
                <a:lnTo>
                  <a:pt x="18414" y="508"/>
                </a:lnTo>
                <a:lnTo>
                  <a:pt x="13843" y="0"/>
                </a:lnTo>
                <a:close/>
              </a:path>
              <a:path w="49530" h="40639">
                <a:moveTo>
                  <a:pt x="18414" y="508"/>
                </a:moveTo>
                <a:lnTo>
                  <a:pt x="13715" y="508"/>
                </a:lnTo>
                <a:lnTo>
                  <a:pt x="18160" y="1524"/>
                </a:lnTo>
                <a:lnTo>
                  <a:pt x="6476" y="5207"/>
                </a:lnTo>
                <a:lnTo>
                  <a:pt x="38043" y="5207"/>
                </a:lnTo>
                <a:lnTo>
                  <a:pt x="37083" y="4699"/>
                </a:lnTo>
                <a:lnTo>
                  <a:pt x="34416" y="3429"/>
                </a:lnTo>
                <a:lnTo>
                  <a:pt x="30225" y="1905"/>
                </a:lnTo>
                <a:lnTo>
                  <a:pt x="27050" y="1270"/>
                </a:lnTo>
                <a:lnTo>
                  <a:pt x="23875" y="888"/>
                </a:lnTo>
                <a:lnTo>
                  <a:pt x="22225" y="888"/>
                </a:lnTo>
                <a:lnTo>
                  <a:pt x="18414" y="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815082" y="3129152"/>
            <a:ext cx="595715" cy="16128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666363" y="3061080"/>
            <a:ext cx="200278" cy="276098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4330827" y="1058163"/>
            <a:ext cx="447675" cy="2933700"/>
          </a:xfrm>
          <a:custGeom>
            <a:avLst/>
            <a:gdLst/>
            <a:ahLst/>
            <a:cxnLst/>
            <a:rect l="l" t="t" r="r" b="b"/>
            <a:pathLst>
              <a:path w="447675" h="2933700">
                <a:moveTo>
                  <a:pt x="355473" y="2921000"/>
                </a:moveTo>
                <a:lnTo>
                  <a:pt x="225425" y="2921000"/>
                </a:lnTo>
                <a:lnTo>
                  <a:pt x="237362" y="2933700"/>
                </a:lnTo>
                <a:lnTo>
                  <a:pt x="348488" y="2933700"/>
                </a:lnTo>
                <a:lnTo>
                  <a:pt x="355473" y="2921000"/>
                </a:lnTo>
                <a:close/>
              </a:path>
              <a:path w="447675" h="2933700">
                <a:moveTo>
                  <a:pt x="378840" y="2908300"/>
                </a:moveTo>
                <a:lnTo>
                  <a:pt x="197738" y="2908300"/>
                </a:lnTo>
                <a:lnTo>
                  <a:pt x="211074" y="2921000"/>
                </a:lnTo>
                <a:lnTo>
                  <a:pt x="377951" y="2921000"/>
                </a:lnTo>
                <a:lnTo>
                  <a:pt x="378840" y="2908300"/>
                </a:lnTo>
                <a:close/>
              </a:path>
              <a:path w="447675" h="2933700">
                <a:moveTo>
                  <a:pt x="232028" y="2895600"/>
                </a:moveTo>
                <a:lnTo>
                  <a:pt x="178943" y="2895600"/>
                </a:lnTo>
                <a:lnTo>
                  <a:pt x="196596" y="2908300"/>
                </a:lnTo>
                <a:lnTo>
                  <a:pt x="245237" y="2908300"/>
                </a:lnTo>
                <a:lnTo>
                  <a:pt x="232028" y="2895600"/>
                </a:lnTo>
                <a:close/>
              </a:path>
              <a:path w="447675" h="2933700">
                <a:moveTo>
                  <a:pt x="399034" y="2895600"/>
                </a:moveTo>
                <a:lnTo>
                  <a:pt x="302640" y="2895600"/>
                </a:lnTo>
                <a:lnTo>
                  <a:pt x="292100" y="2908300"/>
                </a:lnTo>
                <a:lnTo>
                  <a:pt x="393446" y="2908300"/>
                </a:lnTo>
                <a:lnTo>
                  <a:pt x="399034" y="2895600"/>
                </a:lnTo>
                <a:close/>
              </a:path>
              <a:path w="447675" h="2933700">
                <a:moveTo>
                  <a:pt x="148844" y="2832100"/>
                </a:moveTo>
                <a:lnTo>
                  <a:pt x="140588" y="2832100"/>
                </a:lnTo>
                <a:lnTo>
                  <a:pt x="140208" y="2844800"/>
                </a:lnTo>
                <a:lnTo>
                  <a:pt x="141732" y="2844800"/>
                </a:lnTo>
                <a:lnTo>
                  <a:pt x="161925" y="2870200"/>
                </a:lnTo>
                <a:lnTo>
                  <a:pt x="178053" y="2895600"/>
                </a:lnTo>
                <a:lnTo>
                  <a:pt x="207772" y="2895600"/>
                </a:lnTo>
                <a:lnTo>
                  <a:pt x="188213" y="2882900"/>
                </a:lnTo>
                <a:lnTo>
                  <a:pt x="189484" y="2882900"/>
                </a:lnTo>
                <a:lnTo>
                  <a:pt x="171196" y="2857500"/>
                </a:lnTo>
                <a:lnTo>
                  <a:pt x="148844" y="2832100"/>
                </a:lnTo>
                <a:close/>
              </a:path>
              <a:path w="447675" h="2933700">
                <a:moveTo>
                  <a:pt x="411352" y="2882900"/>
                </a:moveTo>
                <a:lnTo>
                  <a:pt x="347345" y="2882900"/>
                </a:lnTo>
                <a:lnTo>
                  <a:pt x="340613" y="2895600"/>
                </a:lnTo>
                <a:lnTo>
                  <a:pt x="406273" y="2895600"/>
                </a:lnTo>
                <a:lnTo>
                  <a:pt x="411352" y="2882900"/>
                </a:lnTo>
                <a:close/>
              </a:path>
              <a:path w="447675" h="2933700">
                <a:moveTo>
                  <a:pt x="422528" y="2870200"/>
                </a:moveTo>
                <a:lnTo>
                  <a:pt x="369697" y="2870200"/>
                </a:lnTo>
                <a:lnTo>
                  <a:pt x="363727" y="2882900"/>
                </a:lnTo>
                <a:lnTo>
                  <a:pt x="417957" y="2882900"/>
                </a:lnTo>
                <a:lnTo>
                  <a:pt x="422528" y="2870200"/>
                </a:lnTo>
                <a:close/>
              </a:path>
              <a:path w="447675" h="2933700">
                <a:moveTo>
                  <a:pt x="427355" y="2857500"/>
                </a:moveTo>
                <a:lnTo>
                  <a:pt x="383539" y="2857500"/>
                </a:lnTo>
                <a:lnTo>
                  <a:pt x="378460" y="2870200"/>
                </a:lnTo>
                <a:lnTo>
                  <a:pt x="423163" y="2870200"/>
                </a:lnTo>
                <a:lnTo>
                  <a:pt x="427355" y="2857500"/>
                </a:lnTo>
                <a:close/>
              </a:path>
              <a:path w="447675" h="2933700">
                <a:moveTo>
                  <a:pt x="435101" y="2844800"/>
                </a:moveTo>
                <a:lnTo>
                  <a:pt x="391668" y="2844800"/>
                </a:lnTo>
                <a:lnTo>
                  <a:pt x="387096" y="2857500"/>
                </a:lnTo>
                <a:lnTo>
                  <a:pt x="431546" y="2857500"/>
                </a:lnTo>
                <a:lnTo>
                  <a:pt x="435101" y="2844800"/>
                </a:lnTo>
                <a:close/>
              </a:path>
              <a:path w="447675" h="2933700">
                <a:moveTo>
                  <a:pt x="398399" y="2832100"/>
                </a:moveTo>
                <a:lnTo>
                  <a:pt x="394715" y="2844800"/>
                </a:lnTo>
                <a:lnTo>
                  <a:pt x="397890" y="2844800"/>
                </a:lnTo>
                <a:lnTo>
                  <a:pt x="398399" y="2832100"/>
                </a:lnTo>
                <a:close/>
              </a:path>
              <a:path w="447675" h="2933700">
                <a:moveTo>
                  <a:pt x="440436" y="2832100"/>
                </a:moveTo>
                <a:lnTo>
                  <a:pt x="400685" y="2832100"/>
                </a:lnTo>
                <a:lnTo>
                  <a:pt x="397890" y="2844800"/>
                </a:lnTo>
                <a:lnTo>
                  <a:pt x="438023" y="2844800"/>
                </a:lnTo>
                <a:lnTo>
                  <a:pt x="440436" y="2832100"/>
                </a:lnTo>
                <a:close/>
              </a:path>
              <a:path w="447675" h="2933700">
                <a:moveTo>
                  <a:pt x="442340" y="2819400"/>
                </a:moveTo>
                <a:lnTo>
                  <a:pt x="405130" y="2819400"/>
                </a:lnTo>
                <a:lnTo>
                  <a:pt x="402717" y="2832100"/>
                </a:lnTo>
                <a:lnTo>
                  <a:pt x="440689" y="2832100"/>
                </a:lnTo>
                <a:lnTo>
                  <a:pt x="442340" y="2819400"/>
                </a:lnTo>
                <a:close/>
              </a:path>
              <a:path w="447675" h="2933700">
                <a:moveTo>
                  <a:pt x="446024" y="2743200"/>
                </a:moveTo>
                <a:lnTo>
                  <a:pt x="409575" y="2743200"/>
                </a:lnTo>
                <a:lnTo>
                  <a:pt x="410337" y="2755900"/>
                </a:lnTo>
                <a:lnTo>
                  <a:pt x="410590" y="2768600"/>
                </a:lnTo>
                <a:lnTo>
                  <a:pt x="410590" y="2781300"/>
                </a:lnTo>
                <a:lnTo>
                  <a:pt x="410337" y="2781300"/>
                </a:lnTo>
                <a:lnTo>
                  <a:pt x="409828" y="2794000"/>
                </a:lnTo>
                <a:lnTo>
                  <a:pt x="408939" y="2806700"/>
                </a:lnTo>
                <a:lnTo>
                  <a:pt x="408177" y="2806700"/>
                </a:lnTo>
                <a:lnTo>
                  <a:pt x="406400" y="2819400"/>
                </a:lnTo>
                <a:lnTo>
                  <a:pt x="444500" y="2819400"/>
                </a:lnTo>
                <a:lnTo>
                  <a:pt x="446532" y="2794000"/>
                </a:lnTo>
                <a:lnTo>
                  <a:pt x="447039" y="2794000"/>
                </a:lnTo>
                <a:lnTo>
                  <a:pt x="447294" y="2781300"/>
                </a:lnTo>
                <a:lnTo>
                  <a:pt x="447294" y="2768600"/>
                </a:lnTo>
                <a:lnTo>
                  <a:pt x="446786" y="2755900"/>
                </a:lnTo>
                <a:lnTo>
                  <a:pt x="446024" y="2743200"/>
                </a:lnTo>
                <a:close/>
              </a:path>
              <a:path w="447675" h="2933700">
                <a:moveTo>
                  <a:pt x="250062" y="1308100"/>
                </a:moveTo>
                <a:lnTo>
                  <a:pt x="216026" y="1308100"/>
                </a:lnTo>
                <a:lnTo>
                  <a:pt x="214249" y="1320800"/>
                </a:lnTo>
                <a:lnTo>
                  <a:pt x="212851" y="1333500"/>
                </a:lnTo>
                <a:lnTo>
                  <a:pt x="211582" y="1333500"/>
                </a:lnTo>
                <a:lnTo>
                  <a:pt x="210058" y="1346200"/>
                </a:lnTo>
                <a:lnTo>
                  <a:pt x="209042" y="1358900"/>
                </a:lnTo>
                <a:lnTo>
                  <a:pt x="207899" y="1371600"/>
                </a:lnTo>
                <a:lnTo>
                  <a:pt x="207010" y="1371600"/>
                </a:lnTo>
                <a:lnTo>
                  <a:pt x="206121" y="1384300"/>
                </a:lnTo>
                <a:lnTo>
                  <a:pt x="205359" y="1397000"/>
                </a:lnTo>
                <a:lnTo>
                  <a:pt x="204088" y="1422400"/>
                </a:lnTo>
                <a:lnTo>
                  <a:pt x="203581" y="1422400"/>
                </a:lnTo>
                <a:lnTo>
                  <a:pt x="203073" y="1435100"/>
                </a:lnTo>
                <a:lnTo>
                  <a:pt x="202692" y="1447800"/>
                </a:lnTo>
                <a:lnTo>
                  <a:pt x="202184" y="1473200"/>
                </a:lnTo>
                <a:lnTo>
                  <a:pt x="202057" y="1524000"/>
                </a:lnTo>
                <a:lnTo>
                  <a:pt x="202311" y="1536700"/>
                </a:lnTo>
                <a:lnTo>
                  <a:pt x="204977" y="1600200"/>
                </a:lnTo>
                <a:lnTo>
                  <a:pt x="208787" y="1651000"/>
                </a:lnTo>
                <a:lnTo>
                  <a:pt x="210058" y="1663700"/>
                </a:lnTo>
                <a:lnTo>
                  <a:pt x="211200" y="1676400"/>
                </a:lnTo>
                <a:lnTo>
                  <a:pt x="213995" y="1701800"/>
                </a:lnTo>
                <a:lnTo>
                  <a:pt x="215264" y="1714500"/>
                </a:lnTo>
                <a:lnTo>
                  <a:pt x="218694" y="1739900"/>
                </a:lnTo>
                <a:lnTo>
                  <a:pt x="222503" y="1765300"/>
                </a:lnTo>
                <a:lnTo>
                  <a:pt x="222631" y="1765300"/>
                </a:lnTo>
                <a:lnTo>
                  <a:pt x="224536" y="1778000"/>
                </a:lnTo>
                <a:lnTo>
                  <a:pt x="226568" y="1803400"/>
                </a:lnTo>
                <a:lnTo>
                  <a:pt x="228726" y="1816100"/>
                </a:lnTo>
                <a:lnTo>
                  <a:pt x="234823" y="1854200"/>
                </a:lnTo>
                <a:lnTo>
                  <a:pt x="239395" y="1879600"/>
                </a:lnTo>
                <a:lnTo>
                  <a:pt x="241426" y="1892300"/>
                </a:lnTo>
                <a:lnTo>
                  <a:pt x="243967" y="1917700"/>
                </a:lnTo>
                <a:lnTo>
                  <a:pt x="251333" y="1955800"/>
                </a:lnTo>
                <a:lnTo>
                  <a:pt x="253619" y="1968500"/>
                </a:lnTo>
                <a:lnTo>
                  <a:pt x="256539" y="1993900"/>
                </a:lnTo>
                <a:lnTo>
                  <a:pt x="262127" y="2019300"/>
                </a:lnTo>
                <a:lnTo>
                  <a:pt x="262255" y="2019300"/>
                </a:lnTo>
                <a:lnTo>
                  <a:pt x="264937" y="2043683"/>
                </a:lnTo>
                <a:lnTo>
                  <a:pt x="265049" y="2044700"/>
                </a:lnTo>
                <a:lnTo>
                  <a:pt x="271399" y="2070100"/>
                </a:lnTo>
                <a:lnTo>
                  <a:pt x="274065" y="2082800"/>
                </a:lnTo>
                <a:lnTo>
                  <a:pt x="279908" y="2108200"/>
                </a:lnTo>
                <a:lnTo>
                  <a:pt x="283083" y="2133600"/>
                </a:lnTo>
                <a:lnTo>
                  <a:pt x="289560" y="2159000"/>
                </a:lnTo>
                <a:lnTo>
                  <a:pt x="292481" y="2171700"/>
                </a:lnTo>
                <a:lnTo>
                  <a:pt x="295783" y="2197100"/>
                </a:lnTo>
                <a:lnTo>
                  <a:pt x="302260" y="2222500"/>
                </a:lnTo>
                <a:lnTo>
                  <a:pt x="308863" y="2247900"/>
                </a:lnTo>
                <a:lnTo>
                  <a:pt x="319405" y="2298700"/>
                </a:lnTo>
                <a:lnTo>
                  <a:pt x="322325" y="2311400"/>
                </a:lnTo>
                <a:lnTo>
                  <a:pt x="326136" y="2324100"/>
                </a:lnTo>
                <a:lnTo>
                  <a:pt x="333121" y="2362200"/>
                </a:lnTo>
                <a:lnTo>
                  <a:pt x="343026" y="2400300"/>
                </a:lnTo>
                <a:lnTo>
                  <a:pt x="345821" y="2413000"/>
                </a:lnTo>
                <a:lnTo>
                  <a:pt x="348742" y="2438400"/>
                </a:lnTo>
                <a:lnTo>
                  <a:pt x="351917" y="2451100"/>
                </a:lnTo>
                <a:lnTo>
                  <a:pt x="354584" y="2463800"/>
                </a:lnTo>
                <a:lnTo>
                  <a:pt x="358139" y="2476500"/>
                </a:lnTo>
                <a:lnTo>
                  <a:pt x="360934" y="2489200"/>
                </a:lnTo>
                <a:lnTo>
                  <a:pt x="367284" y="2514600"/>
                </a:lnTo>
                <a:lnTo>
                  <a:pt x="370077" y="2527300"/>
                </a:lnTo>
                <a:lnTo>
                  <a:pt x="375412" y="2552700"/>
                </a:lnTo>
                <a:lnTo>
                  <a:pt x="380492" y="2578100"/>
                </a:lnTo>
                <a:lnTo>
                  <a:pt x="383159" y="2590800"/>
                </a:lnTo>
                <a:lnTo>
                  <a:pt x="385825" y="2616200"/>
                </a:lnTo>
                <a:lnTo>
                  <a:pt x="388238" y="2628900"/>
                </a:lnTo>
                <a:lnTo>
                  <a:pt x="390778" y="2641600"/>
                </a:lnTo>
                <a:lnTo>
                  <a:pt x="393192" y="2654300"/>
                </a:lnTo>
                <a:lnTo>
                  <a:pt x="395605" y="2654300"/>
                </a:lnTo>
                <a:lnTo>
                  <a:pt x="398145" y="2679700"/>
                </a:lnTo>
                <a:lnTo>
                  <a:pt x="400685" y="2692400"/>
                </a:lnTo>
                <a:lnTo>
                  <a:pt x="402844" y="2705100"/>
                </a:lnTo>
                <a:lnTo>
                  <a:pt x="405130" y="2717800"/>
                </a:lnTo>
                <a:lnTo>
                  <a:pt x="407035" y="2730500"/>
                </a:lnTo>
                <a:lnTo>
                  <a:pt x="408559" y="2743200"/>
                </a:lnTo>
                <a:lnTo>
                  <a:pt x="409701" y="2755900"/>
                </a:lnTo>
                <a:lnTo>
                  <a:pt x="409575" y="2743200"/>
                </a:lnTo>
                <a:lnTo>
                  <a:pt x="446024" y="2743200"/>
                </a:lnTo>
                <a:lnTo>
                  <a:pt x="444881" y="2730500"/>
                </a:lnTo>
                <a:lnTo>
                  <a:pt x="444753" y="2730500"/>
                </a:lnTo>
                <a:lnTo>
                  <a:pt x="443230" y="2717800"/>
                </a:lnTo>
                <a:lnTo>
                  <a:pt x="441198" y="2705100"/>
                </a:lnTo>
                <a:lnTo>
                  <a:pt x="438912" y="2692400"/>
                </a:lnTo>
                <a:lnTo>
                  <a:pt x="436499" y="2679700"/>
                </a:lnTo>
                <a:lnTo>
                  <a:pt x="433832" y="2667000"/>
                </a:lnTo>
                <a:lnTo>
                  <a:pt x="428751" y="2641600"/>
                </a:lnTo>
                <a:lnTo>
                  <a:pt x="423799" y="2616200"/>
                </a:lnTo>
                <a:lnTo>
                  <a:pt x="421386" y="2603500"/>
                </a:lnTo>
                <a:lnTo>
                  <a:pt x="418592" y="2590800"/>
                </a:lnTo>
                <a:lnTo>
                  <a:pt x="415925" y="2578100"/>
                </a:lnTo>
                <a:lnTo>
                  <a:pt x="413131" y="2565400"/>
                </a:lnTo>
                <a:lnTo>
                  <a:pt x="410718" y="2552700"/>
                </a:lnTo>
                <a:lnTo>
                  <a:pt x="408050" y="2540000"/>
                </a:lnTo>
                <a:lnTo>
                  <a:pt x="402463" y="2514600"/>
                </a:lnTo>
                <a:lnTo>
                  <a:pt x="399288" y="2501900"/>
                </a:lnTo>
                <a:lnTo>
                  <a:pt x="396113" y="2476500"/>
                </a:lnTo>
                <a:lnTo>
                  <a:pt x="393192" y="2463800"/>
                </a:lnTo>
                <a:lnTo>
                  <a:pt x="389509" y="2451100"/>
                </a:lnTo>
                <a:lnTo>
                  <a:pt x="386842" y="2438400"/>
                </a:lnTo>
                <a:lnTo>
                  <a:pt x="383667" y="2425700"/>
                </a:lnTo>
                <a:lnTo>
                  <a:pt x="377951" y="2400300"/>
                </a:lnTo>
                <a:lnTo>
                  <a:pt x="374523" y="2387600"/>
                </a:lnTo>
                <a:lnTo>
                  <a:pt x="371348" y="2374900"/>
                </a:lnTo>
                <a:lnTo>
                  <a:pt x="367919" y="2349500"/>
                </a:lnTo>
                <a:lnTo>
                  <a:pt x="360934" y="2324100"/>
                </a:lnTo>
                <a:lnTo>
                  <a:pt x="354075" y="2286000"/>
                </a:lnTo>
                <a:lnTo>
                  <a:pt x="350520" y="2273300"/>
                </a:lnTo>
                <a:lnTo>
                  <a:pt x="346837" y="2260600"/>
                </a:lnTo>
                <a:lnTo>
                  <a:pt x="340106" y="2222500"/>
                </a:lnTo>
                <a:lnTo>
                  <a:pt x="333883" y="2197100"/>
                </a:lnTo>
                <a:lnTo>
                  <a:pt x="330326" y="2184400"/>
                </a:lnTo>
                <a:lnTo>
                  <a:pt x="327025" y="2171700"/>
                </a:lnTo>
                <a:lnTo>
                  <a:pt x="324231" y="2159000"/>
                </a:lnTo>
                <a:lnTo>
                  <a:pt x="320801" y="2133600"/>
                </a:lnTo>
                <a:lnTo>
                  <a:pt x="317626" y="2120900"/>
                </a:lnTo>
                <a:lnTo>
                  <a:pt x="311658" y="2095500"/>
                </a:lnTo>
                <a:lnTo>
                  <a:pt x="308483" y="2082800"/>
                </a:lnTo>
                <a:lnTo>
                  <a:pt x="305815" y="2070100"/>
                </a:lnTo>
                <a:lnTo>
                  <a:pt x="302513" y="2043683"/>
                </a:lnTo>
                <a:lnTo>
                  <a:pt x="299593" y="2032000"/>
                </a:lnTo>
                <a:lnTo>
                  <a:pt x="296799" y="2019300"/>
                </a:lnTo>
                <a:lnTo>
                  <a:pt x="293877" y="2006600"/>
                </a:lnTo>
                <a:lnTo>
                  <a:pt x="291084" y="1981200"/>
                </a:lnTo>
                <a:lnTo>
                  <a:pt x="288163" y="1968500"/>
                </a:lnTo>
                <a:lnTo>
                  <a:pt x="285876" y="1955800"/>
                </a:lnTo>
                <a:lnTo>
                  <a:pt x="283083" y="1943100"/>
                </a:lnTo>
                <a:lnTo>
                  <a:pt x="278384" y="1905000"/>
                </a:lnTo>
                <a:lnTo>
                  <a:pt x="275717" y="1892300"/>
                </a:lnTo>
                <a:lnTo>
                  <a:pt x="273812" y="1879600"/>
                </a:lnTo>
                <a:lnTo>
                  <a:pt x="271272" y="1866900"/>
                </a:lnTo>
                <a:lnTo>
                  <a:pt x="269113" y="1841500"/>
                </a:lnTo>
                <a:lnTo>
                  <a:pt x="265049" y="1816100"/>
                </a:lnTo>
                <a:lnTo>
                  <a:pt x="260731" y="1790700"/>
                </a:lnTo>
                <a:lnTo>
                  <a:pt x="258699" y="1778000"/>
                </a:lnTo>
                <a:lnTo>
                  <a:pt x="256794" y="1765300"/>
                </a:lnTo>
                <a:lnTo>
                  <a:pt x="254762" y="1752600"/>
                </a:lnTo>
                <a:lnTo>
                  <a:pt x="252857" y="1739900"/>
                </a:lnTo>
                <a:lnTo>
                  <a:pt x="251206" y="1727200"/>
                </a:lnTo>
                <a:lnTo>
                  <a:pt x="249427" y="1714500"/>
                </a:lnTo>
                <a:lnTo>
                  <a:pt x="246634" y="1689100"/>
                </a:lnTo>
                <a:lnTo>
                  <a:pt x="242824" y="1651000"/>
                </a:lnTo>
                <a:lnTo>
                  <a:pt x="239013" y="1600200"/>
                </a:lnTo>
                <a:lnTo>
                  <a:pt x="236600" y="1549400"/>
                </a:lnTo>
                <a:lnTo>
                  <a:pt x="235838" y="1511300"/>
                </a:lnTo>
                <a:lnTo>
                  <a:pt x="235838" y="1473200"/>
                </a:lnTo>
                <a:lnTo>
                  <a:pt x="236347" y="1447800"/>
                </a:lnTo>
                <a:lnTo>
                  <a:pt x="237109" y="1435100"/>
                </a:lnTo>
                <a:lnTo>
                  <a:pt x="237617" y="1422400"/>
                </a:lnTo>
                <a:lnTo>
                  <a:pt x="239522" y="1384300"/>
                </a:lnTo>
                <a:lnTo>
                  <a:pt x="240284" y="1384300"/>
                </a:lnTo>
                <a:lnTo>
                  <a:pt x="241173" y="1371600"/>
                </a:lnTo>
                <a:lnTo>
                  <a:pt x="243205" y="1346200"/>
                </a:lnTo>
                <a:lnTo>
                  <a:pt x="244601" y="1346200"/>
                </a:lnTo>
                <a:lnTo>
                  <a:pt x="245745" y="1333500"/>
                </a:lnTo>
                <a:lnTo>
                  <a:pt x="247142" y="1320800"/>
                </a:lnTo>
                <a:lnTo>
                  <a:pt x="248665" y="1320800"/>
                </a:lnTo>
                <a:lnTo>
                  <a:pt x="250062" y="1308100"/>
                </a:lnTo>
                <a:close/>
              </a:path>
              <a:path w="447675" h="2933700">
                <a:moveTo>
                  <a:pt x="255905" y="1282700"/>
                </a:moveTo>
                <a:lnTo>
                  <a:pt x="221742" y="1282700"/>
                </a:lnTo>
                <a:lnTo>
                  <a:pt x="217677" y="1308100"/>
                </a:lnTo>
                <a:lnTo>
                  <a:pt x="251968" y="1308100"/>
                </a:lnTo>
                <a:lnTo>
                  <a:pt x="253746" y="1295400"/>
                </a:lnTo>
                <a:lnTo>
                  <a:pt x="255905" y="1282700"/>
                </a:lnTo>
                <a:close/>
              </a:path>
              <a:path w="447675" h="2933700">
                <a:moveTo>
                  <a:pt x="265430" y="1257300"/>
                </a:moveTo>
                <a:lnTo>
                  <a:pt x="229235" y="1257300"/>
                </a:lnTo>
                <a:lnTo>
                  <a:pt x="226568" y="1270000"/>
                </a:lnTo>
                <a:lnTo>
                  <a:pt x="224155" y="1282700"/>
                </a:lnTo>
                <a:lnTo>
                  <a:pt x="258190" y="1282700"/>
                </a:lnTo>
                <a:lnTo>
                  <a:pt x="260350" y="1270000"/>
                </a:lnTo>
                <a:lnTo>
                  <a:pt x="262509" y="1270000"/>
                </a:lnTo>
                <a:lnTo>
                  <a:pt x="265430" y="1257300"/>
                </a:lnTo>
                <a:close/>
              </a:path>
              <a:path w="447675" h="2933700">
                <a:moveTo>
                  <a:pt x="271272" y="1244600"/>
                </a:moveTo>
                <a:lnTo>
                  <a:pt x="234823" y="1244600"/>
                </a:lnTo>
                <a:lnTo>
                  <a:pt x="231648" y="1257300"/>
                </a:lnTo>
                <a:lnTo>
                  <a:pt x="268097" y="1257300"/>
                </a:lnTo>
                <a:lnTo>
                  <a:pt x="271272" y="1244600"/>
                </a:lnTo>
                <a:close/>
              </a:path>
              <a:path w="447675" h="2933700">
                <a:moveTo>
                  <a:pt x="277495" y="1231900"/>
                </a:moveTo>
                <a:lnTo>
                  <a:pt x="241426" y="1231900"/>
                </a:lnTo>
                <a:lnTo>
                  <a:pt x="238251" y="1244600"/>
                </a:lnTo>
                <a:lnTo>
                  <a:pt x="274065" y="1244600"/>
                </a:lnTo>
                <a:lnTo>
                  <a:pt x="277495" y="1231900"/>
                </a:lnTo>
                <a:close/>
              </a:path>
              <a:path w="447675" h="2933700">
                <a:moveTo>
                  <a:pt x="287400" y="1219200"/>
                </a:moveTo>
                <a:lnTo>
                  <a:pt x="248665" y="1219200"/>
                </a:lnTo>
                <a:lnTo>
                  <a:pt x="244983" y="1231900"/>
                </a:lnTo>
                <a:lnTo>
                  <a:pt x="283972" y="1231900"/>
                </a:lnTo>
                <a:lnTo>
                  <a:pt x="287400" y="1219200"/>
                </a:lnTo>
                <a:close/>
              </a:path>
              <a:path w="447675" h="2933700">
                <a:moveTo>
                  <a:pt x="296290" y="1206500"/>
                </a:moveTo>
                <a:lnTo>
                  <a:pt x="256286" y="1206500"/>
                </a:lnTo>
                <a:lnTo>
                  <a:pt x="252475" y="1219200"/>
                </a:lnTo>
                <a:lnTo>
                  <a:pt x="293243" y="1219200"/>
                </a:lnTo>
                <a:lnTo>
                  <a:pt x="296290" y="1206500"/>
                </a:lnTo>
                <a:close/>
              </a:path>
              <a:path w="447675" h="2933700">
                <a:moveTo>
                  <a:pt x="305815" y="1193800"/>
                </a:moveTo>
                <a:lnTo>
                  <a:pt x="263271" y="1193800"/>
                </a:lnTo>
                <a:lnTo>
                  <a:pt x="260223" y="1206500"/>
                </a:lnTo>
                <a:lnTo>
                  <a:pt x="302133" y="1206500"/>
                </a:lnTo>
                <a:lnTo>
                  <a:pt x="305815" y="1193800"/>
                </a:lnTo>
                <a:close/>
              </a:path>
              <a:path w="447675" h="2933700">
                <a:moveTo>
                  <a:pt x="320039" y="1181100"/>
                </a:moveTo>
                <a:lnTo>
                  <a:pt x="274193" y="1181100"/>
                </a:lnTo>
                <a:lnTo>
                  <a:pt x="270763" y="1193800"/>
                </a:lnTo>
                <a:lnTo>
                  <a:pt x="317119" y="1193800"/>
                </a:lnTo>
                <a:lnTo>
                  <a:pt x="320039" y="1181100"/>
                </a:lnTo>
                <a:close/>
              </a:path>
              <a:path w="447675" h="2933700">
                <a:moveTo>
                  <a:pt x="328168" y="1168400"/>
                </a:moveTo>
                <a:lnTo>
                  <a:pt x="284734" y="1168400"/>
                </a:lnTo>
                <a:lnTo>
                  <a:pt x="281686" y="1181100"/>
                </a:lnTo>
                <a:lnTo>
                  <a:pt x="334772" y="1181100"/>
                </a:lnTo>
                <a:lnTo>
                  <a:pt x="328168" y="1168400"/>
                </a:lnTo>
                <a:close/>
              </a:path>
              <a:path w="447675" h="2933700">
                <a:moveTo>
                  <a:pt x="345439" y="1168400"/>
                </a:moveTo>
                <a:lnTo>
                  <a:pt x="328168" y="1168400"/>
                </a:lnTo>
                <a:lnTo>
                  <a:pt x="334772" y="1181100"/>
                </a:lnTo>
                <a:lnTo>
                  <a:pt x="337947" y="1181100"/>
                </a:lnTo>
                <a:lnTo>
                  <a:pt x="345439" y="1168400"/>
                </a:lnTo>
                <a:close/>
              </a:path>
              <a:path w="447675" h="2933700">
                <a:moveTo>
                  <a:pt x="350774" y="1143000"/>
                </a:moveTo>
                <a:lnTo>
                  <a:pt x="350393" y="1143000"/>
                </a:lnTo>
                <a:lnTo>
                  <a:pt x="353949" y="1155700"/>
                </a:lnTo>
                <a:lnTo>
                  <a:pt x="354075" y="1168400"/>
                </a:lnTo>
                <a:lnTo>
                  <a:pt x="345439" y="1168400"/>
                </a:lnTo>
                <a:lnTo>
                  <a:pt x="337947" y="1181100"/>
                </a:lnTo>
                <a:lnTo>
                  <a:pt x="343662" y="1181100"/>
                </a:lnTo>
                <a:lnTo>
                  <a:pt x="354964" y="1168400"/>
                </a:lnTo>
                <a:lnTo>
                  <a:pt x="355600" y="1155700"/>
                </a:lnTo>
                <a:lnTo>
                  <a:pt x="350774" y="1143000"/>
                </a:lnTo>
                <a:close/>
              </a:path>
              <a:path w="447675" h="2933700">
                <a:moveTo>
                  <a:pt x="312547" y="1155700"/>
                </a:moveTo>
                <a:lnTo>
                  <a:pt x="297942" y="1155700"/>
                </a:lnTo>
                <a:lnTo>
                  <a:pt x="295148" y="1168400"/>
                </a:lnTo>
                <a:lnTo>
                  <a:pt x="316357" y="1168400"/>
                </a:lnTo>
                <a:lnTo>
                  <a:pt x="312547" y="1155700"/>
                </a:lnTo>
                <a:close/>
              </a:path>
              <a:path w="447675" h="2933700">
                <a:moveTo>
                  <a:pt x="350393" y="1143000"/>
                </a:moveTo>
                <a:lnTo>
                  <a:pt x="319150" y="1143000"/>
                </a:lnTo>
                <a:lnTo>
                  <a:pt x="312800" y="1155700"/>
                </a:lnTo>
                <a:lnTo>
                  <a:pt x="312547" y="1155700"/>
                </a:lnTo>
                <a:lnTo>
                  <a:pt x="316357" y="1168400"/>
                </a:lnTo>
                <a:lnTo>
                  <a:pt x="354075" y="1168400"/>
                </a:lnTo>
                <a:lnTo>
                  <a:pt x="353949" y="1155700"/>
                </a:lnTo>
                <a:lnTo>
                  <a:pt x="350393" y="1143000"/>
                </a:lnTo>
                <a:close/>
              </a:path>
              <a:path w="447675" h="2933700">
                <a:moveTo>
                  <a:pt x="319150" y="1143000"/>
                </a:moveTo>
                <a:lnTo>
                  <a:pt x="293497" y="1143000"/>
                </a:lnTo>
                <a:lnTo>
                  <a:pt x="296163" y="1155700"/>
                </a:lnTo>
                <a:lnTo>
                  <a:pt x="312800" y="1155700"/>
                </a:lnTo>
                <a:lnTo>
                  <a:pt x="319150" y="1143000"/>
                </a:lnTo>
                <a:close/>
              </a:path>
              <a:path w="447675" h="2933700">
                <a:moveTo>
                  <a:pt x="329438" y="1130300"/>
                </a:moveTo>
                <a:lnTo>
                  <a:pt x="273685" y="1130300"/>
                </a:lnTo>
                <a:lnTo>
                  <a:pt x="278384" y="1143000"/>
                </a:lnTo>
                <a:lnTo>
                  <a:pt x="333121" y="1143000"/>
                </a:lnTo>
                <a:lnTo>
                  <a:pt x="329438" y="1130300"/>
                </a:lnTo>
                <a:close/>
              </a:path>
              <a:path w="447675" h="2933700">
                <a:moveTo>
                  <a:pt x="311023" y="1117600"/>
                </a:moveTo>
                <a:lnTo>
                  <a:pt x="255905" y="1117600"/>
                </a:lnTo>
                <a:lnTo>
                  <a:pt x="260096" y="1130300"/>
                </a:lnTo>
                <a:lnTo>
                  <a:pt x="313563" y="1130300"/>
                </a:lnTo>
                <a:lnTo>
                  <a:pt x="311023" y="1117600"/>
                </a:lnTo>
                <a:close/>
              </a:path>
              <a:path w="447675" h="2933700">
                <a:moveTo>
                  <a:pt x="292481" y="1104900"/>
                </a:moveTo>
                <a:lnTo>
                  <a:pt x="241681" y="1104900"/>
                </a:lnTo>
                <a:lnTo>
                  <a:pt x="246634" y="1117600"/>
                </a:lnTo>
                <a:lnTo>
                  <a:pt x="296799" y="1117600"/>
                </a:lnTo>
                <a:lnTo>
                  <a:pt x="292481" y="1104900"/>
                </a:lnTo>
                <a:close/>
              </a:path>
              <a:path w="447675" h="2933700">
                <a:moveTo>
                  <a:pt x="262636" y="1079500"/>
                </a:moveTo>
                <a:lnTo>
                  <a:pt x="216662" y="1079500"/>
                </a:lnTo>
                <a:lnTo>
                  <a:pt x="221614" y="1092200"/>
                </a:lnTo>
                <a:lnTo>
                  <a:pt x="232028" y="1104900"/>
                </a:lnTo>
                <a:lnTo>
                  <a:pt x="284099" y="1104900"/>
                </a:lnTo>
                <a:lnTo>
                  <a:pt x="275589" y="1092200"/>
                </a:lnTo>
                <a:lnTo>
                  <a:pt x="267208" y="1092200"/>
                </a:lnTo>
                <a:lnTo>
                  <a:pt x="262636" y="1079500"/>
                </a:lnTo>
                <a:close/>
              </a:path>
              <a:path w="447675" h="2933700">
                <a:moveTo>
                  <a:pt x="248920" y="1066800"/>
                </a:moveTo>
                <a:lnTo>
                  <a:pt x="206501" y="1066800"/>
                </a:lnTo>
                <a:lnTo>
                  <a:pt x="211327" y="1079500"/>
                </a:lnTo>
                <a:lnTo>
                  <a:pt x="253619" y="1079500"/>
                </a:lnTo>
                <a:lnTo>
                  <a:pt x="248920" y="1066800"/>
                </a:lnTo>
                <a:close/>
              </a:path>
              <a:path w="447675" h="2933700">
                <a:moveTo>
                  <a:pt x="234696" y="1054100"/>
                </a:moveTo>
                <a:lnTo>
                  <a:pt x="196850" y="1054100"/>
                </a:lnTo>
                <a:lnTo>
                  <a:pt x="201040" y="1066800"/>
                </a:lnTo>
                <a:lnTo>
                  <a:pt x="239649" y="1066800"/>
                </a:lnTo>
                <a:lnTo>
                  <a:pt x="234696" y="1054100"/>
                </a:lnTo>
                <a:close/>
              </a:path>
              <a:path w="447675" h="2933700">
                <a:moveTo>
                  <a:pt x="225551" y="1041400"/>
                </a:moveTo>
                <a:lnTo>
                  <a:pt x="187706" y="1041400"/>
                </a:lnTo>
                <a:lnTo>
                  <a:pt x="192277" y="1054100"/>
                </a:lnTo>
                <a:lnTo>
                  <a:pt x="230377" y="1054100"/>
                </a:lnTo>
                <a:lnTo>
                  <a:pt x="225551" y="1041400"/>
                </a:lnTo>
                <a:close/>
              </a:path>
              <a:path w="447675" h="2933700">
                <a:moveTo>
                  <a:pt x="217170" y="1028700"/>
                </a:moveTo>
                <a:lnTo>
                  <a:pt x="179324" y="1028700"/>
                </a:lnTo>
                <a:lnTo>
                  <a:pt x="183514" y="1041400"/>
                </a:lnTo>
                <a:lnTo>
                  <a:pt x="221487" y="1041400"/>
                </a:lnTo>
                <a:lnTo>
                  <a:pt x="217170" y="1028700"/>
                </a:lnTo>
                <a:close/>
              </a:path>
              <a:path w="447675" h="2933700">
                <a:moveTo>
                  <a:pt x="205232" y="1016000"/>
                </a:moveTo>
                <a:lnTo>
                  <a:pt x="171450" y="1016000"/>
                </a:lnTo>
                <a:lnTo>
                  <a:pt x="175260" y="1028700"/>
                </a:lnTo>
                <a:lnTo>
                  <a:pt x="209423" y="1028700"/>
                </a:lnTo>
                <a:lnTo>
                  <a:pt x="205232" y="1016000"/>
                </a:lnTo>
                <a:close/>
              </a:path>
              <a:path w="447675" h="2933700">
                <a:moveTo>
                  <a:pt x="198374" y="1003300"/>
                </a:moveTo>
                <a:lnTo>
                  <a:pt x="163830" y="1003300"/>
                </a:lnTo>
                <a:lnTo>
                  <a:pt x="167639" y="1016000"/>
                </a:lnTo>
                <a:lnTo>
                  <a:pt x="201802" y="1016000"/>
                </a:lnTo>
                <a:lnTo>
                  <a:pt x="198374" y="1003300"/>
                </a:lnTo>
                <a:close/>
              </a:path>
              <a:path w="447675" h="2933700">
                <a:moveTo>
                  <a:pt x="176149" y="952500"/>
                </a:moveTo>
                <a:lnTo>
                  <a:pt x="144018" y="952500"/>
                </a:lnTo>
                <a:lnTo>
                  <a:pt x="147193" y="965200"/>
                </a:lnTo>
                <a:lnTo>
                  <a:pt x="150240" y="977900"/>
                </a:lnTo>
                <a:lnTo>
                  <a:pt x="153288" y="977900"/>
                </a:lnTo>
                <a:lnTo>
                  <a:pt x="160400" y="1003300"/>
                </a:lnTo>
                <a:lnTo>
                  <a:pt x="195072" y="1003300"/>
                </a:lnTo>
                <a:lnTo>
                  <a:pt x="191262" y="990600"/>
                </a:lnTo>
                <a:lnTo>
                  <a:pt x="188340" y="990600"/>
                </a:lnTo>
                <a:lnTo>
                  <a:pt x="181737" y="965200"/>
                </a:lnTo>
                <a:lnTo>
                  <a:pt x="178943" y="965200"/>
                </a:lnTo>
                <a:lnTo>
                  <a:pt x="176149" y="952500"/>
                </a:lnTo>
                <a:close/>
              </a:path>
              <a:path w="447675" h="2933700">
                <a:moveTo>
                  <a:pt x="165353" y="914400"/>
                </a:moveTo>
                <a:lnTo>
                  <a:pt x="133096" y="914400"/>
                </a:lnTo>
                <a:lnTo>
                  <a:pt x="135762" y="927100"/>
                </a:lnTo>
                <a:lnTo>
                  <a:pt x="138175" y="939800"/>
                </a:lnTo>
                <a:lnTo>
                  <a:pt x="141097" y="952500"/>
                </a:lnTo>
                <a:lnTo>
                  <a:pt x="173100" y="952500"/>
                </a:lnTo>
                <a:lnTo>
                  <a:pt x="170434" y="939800"/>
                </a:lnTo>
                <a:lnTo>
                  <a:pt x="167639" y="927100"/>
                </a:lnTo>
                <a:lnTo>
                  <a:pt x="165353" y="914400"/>
                </a:lnTo>
                <a:close/>
              </a:path>
              <a:path w="447675" h="2933700">
                <a:moveTo>
                  <a:pt x="144652" y="685800"/>
                </a:moveTo>
                <a:lnTo>
                  <a:pt x="114553" y="685800"/>
                </a:lnTo>
                <a:lnTo>
                  <a:pt x="114426" y="762000"/>
                </a:lnTo>
                <a:lnTo>
                  <a:pt x="115188" y="774700"/>
                </a:lnTo>
                <a:lnTo>
                  <a:pt x="116205" y="800100"/>
                </a:lnTo>
                <a:lnTo>
                  <a:pt x="116967" y="812800"/>
                </a:lnTo>
                <a:lnTo>
                  <a:pt x="117728" y="812800"/>
                </a:lnTo>
                <a:lnTo>
                  <a:pt x="118618" y="825500"/>
                </a:lnTo>
                <a:lnTo>
                  <a:pt x="121031" y="850900"/>
                </a:lnTo>
                <a:lnTo>
                  <a:pt x="123825" y="863600"/>
                </a:lnTo>
                <a:lnTo>
                  <a:pt x="125349" y="876300"/>
                </a:lnTo>
                <a:lnTo>
                  <a:pt x="127126" y="889000"/>
                </a:lnTo>
                <a:lnTo>
                  <a:pt x="128777" y="901700"/>
                </a:lnTo>
                <a:lnTo>
                  <a:pt x="130937" y="901700"/>
                </a:lnTo>
                <a:lnTo>
                  <a:pt x="131063" y="914400"/>
                </a:lnTo>
                <a:lnTo>
                  <a:pt x="162813" y="914400"/>
                </a:lnTo>
                <a:lnTo>
                  <a:pt x="160909" y="901700"/>
                </a:lnTo>
                <a:lnTo>
                  <a:pt x="158750" y="889000"/>
                </a:lnTo>
                <a:lnTo>
                  <a:pt x="157099" y="889000"/>
                </a:lnTo>
                <a:lnTo>
                  <a:pt x="155448" y="876300"/>
                </a:lnTo>
                <a:lnTo>
                  <a:pt x="152400" y="850900"/>
                </a:lnTo>
                <a:lnTo>
                  <a:pt x="151130" y="850900"/>
                </a:lnTo>
                <a:lnTo>
                  <a:pt x="149860" y="838200"/>
                </a:lnTo>
                <a:lnTo>
                  <a:pt x="148844" y="825500"/>
                </a:lnTo>
                <a:lnTo>
                  <a:pt x="147065" y="800100"/>
                </a:lnTo>
                <a:lnTo>
                  <a:pt x="146431" y="800100"/>
                </a:lnTo>
                <a:lnTo>
                  <a:pt x="145414" y="774700"/>
                </a:lnTo>
                <a:lnTo>
                  <a:pt x="145034" y="762000"/>
                </a:lnTo>
                <a:lnTo>
                  <a:pt x="144525" y="749300"/>
                </a:lnTo>
                <a:lnTo>
                  <a:pt x="144652" y="685800"/>
                </a:lnTo>
                <a:close/>
              </a:path>
              <a:path w="447675" h="2933700">
                <a:moveTo>
                  <a:pt x="184276" y="177800"/>
                </a:moveTo>
                <a:lnTo>
                  <a:pt x="155956" y="177800"/>
                </a:lnTo>
                <a:lnTo>
                  <a:pt x="156337" y="190500"/>
                </a:lnTo>
                <a:lnTo>
                  <a:pt x="156463" y="228600"/>
                </a:lnTo>
                <a:lnTo>
                  <a:pt x="155956" y="241300"/>
                </a:lnTo>
                <a:lnTo>
                  <a:pt x="155575" y="254000"/>
                </a:lnTo>
                <a:lnTo>
                  <a:pt x="155194" y="254000"/>
                </a:lnTo>
                <a:lnTo>
                  <a:pt x="154686" y="266700"/>
                </a:lnTo>
                <a:lnTo>
                  <a:pt x="153415" y="279400"/>
                </a:lnTo>
                <a:lnTo>
                  <a:pt x="152653" y="292100"/>
                </a:lnTo>
                <a:lnTo>
                  <a:pt x="150875" y="317500"/>
                </a:lnTo>
                <a:lnTo>
                  <a:pt x="149733" y="317500"/>
                </a:lnTo>
                <a:lnTo>
                  <a:pt x="148717" y="330200"/>
                </a:lnTo>
                <a:lnTo>
                  <a:pt x="146303" y="355600"/>
                </a:lnTo>
                <a:lnTo>
                  <a:pt x="145034" y="355600"/>
                </a:lnTo>
                <a:lnTo>
                  <a:pt x="143890" y="368300"/>
                </a:lnTo>
                <a:lnTo>
                  <a:pt x="142621" y="381000"/>
                </a:lnTo>
                <a:lnTo>
                  <a:pt x="139953" y="393700"/>
                </a:lnTo>
                <a:lnTo>
                  <a:pt x="138684" y="406400"/>
                </a:lnTo>
                <a:lnTo>
                  <a:pt x="137540" y="419100"/>
                </a:lnTo>
                <a:lnTo>
                  <a:pt x="136144" y="419100"/>
                </a:lnTo>
                <a:lnTo>
                  <a:pt x="133603" y="444500"/>
                </a:lnTo>
                <a:lnTo>
                  <a:pt x="132461" y="457200"/>
                </a:lnTo>
                <a:lnTo>
                  <a:pt x="131318" y="457200"/>
                </a:lnTo>
                <a:lnTo>
                  <a:pt x="130175" y="469900"/>
                </a:lnTo>
                <a:lnTo>
                  <a:pt x="129159" y="482600"/>
                </a:lnTo>
                <a:lnTo>
                  <a:pt x="128143" y="482600"/>
                </a:lnTo>
                <a:lnTo>
                  <a:pt x="126111" y="508000"/>
                </a:lnTo>
                <a:lnTo>
                  <a:pt x="125222" y="508000"/>
                </a:lnTo>
                <a:lnTo>
                  <a:pt x="124460" y="520700"/>
                </a:lnTo>
                <a:lnTo>
                  <a:pt x="123571" y="533400"/>
                </a:lnTo>
                <a:lnTo>
                  <a:pt x="122936" y="533400"/>
                </a:lnTo>
                <a:lnTo>
                  <a:pt x="121665" y="558800"/>
                </a:lnTo>
                <a:lnTo>
                  <a:pt x="121031" y="558800"/>
                </a:lnTo>
                <a:lnTo>
                  <a:pt x="120014" y="584200"/>
                </a:lnTo>
                <a:lnTo>
                  <a:pt x="119380" y="584200"/>
                </a:lnTo>
                <a:lnTo>
                  <a:pt x="118872" y="596900"/>
                </a:lnTo>
                <a:lnTo>
                  <a:pt x="117856" y="609600"/>
                </a:lnTo>
                <a:lnTo>
                  <a:pt x="117348" y="622300"/>
                </a:lnTo>
                <a:lnTo>
                  <a:pt x="116967" y="635000"/>
                </a:lnTo>
                <a:lnTo>
                  <a:pt x="116459" y="635000"/>
                </a:lnTo>
                <a:lnTo>
                  <a:pt x="115697" y="660400"/>
                </a:lnTo>
                <a:lnTo>
                  <a:pt x="115315" y="660400"/>
                </a:lnTo>
                <a:lnTo>
                  <a:pt x="114808" y="685800"/>
                </a:lnTo>
                <a:lnTo>
                  <a:pt x="144907" y="685800"/>
                </a:lnTo>
                <a:lnTo>
                  <a:pt x="145414" y="660400"/>
                </a:lnTo>
                <a:lnTo>
                  <a:pt x="146938" y="635000"/>
                </a:lnTo>
                <a:lnTo>
                  <a:pt x="147320" y="622300"/>
                </a:lnTo>
                <a:lnTo>
                  <a:pt x="147827" y="609600"/>
                </a:lnTo>
                <a:lnTo>
                  <a:pt x="148209" y="609600"/>
                </a:lnTo>
                <a:lnTo>
                  <a:pt x="148717" y="596900"/>
                </a:lnTo>
                <a:lnTo>
                  <a:pt x="149225" y="596900"/>
                </a:lnTo>
                <a:lnTo>
                  <a:pt x="149606" y="584200"/>
                </a:lnTo>
                <a:lnTo>
                  <a:pt x="150113" y="571500"/>
                </a:lnTo>
                <a:lnTo>
                  <a:pt x="151130" y="558800"/>
                </a:lnTo>
                <a:lnTo>
                  <a:pt x="151764" y="546100"/>
                </a:lnTo>
                <a:lnTo>
                  <a:pt x="152400" y="546100"/>
                </a:lnTo>
                <a:lnTo>
                  <a:pt x="153924" y="520700"/>
                </a:lnTo>
                <a:lnTo>
                  <a:pt x="154686" y="520700"/>
                </a:lnTo>
                <a:lnTo>
                  <a:pt x="156463" y="495300"/>
                </a:lnTo>
                <a:lnTo>
                  <a:pt x="157607" y="495300"/>
                </a:lnTo>
                <a:lnTo>
                  <a:pt x="158496" y="482600"/>
                </a:lnTo>
                <a:lnTo>
                  <a:pt x="159638" y="469900"/>
                </a:lnTo>
                <a:lnTo>
                  <a:pt x="160782" y="469900"/>
                </a:lnTo>
                <a:lnTo>
                  <a:pt x="161798" y="457200"/>
                </a:lnTo>
                <a:lnTo>
                  <a:pt x="163068" y="444500"/>
                </a:lnTo>
                <a:lnTo>
                  <a:pt x="164211" y="444500"/>
                </a:lnTo>
                <a:lnTo>
                  <a:pt x="166750" y="419100"/>
                </a:lnTo>
                <a:lnTo>
                  <a:pt x="169290" y="406400"/>
                </a:lnTo>
                <a:lnTo>
                  <a:pt x="170434" y="393700"/>
                </a:lnTo>
                <a:lnTo>
                  <a:pt x="171831" y="381000"/>
                </a:lnTo>
                <a:lnTo>
                  <a:pt x="173100" y="368300"/>
                </a:lnTo>
                <a:lnTo>
                  <a:pt x="174244" y="368300"/>
                </a:lnTo>
                <a:lnTo>
                  <a:pt x="175513" y="355600"/>
                </a:lnTo>
                <a:lnTo>
                  <a:pt x="176657" y="342900"/>
                </a:lnTo>
                <a:lnTo>
                  <a:pt x="178815" y="330200"/>
                </a:lnTo>
                <a:lnTo>
                  <a:pt x="180848" y="304800"/>
                </a:lnTo>
                <a:lnTo>
                  <a:pt x="181610" y="292100"/>
                </a:lnTo>
                <a:lnTo>
                  <a:pt x="182372" y="292100"/>
                </a:lnTo>
                <a:lnTo>
                  <a:pt x="183642" y="266700"/>
                </a:lnTo>
                <a:lnTo>
                  <a:pt x="184150" y="266700"/>
                </a:lnTo>
                <a:lnTo>
                  <a:pt x="184912" y="241300"/>
                </a:lnTo>
                <a:lnTo>
                  <a:pt x="185038" y="203200"/>
                </a:lnTo>
                <a:lnTo>
                  <a:pt x="184276" y="177800"/>
                </a:lnTo>
                <a:close/>
              </a:path>
              <a:path w="447675" h="2933700">
                <a:moveTo>
                  <a:pt x="182245" y="152400"/>
                </a:moveTo>
                <a:lnTo>
                  <a:pt x="154177" y="152400"/>
                </a:lnTo>
                <a:lnTo>
                  <a:pt x="154812" y="165100"/>
                </a:lnTo>
                <a:lnTo>
                  <a:pt x="155575" y="177800"/>
                </a:lnTo>
                <a:lnTo>
                  <a:pt x="183769" y="177800"/>
                </a:lnTo>
                <a:lnTo>
                  <a:pt x="183387" y="165100"/>
                </a:lnTo>
                <a:lnTo>
                  <a:pt x="182245" y="152400"/>
                </a:lnTo>
                <a:close/>
              </a:path>
              <a:path w="447675" h="2933700">
                <a:moveTo>
                  <a:pt x="180721" y="139700"/>
                </a:moveTo>
                <a:lnTo>
                  <a:pt x="152908" y="139700"/>
                </a:lnTo>
                <a:lnTo>
                  <a:pt x="153670" y="152400"/>
                </a:lnTo>
                <a:lnTo>
                  <a:pt x="181483" y="152400"/>
                </a:lnTo>
                <a:lnTo>
                  <a:pt x="180721" y="139700"/>
                </a:lnTo>
                <a:close/>
              </a:path>
              <a:path w="447675" h="2933700">
                <a:moveTo>
                  <a:pt x="178815" y="127000"/>
                </a:moveTo>
                <a:lnTo>
                  <a:pt x="151130" y="127000"/>
                </a:lnTo>
                <a:lnTo>
                  <a:pt x="152019" y="139700"/>
                </a:lnTo>
                <a:lnTo>
                  <a:pt x="179832" y="139700"/>
                </a:lnTo>
                <a:lnTo>
                  <a:pt x="178815" y="127000"/>
                </a:lnTo>
                <a:close/>
              </a:path>
              <a:path w="447675" h="2933700">
                <a:moveTo>
                  <a:pt x="176784" y="114300"/>
                </a:moveTo>
                <a:lnTo>
                  <a:pt x="148209" y="114300"/>
                </a:lnTo>
                <a:lnTo>
                  <a:pt x="149351" y="127000"/>
                </a:lnTo>
                <a:lnTo>
                  <a:pt x="177800" y="127000"/>
                </a:lnTo>
                <a:lnTo>
                  <a:pt x="176784" y="114300"/>
                </a:lnTo>
                <a:close/>
              </a:path>
              <a:path w="447675" h="2933700">
                <a:moveTo>
                  <a:pt x="174117" y="101600"/>
                </a:moveTo>
                <a:lnTo>
                  <a:pt x="145669" y="101600"/>
                </a:lnTo>
                <a:lnTo>
                  <a:pt x="146938" y="114300"/>
                </a:lnTo>
                <a:lnTo>
                  <a:pt x="175387" y="114300"/>
                </a:lnTo>
                <a:lnTo>
                  <a:pt x="174117" y="101600"/>
                </a:lnTo>
                <a:close/>
              </a:path>
              <a:path w="447675" h="2933700">
                <a:moveTo>
                  <a:pt x="171069" y="88900"/>
                </a:moveTo>
                <a:lnTo>
                  <a:pt x="142621" y="88900"/>
                </a:lnTo>
                <a:lnTo>
                  <a:pt x="144399" y="101600"/>
                </a:lnTo>
                <a:lnTo>
                  <a:pt x="172465" y="101600"/>
                </a:lnTo>
                <a:lnTo>
                  <a:pt x="171069" y="88900"/>
                </a:lnTo>
                <a:close/>
              </a:path>
              <a:path w="447675" h="2933700">
                <a:moveTo>
                  <a:pt x="167259" y="76200"/>
                </a:moveTo>
                <a:lnTo>
                  <a:pt x="137668" y="76200"/>
                </a:lnTo>
                <a:lnTo>
                  <a:pt x="139446" y="88900"/>
                </a:lnTo>
                <a:lnTo>
                  <a:pt x="168910" y="88900"/>
                </a:lnTo>
                <a:lnTo>
                  <a:pt x="167259" y="76200"/>
                </a:lnTo>
                <a:close/>
              </a:path>
              <a:path w="447675" h="2933700">
                <a:moveTo>
                  <a:pt x="163195" y="63500"/>
                </a:moveTo>
                <a:lnTo>
                  <a:pt x="132207" y="63500"/>
                </a:lnTo>
                <a:lnTo>
                  <a:pt x="133858" y="76200"/>
                </a:lnTo>
                <a:lnTo>
                  <a:pt x="163322" y="76200"/>
                </a:lnTo>
                <a:lnTo>
                  <a:pt x="163195" y="63500"/>
                </a:lnTo>
                <a:close/>
              </a:path>
              <a:path w="447675" h="2933700">
                <a:moveTo>
                  <a:pt x="15748" y="50800"/>
                </a:moveTo>
                <a:lnTo>
                  <a:pt x="1397" y="50800"/>
                </a:lnTo>
                <a:lnTo>
                  <a:pt x="6223" y="63500"/>
                </a:lnTo>
                <a:lnTo>
                  <a:pt x="13335" y="63500"/>
                </a:lnTo>
                <a:lnTo>
                  <a:pt x="15748" y="50800"/>
                </a:lnTo>
                <a:close/>
              </a:path>
              <a:path w="447675" h="2933700">
                <a:moveTo>
                  <a:pt x="126111" y="50800"/>
                </a:moveTo>
                <a:lnTo>
                  <a:pt x="123951" y="50800"/>
                </a:lnTo>
                <a:lnTo>
                  <a:pt x="126364" y="63500"/>
                </a:lnTo>
                <a:lnTo>
                  <a:pt x="126111" y="50800"/>
                </a:lnTo>
                <a:close/>
              </a:path>
              <a:path w="447675" h="2933700">
                <a:moveTo>
                  <a:pt x="156718" y="50800"/>
                </a:moveTo>
                <a:lnTo>
                  <a:pt x="126111" y="50800"/>
                </a:lnTo>
                <a:lnTo>
                  <a:pt x="128524" y="63500"/>
                </a:lnTo>
                <a:lnTo>
                  <a:pt x="158623" y="63500"/>
                </a:lnTo>
                <a:lnTo>
                  <a:pt x="156718" y="50800"/>
                </a:lnTo>
                <a:close/>
              </a:path>
              <a:path w="447675" h="2933700">
                <a:moveTo>
                  <a:pt x="285" y="41275"/>
                </a:moveTo>
                <a:lnTo>
                  <a:pt x="0" y="50800"/>
                </a:lnTo>
                <a:lnTo>
                  <a:pt x="381" y="50800"/>
                </a:lnTo>
                <a:lnTo>
                  <a:pt x="285" y="41275"/>
                </a:lnTo>
                <a:close/>
              </a:path>
              <a:path w="447675" h="2933700">
                <a:moveTo>
                  <a:pt x="23113" y="38110"/>
                </a:moveTo>
                <a:lnTo>
                  <a:pt x="381" y="38110"/>
                </a:lnTo>
                <a:lnTo>
                  <a:pt x="381" y="50800"/>
                </a:lnTo>
                <a:lnTo>
                  <a:pt x="22225" y="50800"/>
                </a:lnTo>
                <a:lnTo>
                  <a:pt x="23113" y="38110"/>
                </a:lnTo>
                <a:close/>
              </a:path>
              <a:path w="447675" h="2933700">
                <a:moveTo>
                  <a:pt x="149226" y="38110"/>
                </a:moveTo>
                <a:lnTo>
                  <a:pt x="114302" y="38110"/>
                </a:lnTo>
                <a:lnTo>
                  <a:pt x="117094" y="50800"/>
                </a:lnTo>
                <a:lnTo>
                  <a:pt x="151637" y="50800"/>
                </a:lnTo>
                <a:lnTo>
                  <a:pt x="149226" y="38110"/>
                </a:lnTo>
                <a:close/>
              </a:path>
              <a:path w="447675" h="2933700">
                <a:moveTo>
                  <a:pt x="952" y="31745"/>
                </a:moveTo>
                <a:lnTo>
                  <a:pt x="698" y="35980"/>
                </a:lnTo>
                <a:lnTo>
                  <a:pt x="634" y="38110"/>
                </a:lnTo>
                <a:lnTo>
                  <a:pt x="888" y="38110"/>
                </a:lnTo>
                <a:lnTo>
                  <a:pt x="952" y="31745"/>
                </a:lnTo>
                <a:close/>
              </a:path>
              <a:path w="447675" h="2933700">
                <a:moveTo>
                  <a:pt x="127888" y="12700"/>
                </a:moveTo>
                <a:lnTo>
                  <a:pt x="4699" y="12700"/>
                </a:lnTo>
                <a:lnTo>
                  <a:pt x="4190" y="22860"/>
                </a:lnTo>
                <a:lnTo>
                  <a:pt x="4063" y="25400"/>
                </a:lnTo>
                <a:lnTo>
                  <a:pt x="1015" y="25400"/>
                </a:lnTo>
                <a:lnTo>
                  <a:pt x="952" y="31745"/>
                </a:lnTo>
                <a:lnTo>
                  <a:pt x="888" y="38110"/>
                </a:lnTo>
                <a:lnTo>
                  <a:pt x="25653" y="38110"/>
                </a:lnTo>
                <a:lnTo>
                  <a:pt x="26987" y="23281"/>
                </a:lnTo>
                <a:lnTo>
                  <a:pt x="27025" y="22860"/>
                </a:lnTo>
                <a:lnTo>
                  <a:pt x="129717" y="22860"/>
                </a:lnTo>
                <a:lnTo>
                  <a:pt x="127888" y="12700"/>
                </a:lnTo>
                <a:close/>
              </a:path>
              <a:path w="447675" h="2933700">
                <a:moveTo>
                  <a:pt x="140335" y="25400"/>
                </a:moveTo>
                <a:lnTo>
                  <a:pt x="100837" y="25400"/>
                </a:lnTo>
                <a:lnTo>
                  <a:pt x="104523" y="38110"/>
                </a:lnTo>
                <a:lnTo>
                  <a:pt x="143639" y="38110"/>
                </a:lnTo>
                <a:lnTo>
                  <a:pt x="140335" y="25400"/>
                </a:lnTo>
                <a:close/>
              </a:path>
              <a:path w="447675" h="2933700">
                <a:moveTo>
                  <a:pt x="129717" y="22860"/>
                </a:moveTo>
                <a:lnTo>
                  <a:pt x="27025" y="22860"/>
                </a:lnTo>
                <a:lnTo>
                  <a:pt x="26670" y="31745"/>
                </a:lnTo>
                <a:lnTo>
                  <a:pt x="26585" y="35980"/>
                </a:lnTo>
                <a:lnTo>
                  <a:pt x="26987" y="31745"/>
                </a:lnTo>
                <a:lnTo>
                  <a:pt x="27559" y="25400"/>
                </a:lnTo>
                <a:lnTo>
                  <a:pt x="130175" y="25400"/>
                </a:lnTo>
                <a:lnTo>
                  <a:pt x="129793" y="23281"/>
                </a:lnTo>
                <a:lnTo>
                  <a:pt x="129717" y="22860"/>
                </a:lnTo>
                <a:close/>
              </a:path>
              <a:path w="447675" h="2933700">
                <a:moveTo>
                  <a:pt x="111125" y="0"/>
                </a:moveTo>
                <a:lnTo>
                  <a:pt x="15748" y="0"/>
                </a:lnTo>
                <a:lnTo>
                  <a:pt x="13588" y="12700"/>
                </a:lnTo>
                <a:lnTo>
                  <a:pt x="114935" y="12700"/>
                </a:lnTo>
                <a:lnTo>
                  <a:pt x="111125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861302" y="1065657"/>
            <a:ext cx="126618" cy="16637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089013" y="1046480"/>
            <a:ext cx="323215" cy="21031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161026" y="1042161"/>
            <a:ext cx="1421765" cy="14477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745734" y="1773554"/>
            <a:ext cx="817223" cy="15621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722236" y="1767332"/>
            <a:ext cx="127127" cy="18161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948551" y="1804289"/>
            <a:ext cx="56260" cy="50291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100061" y="1742439"/>
            <a:ext cx="189103" cy="1981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186679" y="2357675"/>
            <a:ext cx="1109118" cy="13457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925000" y="3060826"/>
            <a:ext cx="1260251" cy="15240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023865" y="3939032"/>
            <a:ext cx="1169670" cy="15366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402482" y="3935603"/>
            <a:ext cx="553639" cy="21716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945371" y="1109698"/>
            <a:ext cx="218821" cy="33873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9409303" y="1146175"/>
            <a:ext cx="302005" cy="20955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0309580" y="1196975"/>
            <a:ext cx="66573" cy="5245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0009758" y="1097914"/>
            <a:ext cx="206248" cy="24257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0455337" y="1098930"/>
            <a:ext cx="144983" cy="19557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784713" y="1127886"/>
            <a:ext cx="780764" cy="202691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504051" y="2360295"/>
            <a:ext cx="148152" cy="17780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767321" y="2347214"/>
            <a:ext cx="365341" cy="211836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874129" y="3056127"/>
            <a:ext cx="180213" cy="22732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697726" y="3153664"/>
            <a:ext cx="58293" cy="5791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8802243" y="1788160"/>
            <a:ext cx="2844164" cy="374268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459854" y="3090926"/>
            <a:ext cx="163702" cy="184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ECD509D-D183-8860-8770-9BFD290B3941}"/>
                  </a:ext>
                </a:extLst>
              </p14:cNvPr>
              <p14:cNvContentPartPr/>
              <p14:nvPr/>
            </p14:nvContentPartPr>
            <p14:xfrm>
              <a:off x="5049648" y="1567656"/>
              <a:ext cx="192960" cy="3132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ECD509D-D183-8860-8770-9BFD290B394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043528" y="1561536"/>
                <a:ext cx="2052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BE04B2C-DF0E-3582-63AC-1DE3D9C4E92D}"/>
                  </a:ext>
                </a:extLst>
              </p14:cNvPr>
              <p14:cNvContentPartPr/>
              <p14:nvPr/>
            </p14:nvContentPartPr>
            <p14:xfrm>
              <a:off x="5043168" y="1991376"/>
              <a:ext cx="46440" cy="360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BE04B2C-DF0E-3582-63AC-1DE3D9C4E92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037048" y="1985256"/>
                <a:ext cx="586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15D49AFB-82BD-205D-D64F-7AFE9E691064}"/>
              </a:ext>
            </a:extLst>
          </p:cNvPr>
          <p:cNvGrpSpPr/>
          <p:nvPr/>
        </p:nvGrpSpPr>
        <p:grpSpPr>
          <a:xfrm>
            <a:off x="3624048" y="4099896"/>
            <a:ext cx="418320" cy="122760"/>
            <a:chOff x="3624048" y="4099896"/>
            <a:chExt cx="418320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34F56D-4923-7506-CB9F-45A18A429A53}"/>
                    </a:ext>
                  </a:extLst>
                </p14:cNvPr>
                <p14:cNvContentPartPr/>
                <p14:nvPr/>
              </p14:nvContentPartPr>
              <p14:xfrm>
                <a:off x="3746088" y="4140216"/>
                <a:ext cx="196920" cy="10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34F56D-4923-7506-CB9F-45A18A429A5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39968" y="4134096"/>
                  <a:ext cx="209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FAF01B0-C71E-9653-3868-B7082261B185}"/>
                    </a:ext>
                  </a:extLst>
                </p14:cNvPr>
                <p14:cNvContentPartPr/>
                <p14:nvPr/>
              </p14:nvContentPartPr>
              <p14:xfrm>
                <a:off x="3624048" y="4198536"/>
                <a:ext cx="241200" cy="24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FAF01B0-C71E-9653-3868-B7082261B18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17928" y="4192416"/>
                  <a:ext cx="253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173A548-93B7-C65A-7FE0-F8FAFE6B985F}"/>
                    </a:ext>
                  </a:extLst>
                </p14:cNvPr>
                <p14:cNvContentPartPr/>
                <p14:nvPr/>
              </p14:nvContentPartPr>
              <p14:xfrm>
                <a:off x="3732768" y="4202496"/>
                <a:ext cx="210960" cy="12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173A548-93B7-C65A-7FE0-F8FAFE6B985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26648" y="4196376"/>
                  <a:ext cx="223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4713D8-2039-9E14-0C8F-D9DB221336CA}"/>
                    </a:ext>
                  </a:extLst>
                </p14:cNvPr>
                <p14:cNvContentPartPr/>
                <p14:nvPr/>
              </p14:nvContentPartPr>
              <p14:xfrm>
                <a:off x="3781008" y="4184856"/>
                <a:ext cx="97920" cy="8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4713D8-2039-9E14-0C8F-D9DB221336C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774888" y="4178736"/>
                  <a:ext cx="11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E92EC7-D73B-7442-8E93-4491D2217401}"/>
                    </a:ext>
                  </a:extLst>
                </p14:cNvPr>
                <p14:cNvContentPartPr/>
                <p14:nvPr/>
              </p14:nvContentPartPr>
              <p14:xfrm>
                <a:off x="3664728" y="4099896"/>
                <a:ext cx="377640" cy="105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92EC7-D73B-7442-8E93-4491D221740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58608" y="4093776"/>
                  <a:ext cx="3898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8F098D5-3438-708B-5DB8-F4E1684B4B68}"/>
              </a:ext>
            </a:extLst>
          </p:cNvPr>
          <p:cNvGrpSpPr/>
          <p:nvPr/>
        </p:nvGrpSpPr>
        <p:grpSpPr>
          <a:xfrm>
            <a:off x="6766848" y="797616"/>
            <a:ext cx="1663920" cy="699120"/>
            <a:chOff x="6766848" y="797616"/>
            <a:chExt cx="1663920" cy="69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8D750BC-E026-FE51-4100-26A805AD42D7}"/>
                    </a:ext>
                  </a:extLst>
                </p14:cNvPr>
                <p14:cNvContentPartPr/>
                <p14:nvPr/>
              </p14:nvContentPartPr>
              <p14:xfrm>
                <a:off x="6766848" y="846936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8D750BC-E026-FE51-4100-26A805AD42D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60728" y="84081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EE0A772-F260-7042-0386-0F6AFA388EFB}"/>
                    </a:ext>
                  </a:extLst>
                </p14:cNvPr>
                <p14:cNvContentPartPr/>
                <p14:nvPr/>
              </p14:nvContentPartPr>
              <p14:xfrm>
                <a:off x="6830928" y="797616"/>
                <a:ext cx="145800" cy="163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EE0A772-F260-7042-0386-0F6AFA388EF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24808" y="791496"/>
                  <a:ext cx="158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887C01-CB75-369D-7366-AEC212409894}"/>
                    </a:ext>
                  </a:extLst>
                </p14:cNvPr>
                <p14:cNvContentPartPr/>
                <p14:nvPr/>
              </p14:nvContentPartPr>
              <p14:xfrm>
                <a:off x="6981768" y="902016"/>
                <a:ext cx="97200" cy="77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887C01-CB75-369D-7366-AEC21240989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75648" y="895896"/>
                  <a:ext cx="109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1FD9B5C-DC90-BE31-976C-F47D95011DA0}"/>
                    </a:ext>
                  </a:extLst>
                </p14:cNvPr>
                <p14:cNvContentPartPr/>
                <p14:nvPr/>
              </p14:nvContentPartPr>
              <p14:xfrm>
                <a:off x="7157448" y="818136"/>
                <a:ext cx="25200" cy="160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1FD9B5C-DC90-BE31-976C-F47D95011D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51328" y="812016"/>
                  <a:ext cx="3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3B2455B-8889-50D2-51EC-2FC0459E7FB0}"/>
                    </a:ext>
                  </a:extLst>
                </p14:cNvPr>
                <p14:cNvContentPartPr/>
                <p14:nvPr/>
              </p14:nvContentPartPr>
              <p14:xfrm>
                <a:off x="7136568" y="865296"/>
                <a:ext cx="258120" cy="104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3B2455B-8889-50D2-51EC-2FC0459E7FB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30448" y="859176"/>
                  <a:ext cx="2703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BC50F13-6B3E-CFB1-05DA-0ADA65B389DF}"/>
                    </a:ext>
                  </a:extLst>
                </p14:cNvPr>
                <p14:cNvContentPartPr/>
                <p14:nvPr/>
              </p14:nvContentPartPr>
              <p14:xfrm>
                <a:off x="7341768" y="864576"/>
                <a:ext cx="221040" cy="139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BC50F13-6B3E-CFB1-05DA-0ADA65B389D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35648" y="858456"/>
                  <a:ext cx="233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9803ABB-92AD-5A4E-1AA6-7A78417D35D5}"/>
                    </a:ext>
                  </a:extLst>
                </p14:cNvPr>
                <p14:cNvContentPartPr/>
                <p14:nvPr/>
              </p14:nvContentPartPr>
              <p14:xfrm>
                <a:off x="7430688" y="1008936"/>
                <a:ext cx="174960" cy="411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9803ABB-92AD-5A4E-1AA6-7A78417D35D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424568" y="1002816"/>
                  <a:ext cx="1872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98FC563-FC66-DE7B-C371-EFB26F3D3142}"/>
                    </a:ext>
                  </a:extLst>
                </p14:cNvPr>
                <p14:cNvContentPartPr/>
                <p14:nvPr/>
              </p14:nvContentPartPr>
              <p14:xfrm>
                <a:off x="7555608" y="1186776"/>
                <a:ext cx="76680" cy="230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98FC563-FC66-DE7B-C371-EFB26F3D314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549488" y="1180656"/>
                  <a:ext cx="88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7718B10-0250-DFEB-79A3-306FE7853A32}"/>
                    </a:ext>
                  </a:extLst>
                </p14:cNvPr>
                <p14:cNvContentPartPr/>
                <p14:nvPr/>
              </p14:nvContentPartPr>
              <p14:xfrm>
                <a:off x="7660008" y="1158336"/>
                <a:ext cx="180720" cy="226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7718B10-0250-DFEB-79A3-306FE7853A3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53888" y="1152216"/>
                  <a:ext cx="192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7E2CD80-8521-3A50-75D7-708A5D333D2A}"/>
                    </a:ext>
                  </a:extLst>
                </p14:cNvPr>
                <p14:cNvContentPartPr/>
                <p14:nvPr/>
              </p14:nvContentPartPr>
              <p14:xfrm>
                <a:off x="7948008" y="1217016"/>
                <a:ext cx="195840" cy="156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7E2CD80-8521-3A50-75D7-708A5D333D2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941888" y="1210896"/>
                  <a:ext cx="208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0CFD4CC-E62F-6308-7F39-5C571B7912BA}"/>
                    </a:ext>
                  </a:extLst>
                </p14:cNvPr>
                <p14:cNvContentPartPr/>
                <p14:nvPr/>
              </p14:nvContentPartPr>
              <p14:xfrm>
                <a:off x="8228448" y="1096776"/>
                <a:ext cx="9000" cy="280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0CFD4CC-E62F-6308-7F39-5C571B7912B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22328" y="1090656"/>
                  <a:ext cx="21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29A0B80-1B34-B330-E1A1-AC980AE0656E}"/>
                    </a:ext>
                  </a:extLst>
                </p14:cNvPr>
                <p14:cNvContentPartPr/>
                <p14:nvPr/>
              </p14:nvContentPartPr>
              <p14:xfrm>
                <a:off x="8174448" y="1257696"/>
                <a:ext cx="22320" cy="7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29A0B80-1B34-B330-E1A1-AC980AE0656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168328" y="1251576"/>
                  <a:ext cx="345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E9596C5-D6D6-4790-C48F-B53F527FBD51}"/>
                    </a:ext>
                  </a:extLst>
                </p14:cNvPr>
                <p14:cNvContentPartPr/>
                <p14:nvPr/>
              </p14:nvContentPartPr>
              <p14:xfrm>
                <a:off x="8326008" y="1220256"/>
                <a:ext cx="104760" cy="123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E9596C5-D6D6-4790-C48F-B53F527FBD5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19888" y="1214136"/>
                  <a:ext cx="117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18351B-EE32-C9CA-65CE-5C2F81300810}"/>
                    </a:ext>
                  </a:extLst>
                </p14:cNvPr>
                <p14:cNvContentPartPr/>
                <p14:nvPr/>
              </p14:nvContentPartPr>
              <p14:xfrm>
                <a:off x="7601688" y="1467936"/>
                <a:ext cx="594000" cy="28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818351B-EE32-C9CA-65CE-5C2F8130081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95568" y="1461816"/>
                  <a:ext cx="606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A017A42-A933-1C68-4EA9-E0AFAD0B454B}"/>
                    </a:ext>
                  </a:extLst>
                </p14:cNvPr>
                <p14:cNvContentPartPr/>
                <p14:nvPr/>
              </p14:nvContentPartPr>
              <p14:xfrm>
                <a:off x="8177688" y="1211256"/>
                <a:ext cx="200160" cy="5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A017A42-A933-1C68-4EA9-E0AFAD0B454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171568" y="1205136"/>
                  <a:ext cx="21240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E475142-338E-DEEC-213E-1DB11B87A85D}"/>
              </a:ext>
            </a:extLst>
          </p:cNvPr>
          <p:cNvGrpSpPr/>
          <p:nvPr/>
        </p:nvGrpSpPr>
        <p:grpSpPr>
          <a:xfrm>
            <a:off x="7841088" y="1948896"/>
            <a:ext cx="690480" cy="494280"/>
            <a:chOff x="7841088" y="1948896"/>
            <a:chExt cx="69048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EFE92D9-2CA3-A0F7-6CBC-257D39DA6EC7}"/>
                    </a:ext>
                  </a:extLst>
                </p14:cNvPr>
                <p14:cNvContentPartPr/>
                <p14:nvPr/>
              </p14:nvContentPartPr>
              <p14:xfrm>
                <a:off x="7999128" y="1948896"/>
                <a:ext cx="121680" cy="289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EFE92D9-2CA3-A0F7-6CBC-257D39DA6E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993008" y="1942776"/>
                  <a:ext cx="133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83C0961-BA67-8989-E438-01F50EDBC974}"/>
                    </a:ext>
                  </a:extLst>
                </p14:cNvPr>
                <p14:cNvContentPartPr/>
                <p14:nvPr/>
              </p14:nvContentPartPr>
              <p14:xfrm>
                <a:off x="8173368" y="2097936"/>
                <a:ext cx="15840" cy="85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83C0961-BA67-8989-E438-01F50EDBC97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67248" y="2091816"/>
                  <a:ext cx="2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84CD04-F9A4-E2E1-4389-3E152B728A45}"/>
                    </a:ext>
                  </a:extLst>
                </p14:cNvPr>
                <p14:cNvContentPartPr/>
                <p14:nvPr/>
              </p14:nvContentPartPr>
              <p14:xfrm>
                <a:off x="8186688" y="2029896"/>
                <a:ext cx="9000" cy="4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84CD04-F9A4-E2E1-4389-3E152B728A4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180568" y="2023776"/>
                  <a:ext cx="212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B12BE44-96C2-BC80-F0F5-63EB877E2A67}"/>
                    </a:ext>
                  </a:extLst>
                </p14:cNvPr>
                <p14:cNvContentPartPr/>
                <p14:nvPr/>
              </p14:nvContentPartPr>
              <p14:xfrm>
                <a:off x="8269848" y="2091096"/>
                <a:ext cx="58320" cy="113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B12BE44-96C2-BC80-F0F5-63EB877E2A6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263728" y="2084976"/>
                  <a:ext cx="705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930C7E5-2F37-65F9-D2D2-1AE56C3F667E}"/>
                    </a:ext>
                  </a:extLst>
                </p14:cNvPr>
                <p14:cNvContentPartPr/>
                <p14:nvPr/>
              </p14:nvContentPartPr>
              <p14:xfrm>
                <a:off x="8374608" y="1981656"/>
                <a:ext cx="147960" cy="223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930C7E5-2F37-65F9-D2D2-1AE56C3F667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68488" y="1975536"/>
                  <a:ext cx="160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BE2418F-1DA7-8829-03B0-9166F62AB681}"/>
                    </a:ext>
                  </a:extLst>
                </p14:cNvPr>
                <p14:cNvContentPartPr/>
                <p14:nvPr/>
              </p14:nvContentPartPr>
              <p14:xfrm>
                <a:off x="7856208" y="2248056"/>
                <a:ext cx="675360" cy="90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BE2418F-1DA7-8829-03B0-9166F62AB6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850088" y="2241936"/>
                  <a:ext cx="687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B08B0EA-4D94-5C0F-2071-85B5AA294C95}"/>
                    </a:ext>
                  </a:extLst>
                </p14:cNvPr>
                <p14:cNvContentPartPr/>
                <p14:nvPr/>
              </p14:nvContentPartPr>
              <p14:xfrm>
                <a:off x="7841088" y="2334816"/>
                <a:ext cx="565920" cy="108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B08B0EA-4D94-5C0F-2071-85B5AA294C9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4968" y="2328696"/>
                  <a:ext cx="5781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ABCD9CA-4063-8568-927B-CD8F98ACB8C7}"/>
              </a:ext>
            </a:extLst>
          </p:cNvPr>
          <p:cNvGrpSpPr/>
          <p:nvPr/>
        </p:nvGrpSpPr>
        <p:grpSpPr>
          <a:xfrm>
            <a:off x="761328" y="1367136"/>
            <a:ext cx="180360" cy="203760"/>
            <a:chOff x="761328" y="1367136"/>
            <a:chExt cx="18036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94E7916-81B0-7A3E-182D-5507A6CF323F}"/>
                    </a:ext>
                  </a:extLst>
                </p14:cNvPr>
                <p14:cNvContentPartPr/>
                <p14:nvPr/>
              </p14:nvContentPartPr>
              <p14:xfrm>
                <a:off x="832608" y="1367136"/>
                <a:ext cx="30960" cy="169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94E7916-81B0-7A3E-182D-5507A6CF323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26488" y="1361016"/>
                  <a:ext cx="43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13A9EA4-2CEF-EF1B-636C-CE1DF310D3E3}"/>
                    </a:ext>
                  </a:extLst>
                </p14:cNvPr>
                <p14:cNvContentPartPr/>
                <p14:nvPr/>
              </p14:nvContentPartPr>
              <p14:xfrm>
                <a:off x="761328" y="1479816"/>
                <a:ext cx="180360" cy="91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13A9EA4-2CEF-EF1B-636C-CE1DF310D3E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5208" y="1473696"/>
                  <a:ext cx="1926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AB7D90-AADD-1ECF-B7B8-AF153DD316C5}"/>
              </a:ext>
            </a:extLst>
          </p:cNvPr>
          <p:cNvGrpSpPr/>
          <p:nvPr/>
        </p:nvGrpSpPr>
        <p:grpSpPr>
          <a:xfrm>
            <a:off x="718488" y="2080296"/>
            <a:ext cx="233640" cy="213120"/>
            <a:chOff x="718488" y="2080296"/>
            <a:chExt cx="23364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CC3F418-339E-34CA-ED8D-3A451E5ECC18}"/>
                    </a:ext>
                  </a:extLst>
                </p14:cNvPr>
                <p14:cNvContentPartPr/>
                <p14:nvPr/>
              </p14:nvContentPartPr>
              <p14:xfrm>
                <a:off x="826848" y="2080296"/>
                <a:ext cx="15840" cy="145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CC3F418-339E-34CA-ED8D-3A451E5ECC1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20728" y="2074176"/>
                  <a:ext cx="28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ED9F0A2-1060-38BA-F77C-02A91E753B29}"/>
                    </a:ext>
                  </a:extLst>
                </p14:cNvPr>
                <p14:cNvContentPartPr/>
                <p14:nvPr/>
              </p14:nvContentPartPr>
              <p14:xfrm>
                <a:off x="718488" y="2207736"/>
                <a:ext cx="233640" cy="85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ED9F0A2-1060-38BA-F77C-02A91E753B2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12368" y="2201616"/>
                  <a:ext cx="24588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547B00B-DDE6-E106-539A-C633F1D49775}"/>
              </a:ext>
            </a:extLst>
          </p:cNvPr>
          <p:cNvGrpSpPr/>
          <p:nvPr/>
        </p:nvGrpSpPr>
        <p:grpSpPr>
          <a:xfrm>
            <a:off x="708768" y="2729016"/>
            <a:ext cx="199800" cy="225720"/>
            <a:chOff x="708768" y="2729016"/>
            <a:chExt cx="19980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DF58F1-915E-7C1B-51C0-D4BB7EC0B096}"/>
                    </a:ext>
                  </a:extLst>
                </p14:cNvPr>
                <p14:cNvContentPartPr/>
                <p14:nvPr/>
              </p14:nvContentPartPr>
              <p14:xfrm>
                <a:off x="775728" y="2729016"/>
                <a:ext cx="36000" cy="140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DF58F1-915E-7C1B-51C0-D4BB7EC0B0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9608" y="2722896"/>
                  <a:ext cx="48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220B9CE-F953-EF7A-77E0-EF7A0A07D931}"/>
                    </a:ext>
                  </a:extLst>
                </p14:cNvPr>
                <p14:cNvContentPartPr/>
                <p14:nvPr/>
              </p14:nvContentPartPr>
              <p14:xfrm>
                <a:off x="708768" y="2828736"/>
                <a:ext cx="199800" cy="126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220B9CE-F953-EF7A-77E0-EF7A0A07D9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02648" y="2822616"/>
                  <a:ext cx="21204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30F1BF0-B925-843E-0A83-DDDCDFE14C2A}"/>
              </a:ext>
            </a:extLst>
          </p:cNvPr>
          <p:cNvGrpSpPr/>
          <p:nvPr/>
        </p:nvGrpSpPr>
        <p:grpSpPr>
          <a:xfrm>
            <a:off x="715248" y="3425256"/>
            <a:ext cx="177120" cy="203400"/>
            <a:chOff x="715248" y="3425256"/>
            <a:chExt cx="17712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6580436-AE0A-4BA4-6B38-73A1576D4479}"/>
                    </a:ext>
                  </a:extLst>
                </p14:cNvPr>
                <p14:cNvContentPartPr/>
                <p14:nvPr/>
              </p14:nvContentPartPr>
              <p14:xfrm>
                <a:off x="766728" y="3425256"/>
                <a:ext cx="13680" cy="167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6580436-AE0A-4BA4-6B38-73A1576D447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0608" y="3419136"/>
                  <a:ext cx="25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2E3FA99-42C6-EFA4-9F96-80A4DFDFAB9D}"/>
                    </a:ext>
                  </a:extLst>
                </p14:cNvPr>
                <p14:cNvContentPartPr/>
                <p14:nvPr/>
              </p14:nvContentPartPr>
              <p14:xfrm>
                <a:off x="715248" y="3532896"/>
                <a:ext cx="177120" cy="95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2E3FA99-42C6-EFA4-9F96-80A4DFDFAB9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9128" y="3526776"/>
                  <a:ext cx="1893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4E8D4EA-4C36-1085-72F0-FD8546743FC7}"/>
              </a:ext>
            </a:extLst>
          </p:cNvPr>
          <p:cNvGrpSpPr/>
          <p:nvPr/>
        </p:nvGrpSpPr>
        <p:grpSpPr>
          <a:xfrm>
            <a:off x="655128" y="681336"/>
            <a:ext cx="772560" cy="247680"/>
            <a:chOff x="655128" y="681336"/>
            <a:chExt cx="77256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B21190-DCD5-890A-F5DB-673FB1497315}"/>
                    </a:ext>
                  </a:extLst>
                </p14:cNvPr>
                <p14:cNvContentPartPr/>
                <p14:nvPr/>
              </p14:nvContentPartPr>
              <p14:xfrm>
                <a:off x="655128" y="681336"/>
                <a:ext cx="228240" cy="192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B21190-DCD5-890A-F5DB-673FB149731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49008" y="675216"/>
                  <a:ext cx="240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3ACE82A-3F4D-5F53-991D-3404DDC41859}"/>
                    </a:ext>
                  </a:extLst>
                </p14:cNvPr>
                <p14:cNvContentPartPr/>
                <p14:nvPr/>
              </p14:nvContentPartPr>
              <p14:xfrm>
                <a:off x="895968" y="742176"/>
                <a:ext cx="323280" cy="154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3ACE82A-3F4D-5F53-991D-3404DDC4185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89848" y="736056"/>
                  <a:ext cx="335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EE75D7-A387-0B07-7811-72F7E06BC343}"/>
                    </a:ext>
                  </a:extLst>
                </p14:cNvPr>
                <p14:cNvContentPartPr/>
                <p14:nvPr/>
              </p14:nvContentPartPr>
              <p14:xfrm>
                <a:off x="1140048" y="708696"/>
                <a:ext cx="2520" cy="11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EE75D7-A387-0B07-7811-72F7E06BC34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33928" y="702576"/>
                  <a:ext cx="14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12125C5-8E55-6620-B3B1-7A479903733D}"/>
                    </a:ext>
                  </a:extLst>
                </p14:cNvPr>
                <p14:cNvContentPartPr/>
                <p14:nvPr/>
              </p14:nvContentPartPr>
              <p14:xfrm>
                <a:off x="1240848" y="833976"/>
                <a:ext cx="186840" cy="95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12125C5-8E55-6620-B3B1-7A479903733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234728" y="827856"/>
                  <a:ext cx="199080" cy="107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245" y="1757552"/>
            <a:ext cx="656367" cy="1574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330827" y="1058163"/>
            <a:ext cx="447675" cy="2933700"/>
          </a:xfrm>
          <a:custGeom>
            <a:avLst/>
            <a:gdLst/>
            <a:ahLst/>
            <a:cxnLst/>
            <a:rect l="l" t="t" r="r" b="b"/>
            <a:pathLst>
              <a:path w="447675" h="2933700">
                <a:moveTo>
                  <a:pt x="355473" y="2921000"/>
                </a:moveTo>
                <a:lnTo>
                  <a:pt x="225425" y="2921000"/>
                </a:lnTo>
                <a:lnTo>
                  <a:pt x="237362" y="2933700"/>
                </a:lnTo>
                <a:lnTo>
                  <a:pt x="348488" y="2933700"/>
                </a:lnTo>
                <a:lnTo>
                  <a:pt x="355473" y="2921000"/>
                </a:lnTo>
                <a:close/>
              </a:path>
              <a:path w="447675" h="2933700">
                <a:moveTo>
                  <a:pt x="378840" y="2908300"/>
                </a:moveTo>
                <a:lnTo>
                  <a:pt x="197738" y="2908300"/>
                </a:lnTo>
                <a:lnTo>
                  <a:pt x="211074" y="2921000"/>
                </a:lnTo>
                <a:lnTo>
                  <a:pt x="377951" y="2921000"/>
                </a:lnTo>
                <a:lnTo>
                  <a:pt x="378840" y="2908300"/>
                </a:lnTo>
                <a:close/>
              </a:path>
              <a:path w="447675" h="2933700">
                <a:moveTo>
                  <a:pt x="232028" y="2895600"/>
                </a:moveTo>
                <a:lnTo>
                  <a:pt x="178943" y="2895600"/>
                </a:lnTo>
                <a:lnTo>
                  <a:pt x="196596" y="2908300"/>
                </a:lnTo>
                <a:lnTo>
                  <a:pt x="245237" y="2908300"/>
                </a:lnTo>
                <a:lnTo>
                  <a:pt x="232028" y="2895600"/>
                </a:lnTo>
                <a:close/>
              </a:path>
              <a:path w="447675" h="2933700">
                <a:moveTo>
                  <a:pt x="399034" y="2895600"/>
                </a:moveTo>
                <a:lnTo>
                  <a:pt x="302640" y="2895600"/>
                </a:lnTo>
                <a:lnTo>
                  <a:pt x="292100" y="2908300"/>
                </a:lnTo>
                <a:lnTo>
                  <a:pt x="393446" y="2908300"/>
                </a:lnTo>
                <a:lnTo>
                  <a:pt x="399034" y="2895600"/>
                </a:lnTo>
                <a:close/>
              </a:path>
              <a:path w="447675" h="2933700">
                <a:moveTo>
                  <a:pt x="148844" y="2832100"/>
                </a:moveTo>
                <a:lnTo>
                  <a:pt x="140588" y="2832100"/>
                </a:lnTo>
                <a:lnTo>
                  <a:pt x="140208" y="2844800"/>
                </a:lnTo>
                <a:lnTo>
                  <a:pt x="141732" y="2844800"/>
                </a:lnTo>
                <a:lnTo>
                  <a:pt x="161925" y="2870200"/>
                </a:lnTo>
                <a:lnTo>
                  <a:pt x="178053" y="2895600"/>
                </a:lnTo>
                <a:lnTo>
                  <a:pt x="207772" y="2895600"/>
                </a:lnTo>
                <a:lnTo>
                  <a:pt x="188213" y="2882900"/>
                </a:lnTo>
                <a:lnTo>
                  <a:pt x="189484" y="2882900"/>
                </a:lnTo>
                <a:lnTo>
                  <a:pt x="171196" y="2857500"/>
                </a:lnTo>
                <a:lnTo>
                  <a:pt x="148844" y="2832100"/>
                </a:lnTo>
                <a:close/>
              </a:path>
              <a:path w="447675" h="2933700">
                <a:moveTo>
                  <a:pt x="411352" y="2882900"/>
                </a:moveTo>
                <a:lnTo>
                  <a:pt x="347345" y="2882900"/>
                </a:lnTo>
                <a:lnTo>
                  <a:pt x="340613" y="2895600"/>
                </a:lnTo>
                <a:lnTo>
                  <a:pt x="406273" y="2895600"/>
                </a:lnTo>
                <a:lnTo>
                  <a:pt x="411352" y="2882900"/>
                </a:lnTo>
                <a:close/>
              </a:path>
              <a:path w="447675" h="2933700">
                <a:moveTo>
                  <a:pt x="422528" y="2870200"/>
                </a:moveTo>
                <a:lnTo>
                  <a:pt x="369697" y="2870200"/>
                </a:lnTo>
                <a:lnTo>
                  <a:pt x="363727" y="2882900"/>
                </a:lnTo>
                <a:lnTo>
                  <a:pt x="417957" y="2882900"/>
                </a:lnTo>
                <a:lnTo>
                  <a:pt x="422528" y="2870200"/>
                </a:lnTo>
                <a:close/>
              </a:path>
              <a:path w="447675" h="2933700">
                <a:moveTo>
                  <a:pt x="427355" y="2857500"/>
                </a:moveTo>
                <a:lnTo>
                  <a:pt x="383539" y="2857500"/>
                </a:lnTo>
                <a:lnTo>
                  <a:pt x="378460" y="2870200"/>
                </a:lnTo>
                <a:lnTo>
                  <a:pt x="423163" y="2870200"/>
                </a:lnTo>
                <a:lnTo>
                  <a:pt x="427355" y="2857500"/>
                </a:lnTo>
                <a:close/>
              </a:path>
              <a:path w="447675" h="2933700">
                <a:moveTo>
                  <a:pt x="435101" y="2844800"/>
                </a:moveTo>
                <a:lnTo>
                  <a:pt x="391668" y="2844800"/>
                </a:lnTo>
                <a:lnTo>
                  <a:pt x="387096" y="2857500"/>
                </a:lnTo>
                <a:lnTo>
                  <a:pt x="431546" y="2857500"/>
                </a:lnTo>
                <a:lnTo>
                  <a:pt x="435101" y="2844800"/>
                </a:lnTo>
                <a:close/>
              </a:path>
              <a:path w="447675" h="2933700">
                <a:moveTo>
                  <a:pt x="398399" y="2832100"/>
                </a:moveTo>
                <a:lnTo>
                  <a:pt x="394715" y="2844800"/>
                </a:lnTo>
                <a:lnTo>
                  <a:pt x="397890" y="2844800"/>
                </a:lnTo>
                <a:lnTo>
                  <a:pt x="398399" y="2832100"/>
                </a:lnTo>
                <a:close/>
              </a:path>
              <a:path w="447675" h="2933700">
                <a:moveTo>
                  <a:pt x="440436" y="2832100"/>
                </a:moveTo>
                <a:lnTo>
                  <a:pt x="400685" y="2832100"/>
                </a:lnTo>
                <a:lnTo>
                  <a:pt x="397890" y="2844800"/>
                </a:lnTo>
                <a:lnTo>
                  <a:pt x="438023" y="2844800"/>
                </a:lnTo>
                <a:lnTo>
                  <a:pt x="440436" y="2832100"/>
                </a:lnTo>
                <a:close/>
              </a:path>
              <a:path w="447675" h="2933700">
                <a:moveTo>
                  <a:pt x="442340" y="2819400"/>
                </a:moveTo>
                <a:lnTo>
                  <a:pt x="405130" y="2819400"/>
                </a:lnTo>
                <a:lnTo>
                  <a:pt x="402717" y="2832100"/>
                </a:lnTo>
                <a:lnTo>
                  <a:pt x="440689" y="2832100"/>
                </a:lnTo>
                <a:lnTo>
                  <a:pt x="442340" y="2819400"/>
                </a:lnTo>
                <a:close/>
              </a:path>
              <a:path w="447675" h="2933700">
                <a:moveTo>
                  <a:pt x="446024" y="2743200"/>
                </a:moveTo>
                <a:lnTo>
                  <a:pt x="409575" y="2743200"/>
                </a:lnTo>
                <a:lnTo>
                  <a:pt x="410337" y="2755900"/>
                </a:lnTo>
                <a:lnTo>
                  <a:pt x="410590" y="2768600"/>
                </a:lnTo>
                <a:lnTo>
                  <a:pt x="410590" y="2781300"/>
                </a:lnTo>
                <a:lnTo>
                  <a:pt x="410337" y="2781300"/>
                </a:lnTo>
                <a:lnTo>
                  <a:pt x="409828" y="2794000"/>
                </a:lnTo>
                <a:lnTo>
                  <a:pt x="408939" y="2806700"/>
                </a:lnTo>
                <a:lnTo>
                  <a:pt x="408177" y="2806700"/>
                </a:lnTo>
                <a:lnTo>
                  <a:pt x="406400" y="2819400"/>
                </a:lnTo>
                <a:lnTo>
                  <a:pt x="444500" y="2819400"/>
                </a:lnTo>
                <a:lnTo>
                  <a:pt x="446532" y="2794000"/>
                </a:lnTo>
                <a:lnTo>
                  <a:pt x="447039" y="2794000"/>
                </a:lnTo>
                <a:lnTo>
                  <a:pt x="447294" y="2781300"/>
                </a:lnTo>
                <a:lnTo>
                  <a:pt x="447294" y="2768600"/>
                </a:lnTo>
                <a:lnTo>
                  <a:pt x="446786" y="2755900"/>
                </a:lnTo>
                <a:lnTo>
                  <a:pt x="446024" y="2743200"/>
                </a:lnTo>
                <a:close/>
              </a:path>
              <a:path w="447675" h="2933700">
                <a:moveTo>
                  <a:pt x="250062" y="1308100"/>
                </a:moveTo>
                <a:lnTo>
                  <a:pt x="216026" y="1308100"/>
                </a:lnTo>
                <a:lnTo>
                  <a:pt x="214249" y="1320800"/>
                </a:lnTo>
                <a:lnTo>
                  <a:pt x="212851" y="1333500"/>
                </a:lnTo>
                <a:lnTo>
                  <a:pt x="211582" y="1333500"/>
                </a:lnTo>
                <a:lnTo>
                  <a:pt x="210058" y="1346200"/>
                </a:lnTo>
                <a:lnTo>
                  <a:pt x="209042" y="1358900"/>
                </a:lnTo>
                <a:lnTo>
                  <a:pt x="207899" y="1371600"/>
                </a:lnTo>
                <a:lnTo>
                  <a:pt x="207010" y="1371600"/>
                </a:lnTo>
                <a:lnTo>
                  <a:pt x="206121" y="1384300"/>
                </a:lnTo>
                <a:lnTo>
                  <a:pt x="205359" y="1397000"/>
                </a:lnTo>
                <a:lnTo>
                  <a:pt x="204088" y="1422400"/>
                </a:lnTo>
                <a:lnTo>
                  <a:pt x="203581" y="1422400"/>
                </a:lnTo>
                <a:lnTo>
                  <a:pt x="203073" y="1435100"/>
                </a:lnTo>
                <a:lnTo>
                  <a:pt x="202692" y="1447800"/>
                </a:lnTo>
                <a:lnTo>
                  <a:pt x="202184" y="1473200"/>
                </a:lnTo>
                <a:lnTo>
                  <a:pt x="202057" y="1524000"/>
                </a:lnTo>
                <a:lnTo>
                  <a:pt x="202311" y="1536700"/>
                </a:lnTo>
                <a:lnTo>
                  <a:pt x="204977" y="1600200"/>
                </a:lnTo>
                <a:lnTo>
                  <a:pt x="208787" y="1651000"/>
                </a:lnTo>
                <a:lnTo>
                  <a:pt x="210058" y="1663700"/>
                </a:lnTo>
                <a:lnTo>
                  <a:pt x="211200" y="1676400"/>
                </a:lnTo>
                <a:lnTo>
                  <a:pt x="213995" y="1701800"/>
                </a:lnTo>
                <a:lnTo>
                  <a:pt x="215264" y="1714500"/>
                </a:lnTo>
                <a:lnTo>
                  <a:pt x="218694" y="1739900"/>
                </a:lnTo>
                <a:lnTo>
                  <a:pt x="222503" y="1765300"/>
                </a:lnTo>
                <a:lnTo>
                  <a:pt x="222631" y="1765300"/>
                </a:lnTo>
                <a:lnTo>
                  <a:pt x="224536" y="1778000"/>
                </a:lnTo>
                <a:lnTo>
                  <a:pt x="226568" y="1803400"/>
                </a:lnTo>
                <a:lnTo>
                  <a:pt x="228726" y="1816100"/>
                </a:lnTo>
                <a:lnTo>
                  <a:pt x="234823" y="1854200"/>
                </a:lnTo>
                <a:lnTo>
                  <a:pt x="239395" y="1879600"/>
                </a:lnTo>
                <a:lnTo>
                  <a:pt x="241426" y="1892300"/>
                </a:lnTo>
                <a:lnTo>
                  <a:pt x="243967" y="1917700"/>
                </a:lnTo>
                <a:lnTo>
                  <a:pt x="251333" y="1955800"/>
                </a:lnTo>
                <a:lnTo>
                  <a:pt x="253619" y="1968500"/>
                </a:lnTo>
                <a:lnTo>
                  <a:pt x="256539" y="1993900"/>
                </a:lnTo>
                <a:lnTo>
                  <a:pt x="262127" y="2019300"/>
                </a:lnTo>
                <a:lnTo>
                  <a:pt x="262255" y="2019300"/>
                </a:lnTo>
                <a:lnTo>
                  <a:pt x="264937" y="2043683"/>
                </a:lnTo>
                <a:lnTo>
                  <a:pt x="265049" y="2044700"/>
                </a:lnTo>
                <a:lnTo>
                  <a:pt x="271399" y="2070100"/>
                </a:lnTo>
                <a:lnTo>
                  <a:pt x="274065" y="2082800"/>
                </a:lnTo>
                <a:lnTo>
                  <a:pt x="279908" y="2108200"/>
                </a:lnTo>
                <a:lnTo>
                  <a:pt x="283083" y="2133600"/>
                </a:lnTo>
                <a:lnTo>
                  <a:pt x="289560" y="2159000"/>
                </a:lnTo>
                <a:lnTo>
                  <a:pt x="292481" y="2171700"/>
                </a:lnTo>
                <a:lnTo>
                  <a:pt x="295783" y="2197100"/>
                </a:lnTo>
                <a:lnTo>
                  <a:pt x="302260" y="2222500"/>
                </a:lnTo>
                <a:lnTo>
                  <a:pt x="308863" y="2247900"/>
                </a:lnTo>
                <a:lnTo>
                  <a:pt x="319405" y="2298700"/>
                </a:lnTo>
                <a:lnTo>
                  <a:pt x="322325" y="2311400"/>
                </a:lnTo>
                <a:lnTo>
                  <a:pt x="326136" y="2324100"/>
                </a:lnTo>
                <a:lnTo>
                  <a:pt x="333121" y="2362200"/>
                </a:lnTo>
                <a:lnTo>
                  <a:pt x="343026" y="2400300"/>
                </a:lnTo>
                <a:lnTo>
                  <a:pt x="345821" y="2413000"/>
                </a:lnTo>
                <a:lnTo>
                  <a:pt x="348742" y="2438400"/>
                </a:lnTo>
                <a:lnTo>
                  <a:pt x="351917" y="2451100"/>
                </a:lnTo>
                <a:lnTo>
                  <a:pt x="354584" y="2463800"/>
                </a:lnTo>
                <a:lnTo>
                  <a:pt x="358139" y="2476500"/>
                </a:lnTo>
                <a:lnTo>
                  <a:pt x="360934" y="2489200"/>
                </a:lnTo>
                <a:lnTo>
                  <a:pt x="367284" y="2514600"/>
                </a:lnTo>
                <a:lnTo>
                  <a:pt x="370077" y="2527300"/>
                </a:lnTo>
                <a:lnTo>
                  <a:pt x="375412" y="2552700"/>
                </a:lnTo>
                <a:lnTo>
                  <a:pt x="380492" y="2578100"/>
                </a:lnTo>
                <a:lnTo>
                  <a:pt x="383159" y="2590800"/>
                </a:lnTo>
                <a:lnTo>
                  <a:pt x="385825" y="2616200"/>
                </a:lnTo>
                <a:lnTo>
                  <a:pt x="388238" y="2628900"/>
                </a:lnTo>
                <a:lnTo>
                  <a:pt x="390778" y="2641600"/>
                </a:lnTo>
                <a:lnTo>
                  <a:pt x="393192" y="2654300"/>
                </a:lnTo>
                <a:lnTo>
                  <a:pt x="395605" y="2654300"/>
                </a:lnTo>
                <a:lnTo>
                  <a:pt x="398145" y="2679700"/>
                </a:lnTo>
                <a:lnTo>
                  <a:pt x="400685" y="2692400"/>
                </a:lnTo>
                <a:lnTo>
                  <a:pt x="402844" y="2705100"/>
                </a:lnTo>
                <a:lnTo>
                  <a:pt x="405130" y="2717800"/>
                </a:lnTo>
                <a:lnTo>
                  <a:pt x="407035" y="2730500"/>
                </a:lnTo>
                <a:lnTo>
                  <a:pt x="408559" y="2743200"/>
                </a:lnTo>
                <a:lnTo>
                  <a:pt x="409701" y="2755900"/>
                </a:lnTo>
                <a:lnTo>
                  <a:pt x="409575" y="2743200"/>
                </a:lnTo>
                <a:lnTo>
                  <a:pt x="446024" y="2743200"/>
                </a:lnTo>
                <a:lnTo>
                  <a:pt x="444881" y="2730500"/>
                </a:lnTo>
                <a:lnTo>
                  <a:pt x="444753" y="2730500"/>
                </a:lnTo>
                <a:lnTo>
                  <a:pt x="443230" y="2717800"/>
                </a:lnTo>
                <a:lnTo>
                  <a:pt x="441198" y="2705100"/>
                </a:lnTo>
                <a:lnTo>
                  <a:pt x="438912" y="2692400"/>
                </a:lnTo>
                <a:lnTo>
                  <a:pt x="436499" y="2679700"/>
                </a:lnTo>
                <a:lnTo>
                  <a:pt x="433832" y="2667000"/>
                </a:lnTo>
                <a:lnTo>
                  <a:pt x="428751" y="2641600"/>
                </a:lnTo>
                <a:lnTo>
                  <a:pt x="423799" y="2616200"/>
                </a:lnTo>
                <a:lnTo>
                  <a:pt x="421386" y="2603500"/>
                </a:lnTo>
                <a:lnTo>
                  <a:pt x="418592" y="2590800"/>
                </a:lnTo>
                <a:lnTo>
                  <a:pt x="415925" y="2578100"/>
                </a:lnTo>
                <a:lnTo>
                  <a:pt x="413131" y="2565400"/>
                </a:lnTo>
                <a:lnTo>
                  <a:pt x="410718" y="2552700"/>
                </a:lnTo>
                <a:lnTo>
                  <a:pt x="408050" y="2540000"/>
                </a:lnTo>
                <a:lnTo>
                  <a:pt x="402463" y="2514600"/>
                </a:lnTo>
                <a:lnTo>
                  <a:pt x="399288" y="2501900"/>
                </a:lnTo>
                <a:lnTo>
                  <a:pt x="396113" y="2476500"/>
                </a:lnTo>
                <a:lnTo>
                  <a:pt x="393192" y="2463800"/>
                </a:lnTo>
                <a:lnTo>
                  <a:pt x="389509" y="2451100"/>
                </a:lnTo>
                <a:lnTo>
                  <a:pt x="386842" y="2438400"/>
                </a:lnTo>
                <a:lnTo>
                  <a:pt x="383667" y="2425700"/>
                </a:lnTo>
                <a:lnTo>
                  <a:pt x="377951" y="2400300"/>
                </a:lnTo>
                <a:lnTo>
                  <a:pt x="374523" y="2387600"/>
                </a:lnTo>
                <a:lnTo>
                  <a:pt x="371348" y="2374900"/>
                </a:lnTo>
                <a:lnTo>
                  <a:pt x="367919" y="2349500"/>
                </a:lnTo>
                <a:lnTo>
                  <a:pt x="360934" y="2324100"/>
                </a:lnTo>
                <a:lnTo>
                  <a:pt x="354075" y="2286000"/>
                </a:lnTo>
                <a:lnTo>
                  <a:pt x="350520" y="2273300"/>
                </a:lnTo>
                <a:lnTo>
                  <a:pt x="346837" y="2260600"/>
                </a:lnTo>
                <a:lnTo>
                  <a:pt x="340106" y="2222500"/>
                </a:lnTo>
                <a:lnTo>
                  <a:pt x="333883" y="2197100"/>
                </a:lnTo>
                <a:lnTo>
                  <a:pt x="330326" y="2184400"/>
                </a:lnTo>
                <a:lnTo>
                  <a:pt x="327025" y="2171700"/>
                </a:lnTo>
                <a:lnTo>
                  <a:pt x="324231" y="2159000"/>
                </a:lnTo>
                <a:lnTo>
                  <a:pt x="320801" y="2133600"/>
                </a:lnTo>
                <a:lnTo>
                  <a:pt x="317626" y="2120900"/>
                </a:lnTo>
                <a:lnTo>
                  <a:pt x="311658" y="2095500"/>
                </a:lnTo>
                <a:lnTo>
                  <a:pt x="308483" y="2082800"/>
                </a:lnTo>
                <a:lnTo>
                  <a:pt x="305815" y="2070100"/>
                </a:lnTo>
                <a:lnTo>
                  <a:pt x="302513" y="2043683"/>
                </a:lnTo>
                <a:lnTo>
                  <a:pt x="299593" y="2032000"/>
                </a:lnTo>
                <a:lnTo>
                  <a:pt x="296799" y="2019300"/>
                </a:lnTo>
                <a:lnTo>
                  <a:pt x="293877" y="2006600"/>
                </a:lnTo>
                <a:lnTo>
                  <a:pt x="291084" y="1981200"/>
                </a:lnTo>
                <a:lnTo>
                  <a:pt x="288163" y="1968500"/>
                </a:lnTo>
                <a:lnTo>
                  <a:pt x="285876" y="1955800"/>
                </a:lnTo>
                <a:lnTo>
                  <a:pt x="283083" y="1943100"/>
                </a:lnTo>
                <a:lnTo>
                  <a:pt x="278384" y="1905000"/>
                </a:lnTo>
                <a:lnTo>
                  <a:pt x="275717" y="1892300"/>
                </a:lnTo>
                <a:lnTo>
                  <a:pt x="273812" y="1879600"/>
                </a:lnTo>
                <a:lnTo>
                  <a:pt x="271272" y="1866900"/>
                </a:lnTo>
                <a:lnTo>
                  <a:pt x="269113" y="1841500"/>
                </a:lnTo>
                <a:lnTo>
                  <a:pt x="265049" y="1816100"/>
                </a:lnTo>
                <a:lnTo>
                  <a:pt x="260731" y="1790700"/>
                </a:lnTo>
                <a:lnTo>
                  <a:pt x="258699" y="1778000"/>
                </a:lnTo>
                <a:lnTo>
                  <a:pt x="256794" y="1765300"/>
                </a:lnTo>
                <a:lnTo>
                  <a:pt x="254762" y="1752600"/>
                </a:lnTo>
                <a:lnTo>
                  <a:pt x="252857" y="1739900"/>
                </a:lnTo>
                <a:lnTo>
                  <a:pt x="251206" y="1727200"/>
                </a:lnTo>
                <a:lnTo>
                  <a:pt x="249427" y="1714500"/>
                </a:lnTo>
                <a:lnTo>
                  <a:pt x="246634" y="1689100"/>
                </a:lnTo>
                <a:lnTo>
                  <a:pt x="242824" y="1651000"/>
                </a:lnTo>
                <a:lnTo>
                  <a:pt x="239013" y="1600200"/>
                </a:lnTo>
                <a:lnTo>
                  <a:pt x="236600" y="1549400"/>
                </a:lnTo>
                <a:lnTo>
                  <a:pt x="235838" y="1511300"/>
                </a:lnTo>
                <a:lnTo>
                  <a:pt x="235838" y="1473200"/>
                </a:lnTo>
                <a:lnTo>
                  <a:pt x="236347" y="1447800"/>
                </a:lnTo>
                <a:lnTo>
                  <a:pt x="237109" y="1435100"/>
                </a:lnTo>
                <a:lnTo>
                  <a:pt x="237617" y="1422400"/>
                </a:lnTo>
                <a:lnTo>
                  <a:pt x="239522" y="1384300"/>
                </a:lnTo>
                <a:lnTo>
                  <a:pt x="240284" y="1384300"/>
                </a:lnTo>
                <a:lnTo>
                  <a:pt x="241173" y="1371600"/>
                </a:lnTo>
                <a:lnTo>
                  <a:pt x="243205" y="1346200"/>
                </a:lnTo>
                <a:lnTo>
                  <a:pt x="244601" y="1346200"/>
                </a:lnTo>
                <a:lnTo>
                  <a:pt x="245745" y="1333500"/>
                </a:lnTo>
                <a:lnTo>
                  <a:pt x="247142" y="1320800"/>
                </a:lnTo>
                <a:lnTo>
                  <a:pt x="248665" y="1320800"/>
                </a:lnTo>
                <a:lnTo>
                  <a:pt x="250062" y="1308100"/>
                </a:lnTo>
                <a:close/>
              </a:path>
              <a:path w="447675" h="2933700">
                <a:moveTo>
                  <a:pt x="255905" y="1282700"/>
                </a:moveTo>
                <a:lnTo>
                  <a:pt x="221742" y="1282700"/>
                </a:lnTo>
                <a:lnTo>
                  <a:pt x="217677" y="1308100"/>
                </a:lnTo>
                <a:lnTo>
                  <a:pt x="251968" y="1308100"/>
                </a:lnTo>
                <a:lnTo>
                  <a:pt x="253746" y="1295400"/>
                </a:lnTo>
                <a:lnTo>
                  <a:pt x="255905" y="1282700"/>
                </a:lnTo>
                <a:close/>
              </a:path>
              <a:path w="447675" h="2933700">
                <a:moveTo>
                  <a:pt x="265430" y="1257300"/>
                </a:moveTo>
                <a:lnTo>
                  <a:pt x="229235" y="1257300"/>
                </a:lnTo>
                <a:lnTo>
                  <a:pt x="226568" y="1270000"/>
                </a:lnTo>
                <a:lnTo>
                  <a:pt x="224155" y="1282700"/>
                </a:lnTo>
                <a:lnTo>
                  <a:pt x="258190" y="1282700"/>
                </a:lnTo>
                <a:lnTo>
                  <a:pt x="260350" y="1270000"/>
                </a:lnTo>
                <a:lnTo>
                  <a:pt x="262509" y="1270000"/>
                </a:lnTo>
                <a:lnTo>
                  <a:pt x="265430" y="1257300"/>
                </a:lnTo>
                <a:close/>
              </a:path>
              <a:path w="447675" h="2933700">
                <a:moveTo>
                  <a:pt x="271272" y="1244600"/>
                </a:moveTo>
                <a:lnTo>
                  <a:pt x="234823" y="1244600"/>
                </a:lnTo>
                <a:lnTo>
                  <a:pt x="231648" y="1257300"/>
                </a:lnTo>
                <a:lnTo>
                  <a:pt x="268097" y="1257300"/>
                </a:lnTo>
                <a:lnTo>
                  <a:pt x="271272" y="1244600"/>
                </a:lnTo>
                <a:close/>
              </a:path>
              <a:path w="447675" h="2933700">
                <a:moveTo>
                  <a:pt x="277495" y="1231900"/>
                </a:moveTo>
                <a:lnTo>
                  <a:pt x="241426" y="1231900"/>
                </a:lnTo>
                <a:lnTo>
                  <a:pt x="238251" y="1244600"/>
                </a:lnTo>
                <a:lnTo>
                  <a:pt x="274065" y="1244600"/>
                </a:lnTo>
                <a:lnTo>
                  <a:pt x="277495" y="1231900"/>
                </a:lnTo>
                <a:close/>
              </a:path>
              <a:path w="447675" h="2933700">
                <a:moveTo>
                  <a:pt x="287400" y="1219200"/>
                </a:moveTo>
                <a:lnTo>
                  <a:pt x="248665" y="1219200"/>
                </a:lnTo>
                <a:lnTo>
                  <a:pt x="244983" y="1231900"/>
                </a:lnTo>
                <a:lnTo>
                  <a:pt x="283972" y="1231900"/>
                </a:lnTo>
                <a:lnTo>
                  <a:pt x="287400" y="1219200"/>
                </a:lnTo>
                <a:close/>
              </a:path>
              <a:path w="447675" h="2933700">
                <a:moveTo>
                  <a:pt x="296290" y="1206500"/>
                </a:moveTo>
                <a:lnTo>
                  <a:pt x="256286" y="1206500"/>
                </a:lnTo>
                <a:lnTo>
                  <a:pt x="252475" y="1219200"/>
                </a:lnTo>
                <a:lnTo>
                  <a:pt x="293243" y="1219200"/>
                </a:lnTo>
                <a:lnTo>
                  <a:pt x="296290" y="1206500"/>
                </a:lnTo>
                <a:close/>
              </a:path>
              <a:path w="447675" h="2933700">
                <a:moveTo>
                  <a:pt x="305815" y="1193800"/>
                </a:moveTo>
                <a:lnTo>
                  <a:pt x="263271" y="1193800"/>
                </a:lnTo>
                <a:lnTo>
                  <a:pt x="260223" y="1206500"/>
                </a:lnTo>
                <a:lnTo>
                  <a:pt x="302133" y="1206500"/>
                </a:lnTo>
                <a:lnTo>
                  <a:pt x="305815" y="1193800"/>
                </a:lnTo>
                <a:close/>
              </a:path>
              <a:path w="447675" h="2933700">
                <a:moveTo>
                  <a:pt x="320039" y="1181100"/>
                </a:moveTo>
                <a:lnTo>
                  <a:pt x="274193" y="1181100"/>
                </a:lnTo>
                <a:lnTo>
                  <a:pt x="270763" y="1193800"/>
                </a:lnTo>
                <a:lnTo>
                  <a:pt x="317119" y="1193800"/>
                </a:lnTo>
                <a:lnTo>
                  <a:pt x="320039" y="1181100"/>
                </a:lnTo>
                <a:close/>
              </a:path>
              <a:path w="447675" h="2933700">
                <a:moveTo>
                  <a:pt x="328168" y="1168400"/>
                </a:moveTo>
                <a:lnTo>
                  <a:pt x="284734" y="1168400"/>
                </a:lnTo>
                <a:lnTo>
                  <a:pt x="281686" y="1181100"/>
                </a:lnTo>
                <a:lnTo>
                  <a:pt x="334772" y="1181100"/>
                </a:lnTo>
                <a:lnTo>
                  <a:pt x="328168" y="1168400"/>
                </a:lnTo>
                <a:close/>
              </a:path>
              <a:path w="447675" h="2933700">
                <a:moveTo>
                  <a:pt x="345439" y="1168400"/>
                </a:moveTo>
                <a:lnTo>
                  <a:pt x="328168" y="1168400"/>
                </a:lnTo>
                <a:lnTo>
                  <a:pt x="334772" y="1181100"/>
                </a:lnTo>
                <a:lnTo>
                  <a:pt x="337947" y="1181100"/>
                </a:lnTo>
                <a:lnTo>
                  <a:pt x="345439" y="1168400"/>
                </a:lnTo>
                <a:close/>
              </a:path>
              <a:path w="447675" h="2933700">
                <a:moveTo>
                  <a:pt x="350774" y="1143000"/>
                </a:moveTo>
                <a:lnTo>
                  <a:pt x="350393" y="1143000"/>
                </a:lnTo>
                <a:lnTo>
                  <a:pt x="353949" y="1155700"/>
                </a:lnTo>
                <a:lnTo>
                  <a:pt x="354075" y="1168400"/>
                </a:lnTo>
                <a:lnTo>
                  <a:pt x="345439" y="1168400"/>
                </a:lnTo>
                <a:lnTo>
                  <a:pt x="337947" y="1181100"/>
                </a:lnTo>
                <a:lnTo>
                  <a:pt x="343662" y="1181100"/>
                </a:lnTo>
                <a:lnTo>
                  <a:pt x="354964" y="1168400"/>
                </a:lnTo>
                <a:lnTo>
                  <a:pt x="355600" y="1155700"/>
                </a:lnTo>
                <a:lnTo>
                  <a:pt x="350774" y="1143000"/>
                </a:lnTo>
                <a:close/>
              </a:path>
              <a:path w="447675" h="2933700">
                <a:moveTo>
                  <a:pt x="312547" y="1155700"/>
                </a:moveTo>
                <a:lnTo>
                  <a:pt x="297942" y="1155700"/>
                </a:lnTo>
                <a:lnTo>
                  <a:pt x="295148" y="1168400"/>
                </a:lnTo>
                <a:lnTo>
                  <a:pt x="316357" y="1168400"/>
                </a:lnTo>
                <a:lnTo>
                  <a:pt x="312547" y="1155700"/>
                </a:lnTo>
                <a:close/>
              </a:path>
              <a:path w="447675" h="2933700">
                <a:moveTo>
                  <a:pt x="350393" y="1143000"/>
                </a:moveTo>
                <a:lnTo>
                  <a:pt x="319150" y="1143000"/>
                </a:lnTo>
                <a:lnTo>
                  <a:pt x="312800" y="1155700"/>
                </a:lnTo>
                <a:lnTo>
                  <a:pt x="312547" y="1155700"/>
                </a:lnTo>
                <a:lnTo>
                  <a:pt x="316357" y="1168400"/>
                </a:lnTo>
                <a:lnTo>
                  <a:pt x="354075" y="1168400"/>
                </a:lnTo>
                <a:lnTo>
                  <a:pt x="353949" y="1155700"/>
                </a:lnTo>
                <a:lnTo>
                  <a:pt x="350393" y="1143000"/>
                </a:lnTo>
                <a:close/>
              </a:path>
              <a:path w="447675" h="2933700">
                <a:moveTo>
                  <a:pt x="319150" y="1143000"/>
                </a:moveTo>
                <a:lnTo>
                  <a:pt x="293497" y="1143000"/>
                </a:lnTo>
                <a:lnTo>
                  <a:pt x="296163" y="1155700"/>
                </a:lnTo>
                <a:lnTo>
                  <a:pt x="312800" y="1155700"/>
                </a:lnTo>
                <a:lnTo>
                  <a:pt x="319150" y="1143000"/>
                </a:lnTo>
                <a:close/>
              </a:path>
              <a:path w="447675" h="2933700">
                <a:moveTo>
                  <a:pt x="329438" y="1130300"/>
                </a:moveTo>
                <a:lnTo>
                  <a:pt x="273685" y="1130300"/>
                </a:lnTo>
                <a:lnTo>
                  <a:pt x="278384" y="1143000"/>
                </a:lnTo>
                <a:lnTo>
                  <a:pt x="333121" y="1143000"/>
                </a:lnTo>
                <a:lnTo>
                  <a:pt x="329438" y="1130300"/>
                </a:lnTo>
                <a:close/>
              </a:path>
              <a:path w="447675" h="2933700">
                <a:moveTo>
                  <a:pt x="311023" y="1117600"/>
                </a:moveTo>
                <a:lnTo>
                  <a:pt x="255905" y="1117600"/>
                </a:lnTo>
                <a:lnTo>
                  <a:pt x="260096" y="1130300"/>
                </a:lnTo>
                <a:lnTo>
                  <a:pt x="313563" y="1130300"/>
                </a:lnTo>
                <a:lnTo>
                  <a:pt x="311023" y="1117600"/>
                </a:lnTo>
                <a:close/>
              </a:path>
              <a:path w="447675" h="2933700">
                <a:moveTo>
                  <a:pt x="292481" y="1104900"/>
                </a:moveTo>
                <a:lnTo>
                  <a:pt x="241681" y="1104900"/>
                </a:lnTo>
                <a:lnTo>
                  <a:pt x="246634" y="1117600"/>
                </a:lnTo>
                <a:lnTo>
                  <a:pt x="296799" y="1117600"/>
                </a:lnTo>
                <a:lnTo>
                  <a:pt x="292481" y="1104900"/>
                </a:lnTo>
                <a:close/>
              </a:path>
              <a:path w="447675" h="2933700">
                <a:moveTo>
                  <a:pt x="262636" y="1079500"/>
                </a:moveTo>
                <a:lnTo>
                  <a:pt x="216662" y="1079500"/>
                </a:lnTo>
                <a:lnTo>
                  <a:pt x="221614" y="1092200"/>
                </a:lnTo>
                <a:lnTo>
                  <a:pt x="232028" y="1104900"/>
                </a:lnTo>
                <a:lnTo>
                  <a:pt x="284099" y="1104900"/>
                </a:lnTo>
                <a:lnTo>
                  <a:pt x="275589" y="1092200"/>
                </a:lnTo>
                <a:lnTo>
                  <a:pt x="267208" y="1092200"/>
                </a:lnTo>
                <a:lnTo>
                  <a:pt x="262636" y="1079500"/>
                </a:lnTo>
                <a:close/>
              </a:path>
              <a:path w="447675" h="2933700">
                <a:moveTo>
                  <a:pt x="248920" y="1066800"/>
                </a:moveTo>
                <a:lnTo>
                  <a:pt x="206501" y="1066800"/>
                </a:lnTo>
                <a:lnTo>
                  <a:pt x="211327" y="1079500"/>
                </a:lnTo>
                <a:lnTo>
                  <a:pt x="253619" y="1079500"/>
                </a:lnTo>
                <a:lnTo>
                  <a:pt x="248920" y="1066800"/>
                </a:lnTo>
                <a:close/>
              </a:path>
              <a:path w="447675" h="2933700">
                <a:moveTo>
                  <a:pt x="234696" y="1054100"/>
                </a:moveTo>
                <a:lnTo>
                  <a:pt x="196850" y="1054100"/>
                </a:lnTo>
                <a:lnTo>
                  <a:pt x="201040" y="1066800"/>
                </a:lnTo>
                <a:lnTo>
                  <a:pt x="239649" y="1066800"/>
                </a:lnTo>
                <a:lnTo>
                  <a:pt x="234696" y="1054100"/>
                </a:lnTo>
                <a:close/>
              </a:path>
              <a:path w="447675" h="2933700">
                <a:moveTo>
                  <a:pt x="225551" y="1041400"/>
                </a:moveTo>
                <a:lnTo>
                  <a:pt x="187706" y="1041400"/>
                </a:lnTo>
                <a:lnTo>
                  <a:pt x="192277" y="1054100"/>
                </a:lnTo>
                <a:lnTo>
                  <a:pt x="230377" y="1054100"/>
                </a:lnTo>
                <a:lnTo>
                  <a:pt x="225551" y="1041400"/>
                </a:lnTo>
                <a:close/>
              </a:path>
              <a:path w="447675" h="2933700">
                <a:moveTo>
                  <a:pt x="217170" y="1028700"/>
                </a:moveTo>
                <a:lnTo>
                  <a:pt x="179324" y="1028700"/>
                </a:lnTo>
                <a:lnTo>
                  <a:pt x="183514" y="1041400"/>
                </a:lnTo>
                <a:lnTo>
                  <a:pt x="221487" y="1041400"/>
                </a:lnTo>
                <a:lnTo>
                  <a:pt x="217170" y="1028700"/>
                </a:lnTo>
                <a:close/>
              </a:path>
              <a:path w="447675" h="2933700">
                <a:moveTo>
                  <a:pt x="205232" y="1016000"/>
                </a:moveTo>
                <a:lnTo>
                  <a:pt x="171450" y="1016000"/>
                </a:lnTo>
                <a:lnTo>
                  <a:pt x="175260" y="1028700"/>
                </a:lnTo>
                <a:lnTo>
                  <a:pt x="209423" y="1028700"/>
                </a:lnTo>
                <a:lnTo>
                  <a:pt x="205232" y="1016000"/>
                </a:lnTo>
                <a:close/>
              </a:path>
              <a:path w="447675" h="2933700">
                <a:moveTo>
                  <a:pt x="198374" y="1003300"/>
                </a:moveTo>
                <a:lnTo>
                  <a:pt x="163830" y="1003300"/>
                </a:lnTo>
                <a:lnTo>
                  <a:pt x="167639" y="1016000"/>
                </a:lnTo>
                <a:lnTo>
                  <a:pt x="201802" y="1016000"/>
                </a:lnTo>
                <a:lnTo>
                  <a:pt x="198374" y="1003300"/>
                </a:lnTo>
                <a:close/>
              </a:path>
              <a:path w="447675" h="2933700">
                <a:moveTo>
                  <a:pt x="176149" y="952500"/>
                </a:moveTo>
                <a:lnTo>
                  <a:pt x="144018" y="952500"/>
                </a:lnTo>
                <a:lnTo>
                  <a:pt x="147193" y="965200"/>
                </a:lnTo>
                <a:lnTo>
                  <a:pt x="150240" y="977900"/>
                </a:lnTo>
                <a:lnTo>
                  <a:pt x="153288" y="977900"/>
                </a:lnTo>
                <a:lnTo>
                  <a:pt x="160400" y="1003300"/>
                </a:lnTo>
                <a:lnTo>
                  <a:pt x="195072" y="1003300"/>
                </a:lnTo>
                <a:lnTo>
                  <a:pt x="191262" y="990600"/>
                </a:lnTo>
                <a:lnTo>
                  <a:pt x="188340" y="990600"/>
                </a:lnTo>
                <a:lnTo>
                  <a:pt x="181737" y="965200"/>
                </a:lnTo>
                <a:lnTo>
                  <a:pt x="178943" y="965200"/>
                </a:lnTo>
                <a:lnTo>
                  <a:pt x="176149" y="952500"/>
                </a:lnTo>
                <a:close/>
              </a:path>
              <a:path w="447675" h="2933700">
                <a:moveTo>
                  <a:pt x="165353" y="914400"/>
                </a:moveTo>
                <a:lnTo>
                  <a:pt x="133096" y="914400"/>
                </a:lnTo>
                <a:lnTo>
                  <a:pt x="135762" y="927100"/>
                </a:lnTo>
                <a:lnTo>
                  <a:pt x="138175" y="939800"/>
                </a:lnTo>
                <a:lnTo>
                  <a:pt x="141097" y="952500"/>
                </a:lnTo>
                <a:lnTo>
                  <a:pt x="173100" y="952500"/>
                </a:lnTo>
                <a:lnTo>
                  <a:pt x="170434" y="939800"/>
                </a:lnTo>
                <a:lnTo>
                  <a:pt x="167639" y="927100"/>
                </a:lnTo>
                <a:lnTo>
                  <a:pt x="165353" y="914400"/>
                </a:lnTo>
                <a:close/>
              </a:path>
              <a:path w="447675" h="2933700">
                <a:moveTo>
                  <a:pt x="144652" y="685800"/>
                </a:moveTo>
                <a:lnTo>
                  <a:pt x="114553" y="685800"/>
                </a:lnTo>
                <a:lnTo>
                  <a:pt x="114426" y="762000"/>
                </a:lnTo>
                <a:lnTo>
                  <a:pt x="115188" y="774700"/>
                </a:lnTo>
                <a:lnTo>
                  <a:pt x="116205" y="800100"/>
                </a:lnTo>
                <a:lnTo>
                  <a:pt x="116967" y="812800"/>
                </a:lnTo>
                <a:lnTo>
                  <a:pt x="117728" y="812800"/>
                </a:lnTo>
                <a:lnTo>
                  <a:pt x="118618" y="825500"/>
                </a:lnTo>
                <a:lnTo>
                  <a:pt x="121031" y="850900"/>
                </a:lnTo>
                <a:lnTo>
                  <a:pt x="123825" y="863600"/>
                </a:lnTo>
                <a:lnTo>
                  <a:pt x="125349" y="876300"/>
                </a:lnTo>
                <a:lnTo>
                  <a:pt x="127126" y="889000"/>
                </a:lnTo>
                <a:lnTo>
                  <a:pt x="128777" y="901700"/>
                </a:lnTo>
                <a:lnTo>
                  <a:pt x="130937" y="901700"/>
                </a:lnTo>
                <a:lnTo>
                  <a:pt x="131063" y="914400"/>
                </a:lnTo>
                <a:lnTo>
                  <a:pt x="162813" y="914400"/>
                </a:lnTo>
                <a:lnTo>
                  <a:pt x="160909" y="901700"/>
                </a:lnTo>
                <a:lnTo>
                  <a:pt x="158750" y="889000"/>
                </a:lnTo>
                <a:lnTo>
                  <a:pt x="157099" y="889000"/>
                </a:lnTo>
                <a:lnTo>
                  <a:pt x="155448" y="876300"/>
                </a:lnTo>
                <a:lnTo>
                  <a:pt x="152400" y="850900"/>
                </a:lnTo>
                <a:lnTo>
                  <a:pt x="151130" y="850900"/>
                </a:lnTo>
                <a:lnTo>
                  <a:pt x="149860" y="838200"/>
                </a:lnTo>
                <a:lnTo>
                  <a:pt x="148844" y="825500"/>
                </a:lnTo>
                <a:lnTo>
                  <a:pt x="147065" y="800100"/>
                </a:lnTo>
                <a:lnTo>
                  <a:pt x="146431" y="800100"/>
                </a:lnTo>
                <a:lnTo>
                  <a:pt x="145414" y="774700"/>
                </a:lnTo>
                <a:lnTo>
                  <a:pt x="145034" y="762000"/>
                </a:lnTo>
                <a:lnTo>
                  <a:pt x="144525" y="749300"/>
                </a:lnTo>
                <a:lnTo>
                  <a:pt x="144652" y="685800"/>
                </a:lnTo>
                <a:close/>
              </a:path>
              <a:path w="447675" h="2933700">
                <a:moveTo>
                  <a:pt x="184276" y="177800"/>
                </a:moveTo>
                <a:lnTo>
                  <a:pt x="155956" y="177800"/>
                </a:lnTo>
                <a:lnTo>
                  <a:pt x="156337" y="190500"/>
                </a:lnTo>
                <a:lnTo>
                  <a:pt x="156463" y="228600"/>
                </a:lnTo>
                <a:lnTo>
                  <a:pt x="155956" y="241300"/>
                </a:lnTo>
                <a:lnTo>
                  <a:pt x="155575" y="254000"/>
                </a:lnTo>
                <a:lnTo>
                  <a:pt x="155194" y="254000"/>
                </a:lnTo>
                <a:lnTo>
                  <a:pt x="154686" y="266700"/>
                </a:lnTo>
                <a:lnTo>
                  <a:pt x="153415" y="279400"/>
                </a:lnTo>
                <a:lnTo>
                  <a:pt x="152653" y="292100"/>
                </a:lnTo>
                <a:lnTo>
                  <a:pt x="150875" y="317500"/>
                </a:lnTo>
                <a:lnTo>
                  <a:pt x="149733" y="317500"/>
                </a:lnTo>
                <a:lnTo>
                  <a:pt x="148717" y="330200"/>
                </a:lnTo>
                <a:lnTo>
                  <a:pt x="146303" y="355600"/>
                </a:lnTo>
                <a:lnTo>
                  <a:pt x="145034" y="355600"/>
                </a:lnTo>
                <a:lnTo>
                  <a:pt x="143890" y="368300"/>
                </a:lnTo>
                <a:lnTo>
                  <a:pt x="142621" y="381000"/>
                </a:lnTo>
                <a:lnTo>
                  <a:pt x="139953" y="393700"/>
                </a:lnTo>
                <a:lnTo>
                  <a:pt x="138684" y="406400"/>
                </a:lnTo>
                <a:lnTo>
                  <a:pt x="137540" y="419100"/>
                </a:lnTo>
                <a:lnTo>
                  <a:pt x="136144" y="419100"/>
                </a:lnTo>
                <a:lnTo>
                  <a:pt x="133603" y="444500"/>
                </a:lnTo>
                <a:lnTo>
                  <a:pt x="132461" y="457200"/>
                </a:lnTo>
                <a:lnTo>
                  <a:pt x="131318" y="457200"/>
                </a:lnTo>
                <a:lnTo>
                  <a:pt x="130175" y="469900"/>
                </a:lnTo>
                <a:lnTo>
                  <a:pt x="129159" y="482600"/>
                </a:lnTo>
                <a:lnTo>
                  <a:pt x="128143" y="482600"/>
                </a:lnTo>
                <a:lnTo>
                  <a:pt x="126111" y="508000"/>
                </a:lnTo>
                <a:lnTo>
                  <a:pt x="125222" y="508000"/>
                </a:lnTo>
                <a:lnTo>
                  <a:pt x="124460" y="520700"/>
                </a:lnTo>
                <a:lnTo>
                  <a:pt x="123571" y="533400"/>
                </a:lnTo>
                <a:lnTo>
                  <a:pt x="122936" y="533400"/>
                </a:lnTo>
                <a:lnTo>
                  <a:pt x="121665" y="558800"/>
                </a:lnTo>
                <a:lnTo>
                  <a:pt x="121031" y="558800"/>
                </a:lnTo>
                <a:lnTo>
                  <a:pt x="120014" y="584200"/>
                </a:lnTo>
                <a:lnTo>
                  <a:pt x="119380" y="584200"/>
                </a:lnTo>
                <a:lnTo>
                  <a:pt x="118872" y="596900"/>
                </a:lnTo>
                <a:lnTo>
                  <a:pt x="117856" y="609600"/>
                </a:lnTo>
                <a:lnTo>
                  <a:pt x="117348" y="622300"/>
                </a:lnTo>
                <a:lnTo>
                  <a:pt x="116967" y="635000"/>
                </a:lnTo>
                <a:lnTo>
                  <a:pt x="116459" y="635000"/>
                </a:lnTo>
                <a:lnTo>
                  <a:pt x="115697" y="660400"/>
                </a:lnTo>
                <a:lnTo>
                  <a:pt x="115315" y="660400"/>
                </a:lnTo>
                <a:lnTo>
                  <a:pt x="114808" y="685800"/>
                </a:lnTo>
                <a:lnTo>
                  <a:pt x="144907" y="685800"/>
                </a:lnTo>
                <a:lnTo>
                  <a:pt x="145414" y="660400"/>
                </a:lnTo>
                <a:lnTo>
                  <a:pt x="146938" y="635000"/>
                </a:lnTo>
                <a:lnTo>
                  <a:pt x="147320" y="622300"/>
                </a:lnTo>
                <a:lnTo>
                  <a:pt x="147827" y="609600"/>
                </a:lnTo>
                <a:lnTo>
                  <a:pt x="148209" y="609600"/>
                </a:lnTo>
                <a:lnTo>
                  <a:pt x="148717" y="596900"/>
                </a:lnTo>
                <a:lnTo>
                  <a:pt x="149225" y="596900"/>
                </a:lnTo>
                <a:lnTo>
                  <a:pt x="149606" y="584200"/>
                </a:lnTo>
                <a:lnTo>
                  <a:pt x="150113" y="571500"/>
                </a:lnTo>
                <a:lnTo>
                  <a:pt x="151130" y="558800"/>
                </a:lnTo>
                <a:lnTo>
                  <a:pt x="151764" y="546100"/>
                </a:lnTo>
                <a:lnTo>
                  <a:pt x="152400" y="546100"/>
                </a:lnTo>
                <a:lnTo>
                  <a:pt x="153924" y="520700"/>
                </a:lnTo>
                <a:lnTo>
                  <a:pt x="154686" y="520700"/>
                </a:lnTo>
                <a:lnTo>
                  <a:pt x="156463" y="495300"/>
                </a:lnTo>
                <a:lnTo>
                  <a:pt x="157607" y="495300"/>
                </a:lnTo>
                <a:lnTo>
                  <a:pt x="158496" y="482600"/>
                </a:lnTo>
                <a:lnTo>
                  <a:pt x="159638" y="469900"/>
                </a:lnTo>
                <a:lnTo>
                  <a:pt x="160782" y="469900"/>
                </a:lnTo>
                <a:lnTo>
                  <a:pt x="161798" y="457200"/>
                </a:lnTo>
                <a:lnTo>
                  <a:pt x="163068" y="444500"/>
                </a:lnTo>
                <a:lnTo>
                  <a:pt x="164211" y="444500"/>
                </a:lnTo>
                <a:lnTo>
                  <a:pt x="166750" y="419100"/>
                </a:lnTo>
                <a:lnTo>
                  <a:pt x="169290" y="406400"/>
                </a:lnTo>
                <a:lnTo>
                  <a:pt x="170434" y="393700"/>
                </a:lnTo>
                <a:lnTo>
                  <a:pt x="171831" y="381000"/>
                </a:lnTo>
                <a:lnTo>
                  <a:pt x="173100" y="368300"/>
                </a:lnTo>
                <a:lnTo>
                  <a:pt x="174244" y="368300"/>
                </a:lnTo>
                <a:lnTo>
                  <a:pt x="175513" y="355600"/>
                </a:lnTo>
                <a:lnTo>
                  <a:pt x="176657" y="342900"/>
                </a:lnTo>
                <a:lnTo>
                  <a:pt x="178815" y="330200"/>
                </a:lnTo>
                <a:lnTo>
                  <a:pt x="180848" y="304800"/>
                </a:lnTo>
                <a:lnTo>
                  <a:pt x="181610" y="292100"/>
                </a:lnTo>
                <a:lnTo>
                  <a:pt x="182372" y="292100"/>
                </a:lnTo>
                <a:lnTo>
                  <a:pt x="183642" y="266700"/>
                </a:lnTo>
                <a:lnTo>
                  <a:pt x="184150" y="266700"/>
                </a:lnTo>
                <a:lnTo>
                  <a:pt x="184912" y="241300"/>
                </a:lnTo>
                <a:lnTo>
                  <a:pt x="185038" y="203200"/>
                </a:lnTo>
                <a:lnTo>
                  <a:pt x="184276" y="177800"/>
                </a:lnTo>
                <a:close/>
              </a:path>
              <a:path w="447675" h="2933700">
                <a:moveTo>
                  <a:pt x="182245" y="152400"/>
                </a:moveTo>
                <a:lnTo>
                  <a:pt x="154177" y="152400"/>
                </a:lnTo>
                <a:lnTo>
                  <a:pt x="154812" y="165100"/>
                </a:lnTo>
                <a:lnTo>
                  <a:pt x="155575" y="177800"/>
                </a:lnTo>
                <a:lnTo>
                  <a:pt x="183769" y="177800"/>
                </a:lnTo>
                <a:lnTo>
                  <a:pt x="183387" y="165100"/>
                </a:lnTo>
                <a:lnTo>
                  <a:pt x="182245" y="152400"/>
                </a:lnTo>
                <a:close/>
              </a:path>
              <a:path w="447675" h="2933700">
                <a:moveTo>
                  <a:pt x="180721" y="139700"/>
                </a:moveTo>
                <a:lnTo>
                  <a:pt x="152908" y="139700"/>
                </a:lnTo>
                <a:lnTo>
                  <a:pt x="153670" y="152400"/>
                </a:lnTo>
                <a:lnTo>
                  <a:pt x="181483" y="152400"/>
                </a:lnTo>
                <a:lnTo>
                  <a:pt x="180721" y="139700"/>
                </a:lnTo>
                <a:close/>
              </a:path>
              <a:path w="447675" h="2933700">
                <a:moveTo>
                  <a:pt x="178815" y="127000"/>
                </a:moveTo>
                <a:lnTo>
                  <a:pt x="151130" y="127000"/>
                </a:lnTo>
                <a:lnTo>
                  <a:pt x="152019" y="139700"/>
                </a:lnTo>
                <a:lnTo>
                  <a:pt x="179832" y="139700"/>
                </a:lnTo>
                <a:lnTo>
                  <a:pt x="178815" y="127000"/>
                </a:lnTo>
                <a:close/>
              </a:path>
              <a:path w="447675" h="2933700">
                <a:moveTo>
                  <a:pt x="176784" y="114300"/>
                </a:moveTo>
                <a:lnTo>
                  <a:pt x="148209" y="114300"/>
                </a:lnTo>
                <a:lnTo>
                  <a:pt x="149351" y="127000"/>
                </a:lnTo>
                <a:lnTo>
                  <a:pt x="177800" y="127000"/>
                </a:lnTo>
                <a:lnTo>
                  <a:pt x="176784" y="114300"/>
                </a:lnTo>
                <a:close/>
              </a:path>
              <a:path w="447675" h="2933700">
                <a:moveTo>
                  <a:pt x="174117" y="101600"/>
                </a:moveTo>
                <a:lnTo>
                  <a:pt x="145669" y="101600"/>
                </a:lnTo>
                <a:lnTo>
                  <a:pt x="146938" y="114300"/>
                </a:lnTo>
                <a:lnTo>
                  <a:pt x="175387" y="114300"/>
                </a:lnTo>
                <a:lnTo>
                  <a:pt x="174117" y="101600"/>
                </a:lnTo>
                <a:close/>
              </a:path>
              <a:path w="447675" h="2933700">
                <a:moveTo>
                  <a:pt x="171069" y="88900"/>
                </a:moveTo>
                <a:lnTo>
                  <a:pt x="142621" y="88900"/>
                </a:lnTo>
                <a:lnTo>
                  <a:pt x="144399" y="101600"/>
                </a:lnTo>
                <a:lnTo>
                  <a:pt x="172465" y="101600"/>
                </a:lnTo>
                <a:lnTo>
                  <a:pt x="171069" y="88900"/>
                </a:lnTo>
                <a:close/>
              </a:path>
              <a:path w="447675" h="2933700">
                <a:moveTo>
                  <a:pt x="167259" y="76200"/>
                </a:moveTo>
                <a:lnTo>
                  <a:pt x="137668" y="76200"/>
                </a:lnTo>
                <a:lnTo>
                  <a:pt x="139446" y="88900"/>
                </a:lnTo>
                <a:lnTo>
                  <a:pt x="168910" y="88900"/>
                </a:lnTo>
                <a:lnTo>
                  <a:pt x="167259" y="76200"/>
                </a:lnTo>
                <a:close/>
              </a:path>
              <a:path w="447675" h="2933700">
                <a:moveTo>
                  <a:pt x="163195" y="63500"/>
                </a:moveTo>
                <a:lnTo>
                  <a:pt x="132207" y="63500"/>
                </a:lnTo>
                <a:lnTo>
                  <a:pt x="133858" y="76200"/>
                </a:lnTo>
                <a:lnTo>
                  <a:pt x="163322" y="76200"/>
                </a:lnTo>
                <a:lnTo>
                  <a:pt x="163195" y="63500"/>
                </a:lnTo>
                <a:close/>
              </a:path>
              <a:path w="447675" h="2933700">
                <a:moveTo>
                  <a:pt x="15748" y="50800"/>
                </a:moveTo>
                <a:lnTo>
                  <a:pt x="1397" y="50800"/>
                </a:lnTo>
                <a:lnTo>
                  <a:pt x="6223" y="63500"/>
                </a:lnTo>
                <a:lnTo>
                  <a:pt x="13335" y="63500"/>
                </a:lnTo>
                <a:lnTo>
                  <a:pt x="15748" y="50800"/>
                </a:lnTo>
                <a:close/>
              </a:path>
              <a:path w="447675" h="2933700">
                <a:moveTo>
                  <a:pt x="126111" y="50800"/>
                </a:moveTo>
                <a:lnTo>
                  <a:pt x="123951" y="50800"/>
                </a:lnTo>
                <a:lnTo>
                  <a:pt x="126364" y="63500"/>
                </a:lnTo>
                <a:lnTo>
                  <a:pt x="126111" y="50800"/>
                </a:lnTo>
                <a:close/>
              </a:path>
              <a:path w="447675" h="2933700">
                <a:moveTo>
                  <a:pt x="156718" y="50800"/>
                </a:moveTo>
                <a:lnTo>
                  <a:pt x="126111" y="50800"/>
                </a:lnTo>
                <a:lnTo>
                  <a:pt x="128524" y="63500"/>
                </a:lnTo>
                <a:lnTo>
                  <a:pt x="158623" y="63500"/>
                </a:lnTo>
                <a:lnTo>
                  <a:pt x="156718" y="50800"/>
                </a:lnTo>
                <a:close/>
              </a:path>
              <a:path w="447675" h="2933700">
                <a:moveTo>
                  <a:pt x="285" y="41275"/>
                </a:moveTo>
                <a:lnTo>
                  <a:pt x="0" y="50800"/>
                </a:lnTo>
                <a:lnTo>
                  <a:pt x="381" y="50800"/>
                </a:lnTo>
                <a:lnTo>
                  <a:pt x="285" y="41275"/>
                </a:lnTo>
                <a:close/>
              </a:path>
              <a:path w="447675" h="2933700">
                <a:moveTo>
                  <a:pt x="23113" y="38110"/>
                </a:moveTo>
                <a:lnTo>
                  <a:pt x="381" y="38110"/>
                </a:lnTo>
                <a:lnTo>
                  <a:pt x="381" y="50800"/>
                </a:lnTo>
                <a:lnTo>
                  <a:pt x="22225" y="50800"/>
                </a:lnTo>
                <a:lnTo>
                  <a:pt x="23113" y="38110"/>
                </a:lnTo>
                <a:close/>
              </a:path>
              <a:path w="447675" h="2933700">
                <a:moveTo>
                  <a:pt x="149226" y="38110"/>
                </a:moveTo>
                <a:lnTo>
                  <a:pt x="114302" y="38110"/>
                </a:lnTo>
                <a:lnTo>
                  <a:pt x="117094" y="50800"/>
                </a:lnTo>
                <a:lnTo>
                  <a:pt x="151637" y="50800"/>
                </a:lnTo>
                <a:lnTo>
                  <a:pt x="149226" y="38110"/>
                </a:lnTo>
                <a:close/>
              </a:path>
              <a:path w="447675" h="2933700">
                <a:moveTo>
                  <a:pt x="952" y="31745"/>
                </a:moveTo>
                <a:lnTo>
                  <a:pt x="698" y="35980"/>
                </a:lnTo>
                <a:lnTo>
                  <a:pt x="634" y="38110"/>
                </a:lnTo>
                <a:lnTo>
                  <a:pt x="888" y="38110"/>
                </a:lnTo>
                <a:lnTo>
                  <a:pt x="952" y="31745"/>
                </a:lnTo>
                <a:close/>
              </a:path>
              <a:path w="447675" h="2933700">
                <a:moveTo>
                  <a:pt x="127888" y="12700"/>
                </a:moveTo>
                <a:lnTo>
                  <a:pt x="4699" y="12700"/>
                </a:lnTo>
                <a:lnTo>
                  <a:pt x="4190" y="22860"/>
                </a:lnTo>
                <a:lnTo>
                  <a:pt x="4063" y="25400"/>
                </a:lnTo>
                <a:lnTo>
                  <a:pt x="1015" y="25400"/>
                </a:lnTo>
                <a:lnTo>
                  <a:pt x="952" y="31745"/>
                </a:lnTo>
                <a:lnTo>
                  <a:pt x="888" y="38110"/>
                </a:lnTo>
                <a:lnTo>
                  <a:pt x="25653" y="38110"/>
                </a:lnTo>
                <a:lnTo>
                  <a:pt x="26987" y="23281"/>
                </a:lnTo>
                <a:lnTo>
                  <a:pt x="27025" y="22860"/>
                </a:lnTo>
                <a:lnTo>
                  <a:pt x="129717" y="22860"/>
                </a:lnTo>
                <a:lnTo>
                  <a:pt x="127888" y="12700"/>
                </a:lnTo>
                <a:close/>
              </a:path>
              <a:path w="447675" h="2933700">
                <a:moveTo>
                  <a:pt x="140335" y="25400"/>
                </a:moveTo>
                <a:lnTo>
                  <a:pt x="100837" y="25400"/>
                </a:lnTo>
                <a:lnTo>
                  <a:pt x="104523" y="38110"/>
                </a:lnTo>
                <a:lnTo>
                  <a:pt x="143639" y="38110"/>
                </a:lnTo>
                <a:lnTo>
                  <a:pt x="140335" y="25400"/>
                </a:lnTo>
                <a:close/>
              </a:path>
              <a:path w="447675" h="2933700">
                <a:moveTo>
                  <a:pt x="129717" y="22860"/>
                </a:moveTo>
                <a:lnTo>
                  <a:pt x="27025" y="22860"/>
                </a:lnTo>
                <a:lnTo>
                  <a:pt x="26670" y="31745"/>
                </a:lnTo>
                <a:lnTo>
                  <a:pt x="26585" y="35980"/>
                </a:lnTo>
                <a:lnTo>
                  <a:pt x="26987" y="31745"/>
                </a:lnTo>
                <a:lnTo>
                  <a:pt x="27559" y="25400"/>
                </a:lnTo>
                <a:lnTo>
                  <a:pt x="130175" y="25400"/>
                </a:lnTo>
                <a:lnTo>
                  <a:pt x="129793" y="23281"/>
                </a:lnTo>
                <a:lnTo>
                  <a:pt x="129717" y="22860"/>
                </a:lnTo>
                <a:close/>
              </a:path>
              <a:path w="447675" h="2933700">
                <a:moveTo>
                  <a:pt x="111125" y="0"/>
                </a:moveTo>
                <a:lnTo>
                  <a:pt x="15748" y="0"/>
                </a:lnTo>
                <a:lnTo>
                  <a:pt x="13588" y="12700"/>
                </a:lnTo>
                <a:lnTo>
                  <a:pt x="114935" y="12700"/>
                </a:lnTo>
                <a:lnTo>
                  <a:pt x="111125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1302" y="1065657"/>
            <a:ext cx="126618" cy="1663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9013" y="1046480"/>
            <a:ext cx="323215" cy="210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61026" y="1042161"/>
            <a:ext cx="1421765" cy="1447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71745" y="1597025"/>
            <a:ext cx="99653" cy="1172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22696" y="1559560"/>
            <a:ext cx="340360" cy="3685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45734" y="1773554"/>
            <a:ext cx="817223" cy="1562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0061" y="1742439"/>
            <a:ext cx="189103" cy="1981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22236" y="1767332"/>
            <a:ext cx="127127" cy="1816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48551" y="1804289"/>
            <a:ext cx="56260" cy="502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86679" y="2357675"/>
            <a:ext cx="1109118" cy="13457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25000" y="3060826"/>
            <a:ext cx="1260251" cy="1524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04051" y="2360295"/>
            <a:ext cx="148152" cy="1778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67321" y="2347214"/>
            <a:ext cx="365341" cy="2118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74129" y="3056127"/>
            <a:ext cx="180213" cy="2273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59854" y="3090926"/>
            <a:ext cx="163702" cy="1841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697726" y="3153664"/>
            <a:ext cx="58293" cy="579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8376" y="125729"/>
            <a:ext cx="230153" cy="24587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40083" y="3807205"/>
            <a:ext cx="3491916" cy="32003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9742" y="160020"/>
            <a:ext cx="939723" cy="379094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807972" y="141351"/>
            <a:ext cx="121285" cy="314325"/>
          </a:xfrm>
          <a:custGeom>
            <a:avLst/>
            <a:gdLst/>
            <a:ahLst/>
            <a:cxnLst/>
            <a:rect l="l" t="t" r="r" b="b"/>
            <a:pathLst>
              <a:path w="121285" h="314325">
                <a:moveTo>
                  <a:pt x="111632" y="0"/>
                </a:moveTo>
                <a:lnTo>
                  <a:pt x="108203" y="0"/>
                </a:lnTo>
                <a:lnTo>
                  <a:pt x="96392" y="2667"/>
                </a:lnTo>
                <a:lnTo>
                  <a:pt x="70103" y="17652"/>
                </a:lnTo>
                <a:lnTo>
                  <a:pt x="69214" y="18288"/>
                </a:lnTo>
                <a:lnTo>
                  <a:pt x="61086" y="25907"/>
                </a:lnTo>
                <a:lnTo>
                  <a:pt x="60212" y="26924"/>
                </a:lnTo>
                <a:lnTo>
                  <a:pt x="52196" y="35941"/>
                </a:lnTo>
                <a:lnTo>
                  <a:pt x="51434" y="36829"/>
                </a:lnTo>
                <a:lnTo>
                  <a:pt x="42544" y="49275"/>
                </a:lnTo>
                <a:lnTo>
                  <a:pt x="42163" y="50038"/>
                </a:lnTo>
                <a:lnTo>
                  <a:pt x="34035" y="62992"/>
                </a:lnTo>
                <a:lnTo>
                  <a:pt x="33654" y="63753"/>
                </a:lnTo>
                <a:lnTo>
                  <a:pt x="26796" y="76580"/>
                </a:lnTo>
                <a:lnTo>
                  <a:pt x="26415" y="77597"/>
                </a:lnTo>
                <a:lnTo>
                  <a:pt x="9397" y="126492"/>
                </a:lnTo>
                <a:lnTo>
                  <a:pt x="2412" y="160400"/>
                </a:lnTo>
                <a:lnTo>
                  <a:pt x="2158" y="161544"/>
                </a:lnTo>
                <a:lnTo>
                  <a:pt x="634" y="176529"/>
                </a:lnTo>
                <a:lnTo>
                  <a:pt x="507" y="177673"/>
                </a:lnTo>
                <a:lnTo>
                  <a:pt x="26" y="191883"/>
                </a:lnTo>
                <a:lnTo>
                  <a:pt x="0" y="193675"/>
                </a:lnTo>
                <a:lnTo>
                  <a:pt x="514" y="205613"/>
                </a:lnTo>
                <a:lnTo>
                  <a:pt x="634" y="209296"/>
                </a:lnTo>
                <a:lnTo>
                  <a:pt x="2031" y="222250"/>
                </a:lnTo>
                <a:lnTo>
                  <a:pt x="2158" y="223265"/>
                </a:lnTo>
                <a:lnTo>
                  <a:pt x="4317" y="236474"/>
                </a:lnTo>
                <a:lnTo>
                  <a:pt x="4444" y="237489"/>
                </a:lnTo>
                <a:lnTo>
                  <a:pt x="16554" y="273389"/>
                </a:lnTo>
                <a:lnTo>
                  <a:pt x="16636" y="273558"/>
                </a:lnTo>
                <a:lnTo>
                  <a:pt x="44830" y="306197"/>
                </a:lnTo>
                <a:lnTo>
                  <a:pt x="68368" y="314198"/>
                </a:lnTo>
                <a:lnTo>
                  <a:pt x="74548" y="314198"/>
                </a:lnTo>
                <a:lnTo>
                  <a:pt x="81533" y="313436"/>
                </a:lnTo>
                <a:lnTo>
                  <a:pt x="82168" y="313436"/>
                </a:lnTo>
                <a:lnTo>
                  <a:pt x="90550" y="311912"/>
                </a:lnTo>
                <a:lnTo>
                  <a:pt x="90727" y="311912"/>
                </a:lnTo>
                <a:lnTo>
                  <a:pt x="99440" y="309499"/>
                </a:lnTo>
                <a:lnTo>
                  <a:pt x="109600" y="306450"/>
                </a:lnTo>
                <a:lnTo>
                  <a:pt x="111632" y="305815"/>
                </a:lnTo>
                <a:lnTo>
                  <a:pt x="112902" y="303911"/>
                </a:lnTo>
                <a:lnTo>
                  <a:pt x="112140" y="299847"/>
                </a:lnTo>
                <a:lnTo>
                  <a:pt x="110955" y="298831"/>
                </a:lnTo>
                <a:lnTo>
                  <a:pt x="98297" y="298831"/>
                </a:lnTo>
                <a:lnTo>
                  <a:pt x="91916" y="298450"/>
                </a:lnTo>
                <a:lnTo>
                  <a:pt x="90551" y="298450"/>
                </a:lnTo>
                <a:lnTo>
                  <a:pt x="84963" y="297434"/>
                </a:lnTo>
                <a:lnTo>
                  <a:pt x="83819" y="297434"/>
                </a:lnTo>
                <a:lnTo>
                  <a:pt x="82168" y="296925"/>
                </a:lnTo>
                <a:lnTo>
                  <a:pt x="82610" y="296925"/>
                </a:lnTo>
                <a:lnTo>
                  <a:pt x="80191" y="295910"/>
                </a:lnTo>
                <a:lnTo>
                  <a:pt x="79375" y="295910"/>
                </a:lnTo>
                <a:lnTo>
                  <a:pt x="77469" y="294766"/>
                </a:lnTo>
                <a:lnTo>
                  <a:pt x="77742" y="294766"/>
                </a:lnTo>
                <a:lnTo>
                  <a:pt x="75670" y="293317"/>
                </a:lnTo>
                <a:lnTo>
                  <a:pt x="69426" y="288416"/>
                </a:lnTo>
                <a:lnTo>
                  <a:pt x="69214" y="288416"/>
                </a:lnTo>
                <a:lnTo>
                  <a:pt x="67817" y="287147"/>
                </a:lnTo>
                <a:lnTo>
                  <a:pt x="67980" y="287147"/>
                </a:lnTo>
                <a:lnTo>
                  <a:pt x="64769" y="283845"/>
                </a:lnTo>
                <a:lnTo>
                  <a:pt x="60268" y="279019"/>
                </a:lnTo>
                <a:lnTo>
                  <a:pt x="59812" y="278569"/>
                </a:lnTo>
                <a:lnTo>
                  <a:pt x="59435" y="278129"/>
                </a:lnTo>
                <a:lnTo>
                  <a:pt x="54917" y="272249"/>
                </a:lnTo>
                <a:lnTo>
                  <a:pt x="51266" y="267081"/>
                </a:lnTo>
                <a:lnTo>
                  <a:pt x="50681" y="266282"/>
                </a:lnTo>
                <a:lnTo>
                  <a:pt x="46435" y="259207"/>
                </a:lnTo>
                <a:lnTo>
                  <a:pt x="46227" y="259207"/>
                </a:lnTo>
                <a:lnTo>
                  <a:pt x="42509" y="251460"/>
                </a:lnTo>
                <a:lnTo>
                  <a:pt x="42309" y="251206"/>
                </a:lnTo>
                <a:lnTo>
                  <a:pt x="41655" y="249682"/>
                </a:lnTo>
                <a:lnTo>
                  <a:pt x="41797" y="249682"/>
                </a:lnTo>
                <a:lnTo>
                  <a:pt x="39095" y="241935"/>
                </a:lnTo>
                <a:lnTo>
                  <a:pt x="38687" y="240829"/>
                </a:lnTo>
                <a:lnTo>
                  <a:pt x="37866" y="237489"/>
                </a:lnTo>
                <a:lnTo>
                  <a:pt x="35756" y="229141"/>
                </a:lnTo>
                <a:lnTo>
                  <a:pt x="33538" y="217621"/>
                </a:lnTo>
                <a:lnTo>
                  <a:pt x="32017" y="206628"/>
                </a:lnTo>
                <a:lnTo>
                  <a:pt x="31978" y="206428"/>
                </a:lnTo>
                <a:lnTo>
                  <a:pt x="31876" y="205613"/>
                </a:lnTo>
                <a:lnTo>
                  <a:pt x="31102" y="193675"/>
                </a:lnTo>
                <a:lnTo>
                  <a:pt x="31010" y="176529"/>
                </a:lnTo>
                <a:lnTo>
                  <a:pt x="31627" y="166034"/>
                </a:lnTo>
                <a:lnTo>
                  <a:pt x="31750" y="163956"/>
                </a:lnTo>
                <a:lnTo>
                  <a:pt x="31899" y="163956"/>
                </a:lnTo>
                <a:lnTo>
                  <a:pt x="33807" y="149351"/>
                </a:lnTo>
                <a:lnTo>
                  <a:pt x="33908" y="148590"/>
                </a:lnTo>
                <a:lnTo>
                  <a:pt x="36834" y="133476"/>
                </a:lnTo>
                <a:lnTo>
                  <a:pt x="36956" y="132842"/>
                </a:lnTo>
                <a:lnTo>
                  <a:pt x="40308" y="118170"/>
                </a:lnTo>
                <a:lnTo>
                  <a:pt x="44907" y="102499"/>
                </a:lnTo>
                <a:lnTo>
                  <a:pt x="50220" y="88010"/>
                </a:lnTo>
                <a:lnTo>
                  <a:pt x="50441" y="87365"/>
                </a:lnTo>
                <a:lnTo>
                  <a:pt x="55218" y="76829"/>
                </a:lnTo>
                <a:lnTo>
                  <a:pt x="55348" y="76580"/>
                </a:lnTo>
                <a:lnTo>
                  <a:pt x="55804" y="75531"/>
                </a:lnTo>
                <a:lnTo>
                  <a:pt x="56095" y="75092"/>
                </a:lnTo>
                <a:lnTo>
                  <a:pt x="56159" y="74862"/>
                </a:lnTo>
                <a:lnTo>
                  <a:pt x="62453" y="62992"/>
                </a:lnTo>
                <a:lnTo>
                  <a:pt x="70260" y="50546"/>
                </a:lnTo>
                <a:lnTo>
                  <a:pt x="70419" y="50263"/>
                </a:lnTo>
                <a:lnTo>
                  <a:pt x="70738" y="49783"/>
                </a:lnTo>
                <a:lnTo>
                  <a:pt x="71159" y="49275"/>
                </a:lnTo>
                <a:lnTo>
                  <a:pt x="76913" y="41401"/>
                </a:lnTo>
                <a:lnTo>
                  <a:pt x="77234" y="40923"/>
                </a:lnTo>
                <a:lnTo>
                  <a:pt x="77469" y="40640"/>
                </a:lnTo>
                <a:lnTo>
                  <a:pt x="80922" y="36829"/>
                </a:lnTo>
                <a:lnTo>
                  <a:pt x="83646" y="33781"/>
                </a:lnTo>
                <a:lnTo>
                  <a:pt x="83989" y="33358"/>
                </a:lnTo>
                <a:lnTo>
                  <a:pt x="84327" y="33020"/>
                </a:lnTo>
                <a:lnTo>
                  <a:pt x="91005" y="26924"/>
                </a:lnTo>
                <a:lnTo>
                  <a:pt x="90804" y="26924"/>
                </a:lnTo>
                <a:lnTo>
                  <a:pt x="97910" y="21833"/>
                </a:lnTo>
                <a:lnTo>
                  <a:pt x="101815" y="19557"/>
                </a:lnTo>
                <a:lnTo>
                  <a:pt x="102869" y="18923"/>
                </a:lnTo>
                <a:lnTo>
                  <a:pt x="103237" y="18923"/>
                </a:lnTo>
                <a:lnTo>
                  <a:pt x="112902" y="14858"/>
                </a:lnTo>
                <a:lnTo>
                  <a:pt x="114934" y="13589"/>
                </a:lnTo>
                <a:lnTo>
                  <a:pt x="120522" y="8890"/>
                </a:lnTo>
                <a:lnTo>
                  <a:pt x="121157" y="6984"/>
                </a:lnTo>
                <a:lnTo>
                  <a:pt x="120745" y="5333"/>
                </a:lnTo>
                <a:lnTo>
                  <a:pt x="120650" y="4952"/>
                </a:lnTo>
                <a:lnTo>
                  <a:pt x="120268" y="3048"/>
                </a:lnTo>
                <a:lnTo>
                  <a:pt x="118744" y="1650"/>
                </a:lnTo>
                <a:lnTo>
                  <a:pt x="116839" y="1143"/>
                </a:lnTo>
                <a:lnTo>
                  <a:pt x="111632" y="0"/>
                </a:lnTo>
                <a:close/>
              </a:path>
              <a:path w="121285" h="314325">
                <a:moveTo>
                  <a:pt x="110511" y="298450"/>
                </a:moveTo>
                <a:lnTo>
                  <a:pt x="108330" y="298450"/>
                </a:lnTo>
                <a:lnTo>
                  <a:pt x="97790" y="298831"/>
                </a:lnTo>
                <a:lnTo>
                  <a:pt x="110955" y="298831"/>
                </a:lnTo>
                <a:lnTo>
                  <a:pt x="110511" y="298450"/>
                </a:lnTo>
                <a:close/>
              </a:path>
              <a:path w="121285" h="314325">
                <a:moveTo>
                  <a:pt x="82168" y="296925"/>
                </a:moveTo>
                <a:lnTo>
                  <a:pt x="83819" y="297434"/>
                </a:lnTo>
                <a:lnTo>
                  <a:pt x="82947" y="297067"/>
                </a:lnTo>
                <a:lnTo>
                  <a:pt x="82168" y="296925"/>
                </a:lnTo>
                <a:close/>
              </a:path>
              <a:path w="121285" h="314325">
                <a:moveTo>
                  <a:pt x="82947" y="297067"/>
                </a:moveTo>
                <a:lnTo>
                  <a:pt x="83819" y="297434"/>
                </a:lnTo>
                <a:lnTo>
                  <a:pt x="84963" y="297434"/>
                </a:lnTo>
                <a:lnTo>
                  <a:pt x="82947" y="297067"/>
                </a:lnTo>
                <a:close/>
              </a:path>
              <a:path w="121285" h="314325">
                <a:moveTo>
                  <a:pt x="82610" y="296925"/>
                </a:moveTo>
                <a:lnTo>
                  <a:pt x="82168" y="296925"/>
                </a:lnTo>
                <a:lnTo>
                  <a:pt x="82947" y="297067"/>
                </a:lnTo>
                <a:lnTo>
                  <a:pt x="82610" y="296925"/>
                </a:lnTo>
                <a:close/>
              </a:path>
              <a:path w="121285" h="314325">
                <a:moveTo>
                  <a:pt x="77469" y="294766"/>
                </a:moveTo>
                <a:lnTo>
                  <a:pt x="79375" y="295910"/>
                </a:lnTo>
                <a:lnTo>
                  <a:pt x="78150" y="295052"/>
                </a:lnTo>
                <a:lnTo>
                  <a:pt x="77469" y="294766"/>
                </a:lnTo>
                <a:close/>
              </a:path>
              <a:path w="121285" h="314325">
                <a:moveTo>
                  <a:pt x="78150" y="295052"/>
                </a:moveTo>
                <a:lnTo>
                  <a:pt x="79375" y="295910"/>
                </a:lnTo>
                <a:lnTo>
                  <a:pt x="80191" y="295910"/>
                </a:lnTo>
                <a:lnTo>
                  <a:pt x="78150" y="295052"/>
                </a:lnTo>
                <a:close/>
              </a:path>
              <a:path w="121285" h="314325">
                <a:moveTo>
                  <a:pt x="77742" y="294766"/>
                </a:moveTo>
                <a:lnTo>
                  <a:pt x="77469" y="294766"/>
                </a:lnTo>
                <a:lnTo>
                  <a:pt x="78150" y="295052"/>
                </a:lnTo>
                <a:lnTo>
                  <a:pt x="77742" y="294766"/>
                </a:lnTo>
                <a:close/>
              </a:path>
              <a:path w="121285" h="314325">
                <a:moveTo>
                  <a:pt x="68532" y="287715"/>
                </a:moveTo>
                <a:lnTo>
                  <a:pt x="69214" y="288416"/>
                </a:lnTo>
                <a:lnTo>
                  <a:pt x="69426" y="288416"/>
                </a:lnTo>
                <a:lnTo>
                  <a:pt x="68532" y="287715"/>
                </a:lnTo>
                <a:close/>
              </a:path>
              <a:path w="121285" h="314325">
                <a:moveTo>
                  <a:pt x="67980" y="287147"/>
                </a:moveTo>
                <a:lnTo>
                  <a:pt x="67817" y="287147"/>
                </a:lnTo>
                <a:lnTo>
                  <a:pt x="68532" y="287715"/>
                </a:lnTo>
                <a:lnTo>
                  <a:pt x="67980" y="287147"/>
                </a:lnTo>
                <a:close/>
              </a:path>
              <a:path w="121285" h="314325">
                <a:moveTo>
                  <a:pt x="45601" y="257823"/>
                </a:moveTo>
                <a:lnTo>
                  <a:pt x="46227" y="259207"/>
                </a:lnTo>
                <a:lnTo>
                  <a:pt x="46435" y="259207"/>
                </a:lnTo>
                <a:lnTo>
                  <a:pt x="45601" y="257823"/>
                </a:lnTo>
                <a:close/>
              </a:path>
              <a:path w="121285" h="314325">
                <a:moveTo>
                  <a:pt x="41797" y="249682"/>
                </a:moveTo>
                <a:lnTo>
                  <a:pt x="41655" y="249682"/>
                </a:lnTo>
                <a:lnTo>
                  <a:pt x="42174" y="250762"/>
                </a:lnTo>
                <a:lnTo>
                  <a:pt x="41797" y="249682"/>
                </a:lnTo>
                <a:close/>
              </a:path>
              <a:path w="121285" h="314325">
                <a:moveTo>
                  <a:pt x="31899" y="163956"/>
                </a:moveTo>
                <a:lnTo>
                  <a:pt x="31750" y="163956"/>
                </a:lnTo>
                <a:lnTo>
                  <a:pt x="31750" y="164599"/>
                </a:lnTo>
                <a:lnTo>
                  <a:pt x="31899" y="163956"/>
                </a:lnTo>
                <a:close/>
              </a:path>
              <a:path w="121285" h="314325">
                <a:moveTo>
                  <a:pt x="91693" y="26289"/>
                </a:moveTo>
                <a:lnTo>
                  <a:pt x="90804" y="26924"/>
                </a:lnTo>
                <a:lnTo>
                  <a:pt x="91005" y="26924"/>
                </a:lnTo>
                <a:lnTo>
                  <a:pt x="91693" y="26289"/>
                </a:lnTo>
                <a:close/>
              </a:path>
              <a:path w="121285" h="314325">
                <a:moveTo>
                  <a:pt x="103237" y="18923"/>
                </a:moveTo>
                <a:lnTo>
                  <a:pt x="102869" y="18923"/>
                </a:lnTo>
                <a:lnTo>
                  <a:pt x="101824" y="19557"/>
                </a:lnTo>
                <a:lnTo>
                  <a:pt x="103237" y="18923"/>
                </a:lnTo>
                <a:close/>
              </a:path>
            </a:pathLst>
          </a:custGeom>
          <a:solidFill>
            <a:srgbClr val="177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13914" y="131063"/>
            <a:ext cx="597408" cy="22555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87852" y="107695"/>
            <a:ext cx="1031445" cy="33972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17741" y="1032002"/>
            <a:ext cx="261302" cy="27838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4011" y="1094358"/>
            <a:ext cx="157378" cy="19685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88380" y="1109344"/>
            <a:ext cx="447316" cy="1651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67145" y="1099692"/>
            <a:ext cx="462847" cy="221487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2295144" y="1114678"/>
            <a:ext cx="205104" cy="178435"/>
            <a:chOff x="2295144" y="1114678"/>
            <a:chExt cx="205104" cy="178435"/>
          </a:xfrm>
        </p:grpSpPr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95144" y="1114678"/>
              <a:ext cx="140462" cy="17792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64308" y="123342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24637" y="0"/>
                  </a:moveTo>
                  <a:lnTo>
                    <a:pt x="16002" y="1015"/>
                  </a:lnTo>
                  <a:lnTo>
                    <a:pt x="12827" y="1270"/>
                  </a:lnTo>
                  <a:lnTo>
                    <a:pt x="10541" y="1524"/>
                  </a:lnTo>
                  <a:lnTo>
                    <a:pt x="8381" y="2412"/>
                  </a:lnTo>
                  <a:lnTo>
                    <a:pt x="2412" y="6350"/>
                  </a:lnTo>
                  <a:lnTo>
                    <a:pt x="762" y="9016"/>
                  </a:lnTo>
                  <a:lnTo>
                    <a:pt x="508" y="12064"/>
                  </a:lnTo>
                  <a:lnTo>
                    <a:pt x="0" y="16001"/>
                  </a:lnTo>
                  <a:lnTo>
                    <a:pt x="254" y="18161"/>
                  </a:lnTo>
                  <a:lnTo>
                    <a:pt x="2159" y="23240"/>
                  </a:lnTo>
                  <a:lnTo>
                    <a:pt x="5080" y="31368"/>
                  </a:lnTo>
                  <a:lnTo>
                    <a:pt x="13843" y="35940"/>
                  </a:lnTo>
                  <a:lnTo>
                    <a:pt x="30606" y="31368"/>
                  </a:lnTo>
                  <a:lnTo>
                    <a:pt x="35814" y="22987"/>
                  </a:lnTo>
                  <a:lnTo>
                    <a:pt x="34162" y="14477"/>
                  </a:lnTo>
                  <a:lnTo>
                    <a:pt x="32639" y="5968"/>
                  </a:lnTo>
                  <a:lnTo>
                    <a:pt x="24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760979" y="1107566"/>
            <a:ext cx="626887" cy="12217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25498" y="1784730"/>
            <a:ext cx="135606" cy="21653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028288" y="1797430"/>
            <a:ext cx="178718" cy="192151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306701" y="1844420"/>
            <a:ext cx="162941" cy="174878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2517394" y="1957832"/>
            <a:ext cx="45720" cy="31115"/>
          </a:xfrm>
          <a:custGeom>
            <a:avLst/>
            <a:gdLst/>
            <a:ahLst/>
            <a:cxnLst/>
            <a:rect l="l" t="t" r="r" b="b"/>
            <a:pathLst>
              <a:path w="45719" h="31114">
                <a:moveTo>
                  <a:pt x="36634" y="29024"/>
                </a:moveTo>
                <a:lnTo>
                  <a:pt x="27558" y="30098"/>
                </a:lnTo>
                <a:lnTo>
                  <a:pt x="28477" y="30098"/>
                </a:lnTo>
                <a:lnTo>
                  <a:pt x="30099" y="30733"/>
                </a:lnTo>
                <a:lnTo>
                  <a:pt x="36068" y="29590"/>
                </a:lnTo>
                <a:lnTo>
                  <a:pt x="36634" y="29024"/>
                </a:lnTo>
                <a:close/>
              </a:path>
              <a:path w="45719" h="31114">
                <a:moveTo>
                  <a:pt x="8790" y="8131"/>
                </a:moveTo>
                <a:lnTo>
                  <a:pt x="3810" y="10413"/>
                </a:lnTo>
                <a:lnTo>
                  <a:pt x="3029" y="10794"/>
                </a:lnTo>
                <a:lnTo>
                  <a:pt x="3048" y="11937"/>
                </a:lnTo>
                <a:lnTo>
                  <a:pt x="3429" y="12700"/>
                </a:lnTo>
                <a:lnTo>
                  <a:pt x="6095" y="18541"/>
                </a:lnTo>
                <a:lnTo>
                  <a:pt x="7112" y="20827"/>
                </a:lnTo>
                <a:lnTo>
                  <a:pt x="9017" y="22478"/>
                </a:lnTo>
                <a:lnTo>
                  <a:pt x="28477" y="30098"/>
                </a:lnTo>
                <a:lnTo>
                  <a:pt x="23029" y="30098"/>
                </a:lnTo>
                <a:lnTo>
                  <a:pt x="24892" y="30352"/>
                </a:lnTo>
                <a:lnTo>
                  <a:pt x="27558" y="30098"/>
                </a:lnTo>
                <a:lnTo>
                  <a:pt x="36634" y="29024"/>
                </a:lnTo>
                <a:lnTo>
                  <a:pt x="40005" y="25653"/>
                </a:lnTo>
                <a:lnTo>
                  <a:pt x="42404" y="23404"/>
                </a:lnTo>
                <a:lnTo>
                  <a:pt x="45335" y="15589"/>
                </a:lnTo>
                <a:lnTo>
                  <a:pt x="43137" y="8762"/>
                </a:lnTo>
                <a:lnTo>
                  <a:pt x="8000" y="8762"/>
                </a:lnTo>
                <a:lnTo>
                  <a:pt x="8790" y="8131"/>
                </a:lnTo>
                <a:close/>
              </a:path>
              <a:path w="45719" h="31114">
                <a:moveTo>
                  <a:pt x="9753" y="23629"/>
                </a:moveTo>
                <a:lnTo>
                  <a:pt x="11683" y="25018"/>
                </a:lnTo>
                <a:lnTo>
                  <a:pt x="13716" y="26162"/>
                </a:lnTo>
                <a:lnTo>
                  <a:pt x="20097" y="29024"/>
                </a:lnTo>
                <a:lnTo>
                  <a:pt x="22366" y="30098"/>
                </a:lnTo>
                <a:lnTo>
                  <a:pt x="28477" y="30098"/>
                </a:lnTo>
                <a:lnTo>
                  <a:pt x="12909" y="24002"/>
                </a:lnTo>
                <a:lnTo>
                  <a:pt x="10922" y="24002"/>
                </a:lnTo>
                <a:lnTo>
                  <a:pt x="9753" y="23629"/>
                </a:lnTo>
                <a:close/>
              </a:path>
              <a:path w="45719" h="31114">
                <a:moveTo>
                  <a:pt x="42404" y="23404"/>
                </a:moveTo>
                <a:lnTo>
                  <a:pt x="40005" y="25653"/>
                </a:lnTo>
                <a:lnTo>
                  <a:pt x="36634" y="29024"/>
                </a:lnTo>
                <a:lnTo>
                  <a:pt x="37125" y="29024"/>
                </a:lnTo>
                <a:lnTo>
                  <a:pt x="41656" y="25400"/>
                </a:lnTo>
                <a:lnTo>
                  <a:pt x="42320" y="23629"/>
                </a:lnTo>
                <a:lnTo>
                  <a:pt x="42404" y="23404"/>
                </a:lnTo>
                <a:close/>
              </a:path>
              <a:path w="45719" h="31114">
                <a:moveTo>
                  <a:pt x="8508" y="22732"/>
                </a:moveTo>
                <a:lnTo>
                  <a:pt x="9753" y="23629"/>
                </a:lnTo>
                <a:lnTo>
                  <a:pt x="10922" y="24002"/>
                </a:lnTo>
                <a:lnTo>
                  <a:pt x="8508" y="22732"/>
                </a:lnTo>
                <a:close/>
              </a:path>
              <a:path w="45719" h="31114">
                <a:moveTo>
                  <a:pt x="9665" y="22732"/>
                </a:moveTo>
                <a:lnTo>
                  <a:pt x="8508" y="22732"/>
                </a:lnTo>
                <a:lnTo>
                  <a:pt x="10922" y="24002"/>
                </a:lnTo>
                <a:lnTo>
                  <a:pt x="12909" y="24002"/>
                </a:lnTo>
                <a:lnTo>
                  <a:pt x="9665" y="22732"/>
                </a:lnTo>
                <a:close/>
              </a:path>
              <a:path w="45719" h="31114">
                <a:moveTo>
                  <a:pt x="3029" y="10794"/>
                </a:moveTo>
                <a:lnTo>
                  <a:pt x="2381" y="11048"/>
                </a:lnTo>
                <a:lnTo>
                  <a:pt x="1524" y="11429"/>
                </a:lnTo>
                <a:lnTo>
                  <a:pt x="0" y="13842"/>
                </a:lnTo>
                <a:lnTo>
                  <a:pt x="139" y="15239"/>
                </a:lnTo>
                <a:lnTo>
                  <a:pt x="254" y="16382"/>
                </a:lnTo>
                <a:lnTo>
                  <a:pt x="381" y="18922"/>
                </a:lnTo>
                <a:lnTo>
                  <a:pt x="2031" y="21208"/>
                </a:lnTo>
                <a:lnTo>
                  <a:pt x="4572" y="21970"/>
                </a:lnTo>
                <a:lnTo>
                  <a:pt x="9753" y="23629"/>
                </a:lnTo>
                <a:lnTo>
                  <a:pt x="8508" y="22732"/>
                </a:lnTo>
                <a:lnTo>
                  <a:pt x="9665" y="22732"/>
                </a:lnTo>
                <a:lnTo>
                  <a:pt x="9017" y="22478"/>
                </a:lnTo>
                <a:lnTo>
                  <a:pt x="7112" y="20827"/>
                </a:lnTo>
                <a:lnTo>
                  <a:pt x="6095" y="18541"/>
                </a:lnTo>
                <a:lnTo>
                  <a:pt x="3429" y="12700"/>
                </a:lnTo>
                <a:lnTo>
                  <a:pt x="3048" y="11937"/>
                </a:lnTo>
                <a:lnTo>
                  <a:pt x="3029" y="10794"/>
                </a:lnTo>
                <a:close/>
              </a:path>
              <a:path w="45719" h="31114">
                <a:moveTo>
                  <a:pt x="45335" y="15589"/>
                </a:moveTo>
                <a:lnTo>
                  <a:pt x="42404" y="23404"/>
                </a:lnTo>
                <a:lnTo>
                  <a:pt x="43933" y="21970"/>
                </a:lnTo>
                <a:lnTo>
                  <a:pt x="44220" y="21208"/>
                </a:lnTo>
                <a:lnTo>
                  <a:pt x="45374" y="16382"/>
                </a:lnTo>
                <a:lnTo>
                  <a:pt x="45466" y="16001"/>
                </a:lnTo>
                <a:lnTo>
                  <a:pt x="45335" y="15589"/>
                </a:lnTo>
                <a:close/>
              </a:path>
              <a:path w="45719" h="31114">
                <a:moveTo>
                  <a:pt x="42946" y="8131"/>
                </a:moveTo>
                <a:lnTo>
                  <a:pt x="43010" y="8381"/>
                </a:lnTo>
                <a:lnTo>
                  <a:pt x="43603" y="10159"/>
                </a:lnTo>
                <a:lnTo>
                  <a:pt x="45224" y="15239"/>
                </a:lnTo>
                <a:lnTo>
                  <a:pt x="45335" y="15589"/>
                </a:lnTo>
                <a:lnTo>
                  <a:pt x="45466" y="15239"/>
                </a:lnTo>
                <a:lnTo>
                  <a:pt x="44790" y="11937"/>
                </a:lnTo>
                <a:lnTo>
                  <a:pt x="44686" y="11429"/>
                </a:lnTo>
                <a:lnTo>
                  <a:pt x="44608" y="11048"/>
                </a:lnTo>
                <a:lnTo>
                  <a:pt x="44556" y="10794"/>
                </a:lnTo>
                <a:lnTo>
                  <a:pt x="44478" y="10413"/>
                </a:lnTo>
                <a:lnTo>
                  <a:pt x="44426" y="10159"/>
                </a:lnTo>
                <a:lnTo>
                  <a:pt x="44323" y="9651"/>
                </a:lnTo>
                <a:lnTo>
                  <a:pt x="42946" y="8131"/>
                </a:lnTo>
                <a:close/>
              </a:path>
              <a:path w="45719" h="31114">
                <a:moveTo>
                  <a:pt x="31623" y="0"/>
                </a:moveTo>
                <a:lnTo>
                  <a:pt x="12318" y="5206"/>
                </a:lnTo>
                <a:lnTo>
                  <a:pt x="10922" y="5714"/>
                </a:lnTo>
                <a:lnTo>
                  <a:pt x="5080" y="8381"/>
                </a:lnTo>
                <a:lnTo>
                  <a:pt x="4191" y="8762"/>
                </a:lnTo>
                <a:lnTo>
                  <a:pt x="3556" y="9397"/>
                </a:lnTo>
                <a:lnTo>
                  <a:pt x="3301" y="10159"/>
                </a:lnTo>
                <a:lnTo>
                  <a:pt x="3029" y="10794"/>
                </a:lnTo>
                <a:lnTo>
                  <a:pt x="3810" y="10413"/>
                </a:lnTo>
                <a:lnTo>
                  <a:pt x="8790" y="8131"/>
                </a:lnTo>
                <a:lnTo>
                  <a:pt x="11175" y="6222"/>
                </a:lnTo>
                <a:lnTo>
                  <a:pt x="13324" y="4983"/>
                </a:lnTo>
                <a:lnTo>
                  <a:pt x="40099" y="4983"/>
                </a:lnTo>
                <a:lnTo>
                  <a:pt x="37083" y="1650"/>
                </a:lnTo>
                <a:lnTo>
                  <a:pt x="37337" y="1650"/>
                </a:lnTo>
                <a:lnTo>
                  <a:pt x="29633" y="762"/>
                </a:lnTo>
                <a:lnTo>
                  <a:pt x="34143" y="762"/>
                </a:lnTo>
                <a:lnTo>
                  <a:pt x="31623" y="0"/>
                </a:lnTo>
                <a:close/>
              </a:path>
              <a:path w="45719" h="31114">
                <a:moveTo>
                  <a:pt x="9906" y="7619"/>
                </a:moveTo>
                <a:lnTo>
                  <a:pt x="8790" y="8131"/>
                </a:lnTo>
                <a:lnTo>
                  <a:pt x="8000" y="8762"/>
                </a:lnTo>
                <a:lnTo>
                  <a:pt x="9906" y="7619"/>
                </a:lnTo>
                <a:close/>
              </a:path>
              <a:path w="45719" h="31114">
                <a:moveTo>
                  <a:pt x="42484" y="7619"/>
                </a:moveTo>
                <a:lnTo>
                  <a:pt x="9906" y="7619"/>
                </a:lnTo>
                <a:lnTo>
                  <a:pt x="8000" y="8762"/>
                </a:lnTo>
                <a:lnTo>
                  <a:pt x="43137" y="8762"/>
                </a:lnTo>
                <a:lnTo>
                  <a:pt x="43010" y="8381"/>
                </a:lnTo>
                <a:lnTo>
                  <a:pt x="42927" y="8131"/>
                </a:lnTo>
                <a:lnTo>
                  <a:pt x="42484" y="7619"/>
                </a:lnTo>
                <a:close/>
              </a:path>
              <a:path w="45719" h="31114">
                <a:moveTo>
                  <a:pt x="40099" y="4983"/>
                </a:moveTo>
                <a:lnTo>
                  <a:pt x="13324" y="4983"/>
                </a:lnTo>
                <a:lnTo>
                  <a:pt x="11175" y="6222"/>
                </a:lnTo>
                <a:lnTo>
                  <a:pt x="8790" y="8131"/>
                </a:lnTo>
                <a:lnTo>
                  <a:pt x="9906" y="7619"/>
                </a:lnTo>
                <a:lnTo>
                  <a:pt x="42484" y="7619"/>
                </a:lnTo>
                <a:lnTo>
                  <a:pt x="40099" y="4983"/>
                </a:lnTo>
                <a:close/>
              </a:path>
              <a:path w="45719" h="31114">
                <a:moveTo>
                  <a:pt x="37337" y="1650"/>
                </a:moveTo>
                <a:lnTo>
                  <a:pt x="37083" y="1650"/>
                </a:lnTo>
                <a:lnTo>
                  <a:pt x="42946" y="8131"/>
                </a:lnTo>
                <a:lnTo>
                  <a:pt x="42756" y="7619"/>
                </a:lnTo>
                <a:lnTo>
                  <a:pt x="42121" y="5714"/>
                </a:lnTo>
                <a:lnTo>
                  <a:pt x="42037" y="5460"/>
                </a:lnTo>
                <a:lnTo>
                  <a:pt x="37337" y="1650"/>
                </a:lnTo>
                <a:close/>
              </a:path>
              <a:path w="45719" h="31114">
                <a:moveTo>
                  <a:pt x="24637" y="253"/>
                </a:moveTo>
                <a:lnTo>
                  <a:pt x="21843" y="762"/>
                </a:lnTo>
                <a:lnTo>
                  <a:pt x="19304" y="1904"/>
                </a:lnTo>
                <a:lnTo>
                  <a:pt x="13146" y="4983"/>
                </a:lnTo>
                <a:lnTo>
                  <a:pt x="28798" y="762"/>
                </a:lnTo>
                <a:lnTo>
                  <a:pt x="29633" y="762"/>
                </a:lnTo>
                <a:lnTo>
                  <a:pt x="27431" y="507"/>
                </a:lnTo>
                <a:lnTo>
                  <a:pt x="24637" y="253"/>
                </a:lnTo>
                <a:close/>
              </a:path>
              <a:path w="45719" h="31114">
                <a:moveTo>
                  <a:pt x="34143" y="762"/>
                </a:moveTo>
                <a:lnTo>
                  <a:pt x="29633" y="762"/>
                </a:lnTo>
                <a:lnTo>
                  <a:pt x="37337" y="1650"/>
                </a:lnTo>
                <a:lnTo>
                  <a:pt x="37083" y="1650"/>
                </a:lnTo>
                <a:lnTo>
                  <a:pt x="34143" y="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70598" y="1739900"/>
            <a:ext cx="234958" cy="21336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03960" y="1805432"/>
            <a:ext cx="188569" cy="17716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47508" y="1804542"/>
            <a:ext cx="394114" cy="17780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16861" y="2462783"/>
            <a:ext cx="232790" cy="22199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127942" y="2448686"/>
            <a:ext cx="143278" cy="21018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385060" y="2484710"/>
            <a:ext cx="167131" cy="180638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660650" y="2599054"/>
            <a:ext cx="42545" cy="34290"/>
          </a:xfrm>
          <a:custGeom>
            <a:avLst/>
            <a:gdLst/>
            <a:ahLst/>
            <a:cxnLst/>
            <a:rect l="l" t="t" r="r" b="b"/>
            <a:pathLst>
              <a:path w="42544" h="34289">
                <a:moveTo>
                  <a:pt x="3819" y="11549"/>
                </a:moveTo>
                <a:lnTo>
                  <a:pt x="2667" y="13335"/>
                </a:lnTo>
                <a:lnTo>
                  <a:pt x="1905" y="15367"/>
                </a:lnTo>
                <a:lnTo>
                  <a:pt x="1848" y="15875"/>
                </a:lnTo>
                <a:lnTo>
                  <a:pt x="1777" y="16510"/>
                </a:lnTo>
                <a:lnTo>
                  <a:pt x="1905" y="17653"/>
                </a:lnTo>
                <a:lnTo>
                  <a:pt x="2004" y="18415"/>
                </a:lnTo>
                <a:lnTo>
                  <a:pt x="2059" y="18835"/>
                </a:lnTo>
                <a:lnTo>
                  <a:pt x="2170" y="19685"/>
                </a:lnTo>
                <a:lnTo>
                  <a:pt x="2286" y="20574"/>
                </a:lnTo>
                <a:lnTo>
                  <a:pt x="3048" y="22352"/>
                </a:lnTo>
                <a:lnTo>
                  <a:pt x="4191" y="23875"/>
                </a:lnTo>
                <a:lnTo>
                  <a:pt x="6095" y="26162"/>
                </a:lnTo>
                <a:lnTo>
                  <a:pt x="7493" y="28067"/>
                </a:lnTo>
                <a:lnTo>
                  <a:pt x="9398" y="29464"/>
                </a:lnTo>
                <a:lnTo>
                  <a:pt x="11556" y="30353"/>
                </a:lnTo>
                <a:lnTo>
                  <a:pt x="20574" y="34290"/>
                </a:lnTo>
                <a:lnTo>
                  <a:pt x="26288" y="33909"/>
                </a:lnTo>
                <a:lnTo>
                  <a:pt x="27284" y="33274"/>
                </a:lnTo>
                <a:lnTo>
                  <a:pt x="25145" y="33274"/>
                </a:lnTo>
                <a:lnTo>
                  <a:pt x="17144" y="31115"/>
                </a:lnTo>
                <a:lnTo>
                  <a:pt x="12826" y="25146"/>
                </a:lnTo>
                <a:lnTo>
                  <a:pt x="8000" y="18415"/>
                </a:lnTo>
                <a:lnTo>
                  <a:pt x="6604" y="15875"/>
                </a:lnTo>
                <a:lnTo>
                  <a:pt x="5672" y="13546"/>
                </a:lnTo>
                <a:lnTo>
                  <a:pt x="4919" y="12446"/>
                </a:lnTo>
                <a:lnTo>
                  <a:pt x="4408" y="12065"/>
                </a:lnTo>
                <a:lnTo>
                  <a:pt x="3819" y="11549"/>
                </a:lnTo>
                <a:close/>
              </a:path>
              <a:path w="42544" h="34289">
                <a:moveTo>
                  <a:pt x="5672" y="13546"/>
                </a:moveTo>
                <a:lnTo>
                  <a:pt x="25145" y="33274"/>
                </a:lnTo>
                <a:lnTo>
                  <a:pt x="32515" y="29936"/>
                </a:lnTo>
                <a:lnTo>
                  <a:pt x="33655" y="29210"/>
                </a:lnTo>
                <a:lnTo>
                  <a:pt x="39478" y="25665"/>
                </a:lnTo>
                <a:lnTo>
                  <a:pt x="42224" y="18835"/>
                </a:lnTo>
                <a:lnTo>
                  <a:pt x="42291" y="18669"/>
                </a:lnTo>
                <a:lnTo>
                  <a:pt x="42128" y="18415"/>
                </a:lnTo>
                <a:lnTo>
                  <a:pt x="41201" y="14350"/>
                </a:lnTo>
                <a:lnTo>
                  <a:pt x="6223" y="14350"/>
                </a:lnTo>
                <a:lnTo>
                  <a:pt x="5672" y="13546"/>
                </a:lnTo>
                <a:close/>
              </a:path>
              <a:path w="42544" h="34289">
                <a:moveTo>
                  <a:pt x="32515" y="29936"/>
                </a:moveTo>
                <a:lnTo>
                  <a:pt x="25145" y="33274"/>
                </a:lnTo>
                <a:lnTo>
                  <a:pt x="27284" y="33274"/>
                </a:lnTo>
                <a:lnTo>
                  <a:pt x="32515" y="29936"/>
                </a:lnTo>
                <a:close/>
              </a:path>
              <a:path w="42544" h="34289">
                <a:moveTo>
                  <a:pt x="39478" y="25665"/>
                </a:moveTo>
                <a:lnTo>
                  <a:pt x="33655" y="29210"/>
                </a:lnTo>
                <a:lnTo>
                  <a:pt x="31863" y="30353"/>
                </a:lnTo>
                <a:lnTo>
                  <a:pt x="38735" y="27178"/>
                </a:lnTo>
                <a:lnTo>
                  <a:pt x="39478" y="25665"/>
                </a:lnTo>
                <a:close/>
              </a:path>
              <a:path w="42544" h="34289">
                <a:moveTo>
                  <a:pt x="42224" y="18835"/>
                </a:moveTo>
                <a:lnTo>
                  <a:pt x="39700" y="25146"/>
                </a:lnTo>
                <a:lnTo>
                  <a:pt x="40358" y="23875"/>
                </a:lnTo>
                <a:lnTo>
                  <a:pt x="42418" y="19685"/>
                </a:lnTo>
                <a:lnTo>
                  <a:pt x="42224" y="18835"/>
                </a:lnTo>
                <a:close/>
              </a:path>
              <a:path w="42544" h="34289">
                <a:moveTo>
                  <a:pt x="40605" y="11937"/>
                </a:moveTo>
                <a:lnTo>
                  <a:pt x="4572" y="11937"/>
                </a:lnTo>
                <a:lnTo>
                  <a:pt x="5257" y="12700"/>
                </a:lnTo>
                <a:lnTo>
                  <a:pt x="5511" y="13030"/>
                </a:lnTo>
                <a:lnTo>
                  <a:pt x="5860" y="13335"/>
                </a:lnTo>
                <a:lnTo>
                  <a:pt x="5789" y="13546"/>
                </a:lnTo>
                <a:lnTo>
                  <a:pt x="6223" y="14350"/>
                </a:lnTo>
                <a:lnTo>
                  <a:pt x="41201" y="14350"/>
                </a:lnTo>
                <a:lnTo>
                  <a:pt x="41018" y="13546"/>
                </a:lnTo>
                <a:lnTo>
                  <a:pt x="40957" y="13335"/>
                </a:lnTo>
                <a:lnTo>
                  <a:pt x="5829" y="13335"/>
                </a:lnTo>
                <a:lnTo>
                  <a:pt x="5554" y="13030"/>
                </a:lnTo>
                <a:lnTo>
                  <a:pt x="40881" y="13030"/>
                </a:lnTo>
                <a:lnTo>
                  <a:pt x="40798" y="12700"/>
                </a:lnTo>
                <a:lnTo>
                  <a:pt x="40735" y="12446"/>
                </a:lnTo>
                <a:lnTo>
                  <a:pt x="40639" y="12065"/>
                </a:lnTo>
                <a:lnTo>
                  <a:pt x="40605" y="11937"/>
                </a:lnTo>
                <a:close/>
              </a:path>
              <a:path w="42544" h="34289">
                <a:moveTo>
                  <a:pt x="5134" y="12700"/>
                </a:moveTo>
                <a:lnTo>
                  <a:pt x="5319" y="13030"/>
                </a:lnTo>
                <a:lnTo>
                  <a:pt x="5527" y="13335"/>
                </a:lnTo>
                <a:lnTo>
                  <a:pt x="5466" y="13030"/>
                </a:lnTo>
                <a:lnTo>
                  <a:pt x="5134" y="12700"/>
                </a:lnTo>
                <a:close/>
              </a:path>
              <a:path w="42544" h="34289">
                <a:moveTo>
                  <a:pt x="32813" y="363"/>
                </a:moveTo>
                <a:lnTo>
                  <a:pt x="25893" y="363"/>
                </a:lnTo>
                <a:lnTo>
                  <a:pt x="11788" y="640"/>
                </a:lnTo>
                <a:lnTo>
                  <a:pt x="18128" y="640"/>
                </a:lnTo>
                <a:lnTo>
                  <a:pt x="15367" y="1524"/>
                </a:lnTo>
                <a:lnTo>
                  <a:pt x="3819" y="11549"/>
                </a:lnTo>
                <a:lnTo>
                  <a:pt x="5511" y="13030"/>
                </a:lnTo>
                <a:lnTo>
                  <a:pt x="5333" y="12700"/>
                </a:lnTo>
                <a:lnTo>
                  <a:pt x="5029" y="12446"/>
                </a:lnTo>
                <a:lnTo>
                  <a:pt x="4658" y="12065"/>
                </a:lnTo>
                <a:lnTo>
                  <a:pt x="4572" y="11937"/>
                </a:lnTo>
                <a:lnTo>
                  <a:pt x="40605" y="11937"/>
                </a:lnTo>
                <a:lnTo>
                  <a:pt x="38862" y="5461"/>
                </a:lnTo>
                <a:lnTo>
                  <a:pt x="32813" y="363"/>
                </a:lnTo>
                <a:close/>
              </a:path>
              <a:path w="42544" h="34289">
                <a:moveTo>
                  <a:pt x="8170" y="2864"/>
                </a:moveTo>
                <a:lnTo>
                  <a:pt x="2362" y="3556"/>
                </a:lnTo>
                <a:lnTo>
                  <a:pt x="2031" y="3556"/>
                </a:lnTo>
                <a:lnTo>
                  <a:pt x="888" y="4572"/>
                </a:lnTo>
                <a:lnTo>
                  <a:pt x="507" y="5969"/>
                </a:lnTo>
                <a:lnTo>
                  <a:pt x="0" y="7366"/>
                </a:lnTo>
                <a:lnTo>
                  <a:pt x="507" y="8762"/>
                </a:lnTo>
                <a:lnTo>
                  <a:pt x="1650" y="9652"/>
                </a:lnTo>
                <a:lnTo>
                  <a:pt x="3819" y="11549"/>
                </a:lnTo>
                <a:lnTo>
                  <a:pt x="5206" y="9398"/>
                </a:lnTo>
                <a:lnTo>
                  <a:pt x="7366" y="7366"/>
                </a:lnTo>
                <a:lnTo>
                  <a:pt x="8995" y="5969"/>
                </a:lnTo>
                <a:lnTo>
                  <a:pt x="9696" y="5461"/>
                </a:lnTo>
                <a:lnTo>
                  <a:pt x="13189" y="3048"/>
                </a:lnTo>
                <a:lnTo>
                  <a:pt x="7619" y="3048"/>
                </a:lnTo>
                <a:lnTo>
                  <a:pt x="8170" y="2864"/>
                </a:lnTo>
                <a:close/>
              </a:path>
              <a:path w="42544" h="34289">
                <a:moveTo>
                  <a:pt x="34293" y="1524"/>
                </a:moveTo>
                <a:lnTo>
                  <a:pt x="34956" y="2159"/>
                </a:lnTo>
                <a:lnTo>
                  <a:pt x="38862" y="5461"/>
                </a:lnTo>
                <a:lnTo>
                  <a:pt x="39750" y="8762"/>
                </a:lnTo>
                <a:lnTo>
                  <a:pt x="39519" y="7366"/>
                </a:lnTo>
                <a:lnTo>
                  <a:pt x="39176" y="5969"/>
                </a:lnTo>
                <a:lnTo>
                  <a:pt x="39051" y="5461"/>
                </a:lnTo>
                <a:lnTo>
                  <a:pt x="38988" y="5207"/>
                </a:lnTo>
                <a:lnTo>
                  <a:pt x="34293" y="1524"/>
                </a:lnTo>
                <a:close/>
              </a:path>
              <a:path w="42544" h="34289">
                <a:moveTo>
                  <a:pt x="14459" y="2159"/>
                </a:moveTo>
                <a:lnTo>
                  <a:pt x="10287" y="2159"/>
                </a:lnTo>
                <a:lnTo>
                  <a:pt x="7619" y="3048"/>
                </a:lnTo>
                <a:lnTo>
                  <a:pt x="8445" y="2864"/>
                </a:lnTo>
                <a:lnTo>
                  <a:pt x="13451" y="2864"/>
                </a:lnTo>
                <a:lnTo>
                  <a:pt x="14459" y="2159"/>
                </a:lnTo>
                <a:close/>
              </a:path>
              <a:path w="42544" h="34289">
                <a:moveTo>
                  <a:pt x="13451" y="2864"/>
                </a:moveTo>
                <a:lnTo>
                  <a:pt x="8445" y="2864"/>
                </a:lnTo>
                <a:lnTo>
                  <a:pt x="7619" y="3048"/>
                </a:lnTo>
                <a:lnTo>
                  <a:pt x="13189" y="3048"/>
                </a:lnTo>
                <a:lnTo>
                  <a:pt x="13451" y="2864"/>
                </a:lnTo>
                <a:close/>
              </a:path>
              <a:path w="42544" h="34289">
                <a:moveTo>
                  <a:pt x="36258" y="0"/>
                </a:moveTo>
                <a:lnTo>
                  <a:pt x="32350" y="0"/>
                </a:lnTo>
                <a:lnTo>
                  <a:pt x="32813" y="363"/>
                </a:lnTo>
                <a:lnTo>
                  <a:pt x="14094" y="363"/>
                </a:lnTo>
                <a:lnTo>
                  <a:pt x="12573" y="1016"/>
                </a:lnTo>
                <a:lnTo>
                  <a:pt x="9525" y="2412"/>
                </a:lnTo>
                <a:lnTo>
                  <a:pt x="10287" y="2159"/>
                </a:lnTo>
                <a:lnTo>
                  <a:pt x="14459" y="2159"/>
                </a:lnTo>
                <a:lnTo>
                  <a:pt x="15367" y="1524"/>
                </a:lnTo>
                <a:lnTo>
                  <a:pt x="18128" y="640"/>
                </a:lnTo>
                <a:lnTo>
                  <a:pt x="35793" y="640"/>
                </a:lnTo>
                <a:lnTo>
                  <a:pt x="25525" y="363"/>
                </a:lnTo>
                <a:lnTo>
                  <a:pt x="36258" y="0"/>
                </a:lnTo>
                <a:close/>
              </a:path>
              <a:path w="42544" h="34289">
                <a:moveTo>
                  <a:pt x="18033" y="0"/>
                </a:moveTo>
                <a:lnTo>
                  <a:pt x="15536" y="0"/>
                </a:lnTo>
                <a:lnTo>
                  <a:pt x="13838" y="363"/>
                </a:lnTo>
                <a:lnTo>
                  <a:pt x="26672" y="363"/>
                </a:lnTo>
                <a:lnTo>
                  <a:pt x="180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52296" y="2395092"/>
            <a:ext cx="204382" cy="24383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42276" y="2456052"/>
            <a:ext cx="157624" cy="20573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40922" y="2471673"/>
            <a:ext cx="441347" cy="18542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66280" y="3151632"/>
            <a:ext cx="254927" cy="22352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88796" y="3170301"/>
            <a:ext cx="134073" cy="21666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156042" y="3166872"/>
            <a:ext cx="467075" cy="16002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862073" y="3173068"/>
            <a:ext cx="160655" cy="19801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103840" y="3159251"/>
            <a:ext cx="158914" cy="17526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361564" y="3158870"/>
            <a:ext cx="222885" cy="169545"/>
            <a:chOff x="2361564" y="3158870"/>
            <a:chExt cx="222885" cy="169545"/>
          </a:xfrm>
        </p:grpSpPr>
        <p:sp>
          <p:nvSpPr>
            <p:cNvPr id="54" name="object 54"/>
            <p:cNvSpPr/>
            <p:nvPr/>
          </p:nvSpPr>
          <p:spPr>
            <a:xfrm>
              <a:off x="2361564" y="3158870"/>
              <a:ext cx="27940" cy="40640"/>
            </a:xfrm>
            <a:custGeom>
              <a:avLst/>
              <a:gdLst/>
              <a:ahLst/>
              <a:cxnLst/>
              <a:rect l="l" t="t" r="r" b="b"/>
              <a:pathLst>
                <a:path w="27939" h="40639">
                  <a:moveTo>
                    <a:pt x="9271" y="0"/>
                  </a:moveTo>
                  <a:lnTo>
                    <a:pt x="5715" y="1777"/>
                  </a:lnTo>
                  <a:lnTo>
                    <a:pt x="2159" y="3428"/>
                  </a:lnTo>
                  <a:lnTo>
                    <a:pt x="0" y="7112"/>
                  </a:lnTo>
                  <a:lnTo>
                    <a:pt x="0" y="13588"/>
                  </a:lnTo>
                  <a:lnTo>
                    <a:pt x="762" y="17144"/>
                  </a:lnTo>
                  <a:lnTo>
                    <a:pt x="1636" y="19379"/>
                  </a:lnTo>
                  <a:lnTo>
                    <a:pt x="1755" y="19684"/>
                  </a:lnTo>
                  <a:lnTo>
                    <a:pt x="1828" y="19870"/>
                  </a:lnTo>
                  <a:lnTo>
                    <a:pt x="1905" y="20065"/>
                  </a:lnTo>
                  <a:lnTo>
                    <a:pt x="2286" y="20827"/>
                  </a:lnTo>
                  <a:lnTo>
                    <a:pt x="2770" y="21716"/>
                  </a:lnTo>
                  <a:lnTo>
                    <a:pt x="3302" y="22605"/>
                  </a:lnTo>
                  <a:lnTo>
                    <a:pt x="4826" y="25907"/>
                  </a:lnTo>
                  <a:lnTo>
                    <a:pt x="7239" y="30733"/>
                  </a:lnTo>
                  <a:lnTo>
                    <a:pt x="7366" y="30861"/>
                  </a:lnTo>
                  <a:lnTo>
                    <a:pt x="10287" y="36575"/>
                  </a:lnTo>
                  <a:lnTo>
                    <a:pt x="11753" y="39242"/>
                  </a:lnTo>
                  <a:lnTo>
                    <a:pt x="12008" y="39242"/>
                  </a:lnTo>
                  <a:lnTo>
                    <a:pt x="14605" y="40258"/>
                  </a:lnTo>
                  <a:lnTo>
                    <a:pt x="17272" y="39242"/>
                  </a:lnTo>
                  <a:lnTo>
                    <a:pt x="19939" y="38353"/>
                  </a:lnTo>
                  <a:lnTo>
                    <a:pt x="21462" y="35559"/>
                  </a:lnTo>
                  <a:lnTo>
                    <a:pt x="20828" y="32765"/>
                  </a:lnTo>
                  <a:lnTo>
                    <a:pt x="19634" y="26796"/>
                  </a:lnTo>
                  <a:lnTo>
                    <a:pt x="19558" y="26415"/>
                  </a:lnTo>
                  <a:lnTo>
                    <a:pt x="19424" y="25907"/>
                  </a:lnTo>
                  <a:lnTo>
                    <a:pt x="19005" y="23113"/>
                  </a:lnTo>
                  <a:lnTo>
                    <a:pt x="18929" y="22605"/>
                  </a:lnTo>
                  <a:lnTo>
                    <a:pt x="18861" y="20827"/>
                  </a:lnTo>
                  <a:lnTo>
                    <a:pt x="18745" y="19684"/>
                  </a:lnTo>
                  <a:lnTo>
                    <a:pt x="12954" y="19684"/>
                  </a:lnTo>
                  <a:lnTo>
                    <a:pt x="17544" y="17827"/>
                  </a:lnTo>
                  <a:lnTo>
                    <a:pt x="20193" y="13588"/>
                  </a:lnTo>
                  <a:lnTo>
                    <a:pt x="27135" y="13588"/>
                  </a:lnTo>
                  <a:lnTo>
                    <a:pt x="26924" y="13207"/>
                  </a:lnTo>
                  <a:lnTo>
                    <a:pt x="25018" y="10159"/>
                  </a:lnTo>
                  <a:lnTo>
                    <a:pt x="23622" y="8636"/>
                  </a:lnTo>
                  <a:lnTo>
                    <a:pt x="18034" y="3937"/>
                  </a:lnTo>
                  <a:lnTo>
                    <a:pt x="17907" y="3809"/>
                  </a:lnTo>
                  <a:lnTo>
                    <a:pt x="16510" y="2793"/>
                  </a:lnTo>
                  <a:lnTo>
                    <a:pt x="13462" y="380"/>
                  </a:lnTo>
                  <a:lnTo>
                    <a:pt x="9271" y="0"/>
                  </a:lnTo>
                  <a:close/>
                </a:path>
                <a:path w="27939" h="40639">
                  <a:moveTo>
                    <a:pt x="18835" y="20065"/>
                  </a:moveTo>
                  <a:lnTo>
                    <a:pt x="18668" y="20827"/>
                  </a:lnTo>
                  <a:lnTo>
                    <a:pt x="18861" y="20827"/>
                  </a:lnTo>
                  <a:lnTo>
                    <a:pt x="18835" y="20065"/>
                  </a:lnTo>
                  <a:close/>
                </a:path>
                <a:path w="27939" h="40639">
                  <a:moveTo>
                    <a:pt x="17544" y="17827"/>
                  </a:moveTo>
                  <a:lnTo>
                    <a:pt x="12954" y="19684"/>
                  </a:lnTo>
                  <a:lnTo>
                    <a:pt x="18765" y="19379"/>
                  </a:lnTo>
                  <a:lnTo>
                    <a:pt x="18787" y="19050"/>
                  </a:lnTo>
                  <a:lnTo>
                    <a:pt x="18965" y="19050"/>
                  </a:lnTo>
                  <a:lnTo>
                    <a:pt x="19028" y="18668"/>
                  </a:lnTo>
                  <a:lnTo>
                    <a:pt x="17018" y="18668"/>
                  </a:lnTo>
                  <a:lnTo>
                    <a:pt x="17544" y="17827"/>
                  </a:lnTo>
                  <a:close/>
                </a:path>
                <a:path w="27939" h="40639">
                  <a:moveTo>
                    <a:pt x="18765" y="19379"/>
                  </a:moveTo>
                  <a:lnTo>
                    <a:pt x="12954" y="19684"/>
                  </a:lnTo>
                  <a:lnTo>
                    <a:pt x="18745" y="19684"/>
                  </a:lnTo>
                  <a:lnTo>
                    <a:pt x="18765" y="19379"/>
                  </a:lnTo>
                  <a:close/>
                </a:path>
                <a:path w="27939" h="40639">
                  <a:moveTo>
                    <a:pt x="18965" y="19050"/>
                  </a:moveTo>
                  <a:lnTo>
                    <a:pt x="18800" y="19050"/>
                  </a:lnTo>
                  <a:lnTo>
                    <a:pt x="18811" y="19379"/>
                  </a:lnTo>
                  <a:lnTo>
                    <a:pt x="18965" y="19050"/>
                  </a:lnTo>
                  <a:close/>
                </a:path>
                <a:path w="27939" h="40639">
                  <a:moveTo>
                    <a:pt x="25569" y="18668"/>
                  </a:moveTo>
                  <a:lnTo>
                    <a:pt x="19028" y="18668"/>
                  </a:lnTo>
                  <a:lnTo>
                    <a:pt x="18910" y="19379"/>
                  </a:lnTo>
                  <a:lnTo>
                    <a:pt x="19103" y="19379"/>
                  </a:lnTo>
                  <a:lnTo>
                    <a:pt x="23876" y="19050"/>
                  </a:lnTo>
                  <a:lnTo>
                    <a:pt x="24934" y="19050"/>
                  </a:lnTo>
                  <a:lnTo>
                    <a:pt x="25569" y="18668"/>
                  </a:lnTo>
                  <a:close/>
                </a:path>
                <a:path w="27939" h="40639">
                  <a:moveTo>
                    <a:pt x="18287" y="17525"/>
                  </a:moveTo>
                  <a:lnTo>
                    <a:pt x="17544" y="17827"/>
                  </a:lnTo>
                  <a:lnTo>
                    <a:pt x="17018" y="18668"/>
                  </a:lnTo>
                  <a:lnTo>
                    <a:pt x="18287" y="17525"/>
                  </a:lnTo>
                  <a:close/>
                </a:path>
                <a:path w="27939" h="40639">
                  <a:moveTo>
                    <a:pt x="19325" y="17525"/>
                  </a:moveTo>
                  <a:lnTo>
                    <a:pt x="18287" y="17525"/>
                  </a:lnTo>
                  <a:lnTo>
                    <a:pt x="17018" y="18668"/>
                  </a:lnTo>
                  <a:lnTo>
                    <a:pt x="19134" y="18668"/>
                  </a:lnTo>
                  <a:lnTo>
                    <a:pt x="19219" y="18161"/>
                  </a:lnTo>
                  <a:lnTo>
                    <a:pt x="19325" y="17525"/>
                  </a:lnTo>
                  <a:close/>
                </a:path>
                <a:path w="27939" h="40639">
                  <a:moveTo>
                    <a:pt x="27135" y="13588"/>
                  </a:moveTo>
                  <a:lnTo>
                    <a:pt x="20193" y="13588"/>
                  </a:lnTo>
                  <a:lnTo>
                    <a:pt x="19992" y="14350"/>
                  </a:lnTo>
                  <a:lnTo>
                    <a:pt x="19685" y="15366"/>
                  </a:lnTo>
                  <a:lnTo>
                    <a:pt x="19388" y="17144"/>
                  </a:lnTo>
                  <a:lnTo>
                    <a:pt x="19325" y="17525"/>
                  </a:lnTo>
                  <a:lnTo>
                    <a:pt x="19219" y="18161"/>
                  </a:lnTo>
                  <a:lnTo>
                    <a:pt x="19134" y="18668"/>
                  </a:lnTo>
                  <a:lnTo>
                    <a:pt x="18922" y="18668"/>
                  </a:lnTo>
                  <a:lnTo>
                    <a:pt x="19431" y="18161"/>
                  </a:lnTo>
                  <a:lnTo>
                    <a:pt x="26416" y="18161"/>
                  </a:lnTo>
                  <a:lnTo>
                    <a:pt x="27615" y="16001"/>
                  </a:lnTo>
                  <a:lnTo>
                    <a:pt x="27559" y="14350"/>
                  </a:lnTo>
                  <a:lnTo>
                    <a:pt x="27135" y="13588"/>
                  </a:lnTo>
                  <a:close/>
                </a:path>
                <a:path w="27939" h="40639">
                  <a:moveTo>
                    <a:pt x="20193" y="13588"/>
                  </a:moveTo>
                  <a:lnTo>
                    <a:pt x="17544" y="17827"/>
                  </a:lnTo>
                  <a:lnTo>
                    <a:pt x="18287" y="17525"/>
                  </a:lnTo>
                  <a:lnTo>
                    <a:pt x="19325" y="17525"/>
                  </a:lnTo>
                  <a:lnTo>
                    <a:pt x="19579" y="16001"/>
                  </a:lnTo>
                  <a:lnTo>
                    <a:pt x="19685" y="15366"/>
                  </a:lnTo>
                  <a:lnTo>
                    <a:pt x="19992" y="14350"/>
                  </a:lnTo>
                  <a:lnTo>
                    <a:pt x="20193" y="13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430398" y="3168141"/>
              <a:ext cx="153543" cy="159766"/>
            </a:xfrm>
            <a:prstGeom prst="rect">
              <a:avLst/>
            </a:prstGeom>
          </p:spPr>
        </p:pic>
      </p:grpSp>
      <p:sp>
        <p:nvSpPr>
          <p:cNvPr id="56" name="object 56"/>
          <p:cNvSpPr/>
          <p:nvPr/>
        </p:nvSpPr>
        <p:spPr>
          <a:xfrm>
            <a:off x="2637917" y="3311016"/>
            <a:ext cx="49530" cy="41275"/>
          </a:xfrm>
          <a:custGeom>
            <a:avLst/>
            <a:gdLst/>
            <a:ahLst/>
            <a:cxnLst/>
            <a:rect l="l" t="t" r="r" b="b"/>
            <a:pathLst>
              <a:path w="49530" h="41275">
                <a:moveTo>
                  <a:pt x="9906" y="0"/>
                </a:moveTo>
                <a:lnTo>
                  <a:pt x="9525" y="0"/>
                </a:lnTo>
                <a:lnTo>
                  <a:pt x="6222" y="508"/>
                </a:lnTo>
                <a:lnTo>
                  <a:pt x="0" y="7112"/>
                </a:lnTo>
                <a:lnTo>
                  <a:pt x="381" y="9017"/>
                </a:lnTo>
                <a:lnTo>
                  <a:pt x="762" y="10668"/>
                </a:lnTo>
                <a:lnTo>
                  <a:pt x="1269" y="12700"/>
                </a:lnTo>
                <a:lnTo>
                  <a:pt x="3047" y="16510"/>
                </a:lnTo>
                <a:lnTo>
                  <a:pt x="5841" y="20320"/>
                </a:lnTo>
                <a:lnTo>
                  <a:pt x="5587" y="21971"/>
                </a:lnTo>
                <a:lnTo>
                  <a:pt x="7874" y="25019"/>
                </a:lnTo>
                <a:lnTo>
                  <a:pt x="9525" y="27432"/>
                </a:lnTo>
                <a:lnTo>
                  <a:pt x="11302" y="29463"/>
                </a:lnTo>
                <a:lnTo>
                  <a:pt x="13588" y="31877"/>
                </a:lnTo>
                <a:lnTo>
                  <a:pt x="15239" y="33400"/>
                </a:lnTo>
                <a:lnTo>
                  <a:pt x="17399" y="35052"/>
                </a:lnTo>
                <a:lnTo>
                  <a:pt x="19303" y="36575"/>
                </a:lnTo>
                <a:lnTo>
                  <a:pt x="21462" y="37719"/>
                </a:lnTo>
                <a:lnTo>
                  <a:pt x="26924" y="39243"/>
                </a:lnTo>
                <a:lnTo>
                  <a:pt x="32131" y="40767"/>
                </a:lnTo>
                <a:lnTo>
                  <a:pt x="37718" y="39750"/>
                </a:lnTo>
                <a:lnTo>
                  <a:pt x="41748" y="36575"/>
                </a:lnTo>
                <a:lnTo>
                  <a:pt x="43180" y="35560"/>
                </a:lnTo>
                <a:lnTo>
                  <a:pt x="47243" y="32512"/>
                </a:lnTo>
                <a:lnTo>
                  <a:pt x="49402" y="27686"/>
                </a:lnTo>
                <a:lnTo>
                  <a:pt x="48894" y="22733"/>
                </a:lnTo>
                <a:lnTo>
                  <a:pt x="48513" y="17907"/>
                </a:lnTo>
                <a:lnTo>
                  <a:pt x="29246" y="1397"/>
                </a:lnTo>
                <a:lnTo>
                  <a:pt x="18414" y="1397"/>
                </a:lnTo>
                <a:lnTo>
                  <a:pt x="14760" y="508"/>
                </a:lnTo>
                <a:lnTo>
                  <a:pt x="5842" y="508"/>
                </a:lnTo>
                <a:lnTo>
                  <a:pt x="9906" y="0"/>
                </a:lnTo>
                <a:close/>
              </a:path>
              <a:path w="49530" h="41275">
                <a:moveTo>
                  <a:pt x="23875" y="508"/>
                </a:moveTo>
                <a:lnTo>
                  <a:pt x="18148" y="508"/>
                </a:lnTo>
                <a:lnTo>
                  <a:pt x="18414" y="1397"/>
                </a:lnTo>
                <a:lnTo>
                  <a:pt x="29246" y="1397"/>
                </a:lnTo>
                <a:lnTo>
                  <a:pt x="27431" y="888"/>
                </a:lnTo>
                <a:lnTo>
                  <a:pt x="23875" y="508"/>
                </a:lnTo>
                <a:close/>
              </a:path>
              <a:path w="49530" h="41275">
                <a:moveTo>
                  <a:pt x="9906" y="0"/>
                </a:moveTo>
                <a:lnTo>
                  <a:pt x="5842" y="508"/>
                </a:lnTo>
                <a:lnTo>
                  <a:pt x="17525" y="508"/>
                </a:lnTo>
                <a:lnTo>
                  <a:pt x="9906" y="0"/>
                </a:lnTo>
                <a:close/>
              </a:path>
              <a:path w="49530" h="41275">
                <a:moveTo>
                  <a:pt x="12671" y="0"/>
                </a:moveTo>
                <a:lnTo>
                  <a:pt x="9906" y="0"/>
                </a:lnTo>
                <a:lnTo>
                  <a:pt x="17525" y="508"/>
                </a:lnTo>
                <a:lnTo>
                  <a:pt x="14760" y="508"/>
                </a:lnTo>
                <a:lnTo>
                  <a:pt x="12671" y="0"/>
                </a:lnTo>
                <a:close/>
              </a:path>
              <a:path w="49530" h="41275">
                <a:moveTo>
                  <a:pt x="17995" y="0"/>
                </a:moveTo>
                <a:lnTo>
                  <a:pt x="16128" y="0"/>
                </a:lnTo>
                <a:lnTo>
                  <a:pt x="23749" y="508"/>
                </a:lnTo>
                <a:lnTo>
                  <a:pt x="18148" y="508"/>
                </a:lnTo>
                <a:lnTo>
                  <a:pt x="17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402222" y="3937127"/>
            <a:ext cx="554048" cy="21716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22850" y="3939540"/>
            <a:ext cx="1169431" cy="15366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88822" y="4661153"/>
            <a:ext cx="311467" cy="221741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996402" y="4780026"/>
            <a:ext cx="127868" cy="23647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83491" y="4663440"/>
            <a:ext cx="459456" cy="12280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977528" y="4645914"/>
            <a:ext cx="415278" cy="236981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2463800" y="4658624"/>
            <a:ext cx="27305" cy="47625"/>
          </a:xfrm>
          <a:custGeom>
            <a:avLst/>
            <a:gdLst/>
            <a:ahLst/>
            <a:cxnLst/>
            <a:rect l="l" t="t" r="r" b="b"/>
            <a:pathLst>
              <a:path w="27305" h="47625">
                <a:moveTo>
                  <a:pt x="10289" y="31276"/>
                </a:moveTo>
                <a:lnTo>
                  <a:pt x="12000" y="35804"/>
                </a:lnTo>
                <a:lnTo>
                  <a:pt x="12092" y="36047"/>
                </a:lnTo>
                <a:lnTo>
                  <a:pt x="12155" y="36324"/>
                </a:lnTo>
                <a:lnTo>
                  <a:pt x="14605" y="43551"/>
                </a:lnTo>
                <a:lnTo>
                  <a:pt x="15493" y="46091"/>
                </a:lnTo>
                <a:lnTo>
                  <a:pt x="18161" y="47615"/>
                </a:lnTo>
                <a:lnTo>
                  <a:pt x="20700" y="47107"/>
                </a:lnTo>
                <a:lnTo>
                  <a:pt x="23368" y="46472"/>
                </a:lnTo>
                <a:lnTo>
                  <a:pt x="25145" y="44059"/>
                </a:lnTo>
                <a:lnTo>
                  <a:pt x="24758" y="39995"/>
                </a:lnTo>
                <a:lnTo>
                  <a:pt x="22225" y="39995"/>
                </a:lnTo>
                <a:lnTo>
                  <a:pt x="16001" y="35804"/>
                </a:lnTo>
                <a:lnTo>
                  <a:pt x="11175" y="31867"/>
                </a:lnTo>
                <a:lnTo>
                  <a:pt x="10289" y="31276"/>
                </a:lnTo>
                <a:close/>
              </a:path>
              <a:path w="27305" h="47625">
                <a:moveTo>
                  <a:pt x="5861" y="22596"/>
                </a:moveTo>
                <a:lnTo>
                  <a:pt x="5890" y="22850"/>
                </a:lnTo>
                <a:lnTo>
                  <a:pt x="6739" y="24228"/>
                </a:lnTo>
                <a:lnTo>
                  <a:pt x="7054" y="24861"/>
                </a:lnTo>
                <a:lnTo>
                  <a:pt x="7975" y="26279"/>
                </a:lnTo>
                <a:lnTo>
                  <a:pt x="8127" y="26406"/>
                </a:lnTo>
                <a:lnTo>
                  <a:pt x="8279" y="26745"/>
                </a:lnTo>
                <a:lnTo>
                  <a:pt x="8718" y="27422"/>
                </a:lnTo>
                <a:lnTo>
                  <a:pt x="8692" y="27676"/>
                </a:lnTo>
                <a:lnTo>
                  <a:pt x="10289" y="31276"/>
                </a:lnTo>
                <a:lnTo>
                  <a:pt x="11175" y="31867"/>
                </a:lnTo>
                <a:lnTo>
                  <a:pt x="16001" y="35804"/>
                </a:lnTo>
                <a:lnTo>
                  <a:pt x="22225" y="39995"/>
                </a:lnTo>
                <a:lnTo>
                  <a:pt x="23974" y="39995"/>
                </a:lnTo>
                <a:lnTo>
                  <a:pt x="24702" y="39399"/>
                </a:lnTo>
                <a:lnTo>
                  <a:pt x="24178" y="33899"/>
                </a:lnTo>
                <a:lnTo>
                  <a:pt x="23984" y="32121"/>
                </a:lnTo>
                <a:lnTo>
                  <a:pt x="23864" y="30972"/>
                </a:lnTo>
                <a:lnTo>
                  <a:pt x="23799" y="30343"/>
                </a:lnTo>
                <a:lnTo>
                  <a:pt x="23693" y="29327"/>
                </a:lnTo>
                <a:lnTo>
                  <a:pt x="23643" y="28851"/>
                </a:lnTo>
                <a:lnTo>
                  <a:pt x="23069" y="27676"/>
                </a:lnTo>
                <a:lnTo>
                  <a:pt x="22945" y="27422"/>
                </a:lnTo>
                <a:lnTo>
                  <a:pt x="8708" y="27422"/>
                </a:lnTo>
                <a:lnTo>
                  <a:pt x="8322" y="26745"/>
                </a:lnTo>
                <a:lnTo>
                  <a:pt x="22615" y="26745"/>
                </a:lnTo>
                <a:lnTo>
                  <a:pt x="22449" y="26406"/>
                </a:lnTo>
                <a:lnTo>
                  <a:pt x="22387" y="26279"/>
                </a:lnTo>
                <a:lnTo>
                  <a:pt x="21081" y="26279"/>
                </a:lnTo>
                <a:lnTo>
                  <a:pt x="21208" y="23866"/>
                </a:lnTo>
                <a:lnTo>
                  <a:pt x="21350" y="23866"/>
                </a:lnTo>
                <a:lnTo>
                  <a:pt x="21462" y="22850"/>
                </a:lnTo>
                <a:lnTo>
                  <a:pt x="6095" y="22850"/>
                </a:lnTo>
                <a:lnTo>
                  <a:pt x="5861" y="22596"/>
                </a:lnTo>
                <a:close/>
              </a:path>
              <a:path w="27305" h="47625">
                <a:moveTo>
                  <a:pt x="24702" y="39399"/>
                </a:moveTo>
                <a:lnTo>
                  <a:pt x="23974" y="39995"/>
                </a:lnTo>
                <a:lnTo>
                  <a:pt x="24758" y="39995"/>
                </a:lnTo>
                <a:lnTo>
                  <a:pt x="24702" y="39399"/>
                </a:lnTo>
                <a:close/>
              </a:path>
              <a:path w="27305" h="47625">
                <a:moveTo>
                  <a:pt x="23751" y="29073"/>
                </a:moveTo>
                <a:lnTo>
                  <a:pt x="23864" y="30972"/>
                </a:lnTo>
                <a:lnTo>
                  <a:pt x="24130" y="33391"/>
                </a:lnTo>
                <a:lnTo>
                  <a:pt x="24307" y="35257"/>
                </a:lnTo>
                <a:lnTo>
                  <a:pt x="24409" y="36324"/>
                </a:lnTo>
                <a:lnTo>
                  <a:pt x="24517" y="37455"/>
                </a:lnTo>
                <a:lnTo>
                  <a:pt x="24638" y="38725"/>
                </a:lnTo>
                <a:lnTo>
                  <a:pt x="24702" y="39399"/>
                </a:lnTo>
                <a:lnTo>
                  <a:pt x="25526" y="38725"/>
                </a:lnTo>
                <a:lnTo>
                  <a:pt x="26924" y="37455"/>
                </a:lnTo>
                <a:lnTo>
                  <a:pt x="27065" y="36324"/>
                </a:lnTo>
                <a:lnTo>
                  <a:pt x="27081" y="35257"/>
                </a:lnTo>
                <a:lnTo>
                  <a:pt x="26288" y="33899"/>
                </a:lnTo>
                <a:lnTo>
                  <a:pt x="23875" y="29327"/>
                </a:lnTo>
                <a:lnTo>
                  <a:pt x="23751" y="29073"/>
                </a:lnTo>
                <a:close/>
              </a:path>
              <a:path w="27305" h="47625">
                <a:moveTo>
                  <a:pt x="1707" y="15992"/>
                </a:moveTo>
                <a:lnTo>
                  <a:pt x="1742" y="16627"/>
                </a:lnTo>
                <a:lnTo>
                  <a:pt x="3544" y="24861"/>
                </a:lnTo>
                <a:lnTo>
                  <a:pt x="3577" y="25014"/>
                </a:lnTo>
                <a:lnTo>
                  <a:pt x="3682" y="25517"/>
                </a:lnTo>
                <a:lnTo>
                  <a:pt x="5080" y="27676"/>
                </a:lnTo>
                <a:lnTo>
                  <a:pt x="7112" y="29073"/>
                </a:lnTo>
                <a:lnTo>
                  <a:pt x="9017" y="30343"/>
                </a:lnTo>
                <a:lnTo>
                  <a:pt x="8889" y="30343"/>
                </a:lnTo>
                <a:lnTo>
                  <a:pt x="10289" y="31276"/>
                </a:lnTo>
                <a:lnTo>
                  <a:pt x="10174" y="30972"/>
                </a:lnTo>
                <a:lnTo>
                  <a:pt x="8279" y="26745"/>
                </a:lnTo>
                <a:lnTo>
                  <a:pt x="7153" y="25014"/>
                </a:lnTo>
                <a:lnTo>
                  <a:pt x="7054" y="24861"/>
                </a:lnTo>
                <a:lnTo>
                  <a:pt x="6739" y="24228"/>
                </a:lnTo>
                <a:lnTo>
                  <a:pt x="5500" y="22215"/>
                </a:lnTo>
                <a:lnTo>
                  <a:pt x="4689" y="21326"/>
                </a:lnTo>
                <a:lnTo>
                  <a:pt x="3540" y="19548"/>
                </a:lnTo>
                <a:lnTo>
                  <a:pt x="2667" y="18151"/>
                </a:lnTo>
                <a:lnTo>
                  <a:pt x="1707" y="15992"/>
                </a:lnTo>
                <a:close/>
              </a:path>
              <a:path w="27305" h="47625">
                <a:moveTo>
                  <a:pt x="22463" y="17211"/>
                </a:moveTo>
                <a:lnTo>
                  <a:pt x="22351" y="21326"/>
                </a:lnTo>
                <a:lnTo>
                  <a:pt x="21890" y="23866"/>
                </a:lnTo>
                <a:lnTo>
                  <a:pt x="21770" y="25014"/>
                </a:lnTo>
                <a:lnTo>
                  <a:pt x="23643" y="28851"/>
                </a:lnTo>
                <a:lnTo>
                  <a:pt x="23521" y="27676"/>
                </a:lnTo>
                <a:lnTo>
                  <a:pt x="23403" y="26279"/>
                </a:lnTo>
                <a:lnTo>
                  <a:pt x="23325" y="25517"/>
                </a:lnTo>
                <a:lnTo>
                  <a:pt x="23258" y="24861"/>
                </a:lnTo>
                <a:lnTo>
                  <a:pt x="23156" y="23866"/>
                </a:lnTo>
                <a:lnTo>
                  <a:pt x="23052" y="22850"/>
                </a:lnTo>
                <a:lnTo>
                  <a:pt x="22987" y="22215"/>
                </a:lnTo>
                <a:lnTo>
                  <a:pt x="22881" y="21326"/>
                </a:lnTo>
                <a:lnTo>
                  <a:pt x="22732" y="19548"/>
                </a:lnTo>
                <a:lnTo>
                  <a:pt x="22732" y="19167"/>
                </a:lnTo>
                <a:lnTo>
                  <a:pt x="22463" y="17211"/>
                </a:lnTo>
                <a:close/>
              </a:path>
              <a:path w="27305" h="47625">
                <a:moveTo>
                  <a:pt x="21309" y="24228"/>
                </a:moveTo>
                <a:lnTo>
                  <a:pt x="21239" y="24861"/>
                </a:lnTo>
                <a:lnTo>
                  <a:pt x="21166" y="25517"/>
                </a:lnTo>
                <a:lnTo>
                  <a:pt x="21081" y="26279"/>
                </a:lnTo>
                <a:lnTo>
                  <a:pt x="21528" y="25014"/>
                </a:lnTo>
                <a:lnTo>
                  <a:pt x="21309" y="24228"/>
                </a:lnTo>
                <a:close/>
              </a:path>
              <a:path w="27305" h="47625">
                <a:moveTo>
                  <a:pt x="21528" y="25014"/>
                </a:moveTo>
                <a:lnTo>
                  <a:pt x="21081" y="26279"/>
                </a:lnTo>
                <a:lnTo>
                  <a:pt x="21858" y="26279"/>
                </a:lnTo>
                <a:lnTo>
                  <a:pt x="21770" y="25517"/>
                </a:lnTo>
                <a:lnTo>
                  <a:pt x="21528" y="25014"/>
                </a:lnTo>
                <a:close/>
              </a:path>
              <a:path w="27305" h="47625">
                <a:moveTo>
                  <a:pt x="21770" y="25014"/>
                </a:moveTo>
                <a:lnTo>
                  <a:pt x="21667" y="25517"/>
                </a:lnTo>
                <a:lnTo>
                  <a:pt x="21879" y="26279"/>
                </a:lnTo>
                <a:lnTo>
                  <a:pt x="22387" y="26279"/>
                </a:lnTo>
                <a:lnTo>
                  <a:pt x="21770" y="25014"/>
                </a:lnTo>
                <a:close/>
              </a:path>
              <a:path w="27305" h="47625">
                <a:moveTo>
                  <a:pt x="21695" y="24861"/>
                </a:moveTo>
                <a:lnTo>
                  <a:pt x="21528" y="25014"/>
                </a:lnTo>
                <a:lnTo>
                  <a:pt x="21667" y="25517"/>
                </a:lnTo>
                <a:lnTo>
                  <a:pt x="21695" y="24861"/>
                </a:lnTo>
                <a:close/>
              </a:path>
              <a:path w="27305" h="47625">
                <a:moveTo>
                  <a:pt x="21386" y="24228"/>
                </a:moveTo>
                <a:lnTo>
                  <a:pt x="21485" y="24861"/>
                </a:lnTo>
                <a:lnTo>
                  <a:pt x="21695" y="24861"/>
                </a:lnTo>
                <a:lnTo>
                  <a:pt x="21386" y="24228"/>
                </a:lnTo>
                <a:close/>
              </a:path>
              <a:path w="27305" h="47625">
                <a:moveTo>
                  <a:pt x="21492" y="23104"/>
                </a:moveTo>
                <a:lnTo>
                  <a:pt x="21386" y="24228"/>
                </a:lnTo>
                <a:lnTo>
                  <a:pt x="21695" y="24861"/>
                </a:lnTo>
                <a:lnTo>
                  <a:pt x="21580" y="23866"/>
                </a:lnTo>
                <a:lnTo>
                  <a:pt x="21492" y="23104"/>
                </a:lnTo>
                <a:close/>
              </a:path>
              <a:path w="27305" h="47625">
                <a:moveTo>
                  <a:pt x="22351" y="21326"/>
                </a:moveTo>
                <a:lnTo>
                  <a:pt x="4952" y="21326"/>
                </a:lnTo>
                <a:lnTo>
                  <a:pt x="6095" y="22850"/>
                </a:lnTo>
                <a:lnTo>
                  <a:pt x="21462" y="22850"/>
                </a:lnTo>
                <a:lnTo>
                  <a:pt x="21580" y="23866"/>
                </a:lnTo>
                <a:lnTo>
                  <a:pt x="21695" y="24861"/>
                </a:lnTo>
                <a:lnTo>
                  <a:pt x="22351" y="21326"/>
                </a:lnTo>
                <a:close/>
              </a:path>
              <a:path w="27305" h="47625">
                <a:moveTo>
                  <a:pt x="21350" y="23866"/>
                </a:moveTo>
                <a:lnTo>
                  <a:pt x="21208" y="23866"/>
                </a:lnTo>
                <a:lnTo>
                  <a:pt x="21386" y="24228"/>
                </a:lnTo>
                <a:lnTo>
                  <a:pt x="21350" y="23866"/>
                </a:lnTo>
                <a:close/>
              </a:path>
              <a:path w="27305" h="47625">
                <a:moveTo>
                  <a:pt x="14078" y="752"/>
                </a:moveTo>
                <a:lnTo>
                  <a:pt x="7970" y="752"/>
                </a:lnTo>
                <a:lnTo>
                  <a:pt x="6706" y="1768"/>
                </a:lnTo>
                <a:lnTo>
                  <a:pt x="4571" y="3419"/>
                </a:lnTo>
                <a:lnTo>
                  <a:pt x="4249" y="3749"/>
                </a:lnTo>
                <a:lnTo>
                  <a:pt x="1443" y="6436"/>
                </a:lnTo>
                <a:lnTo>
                  <a:pt x="437" y="9363"/>
                </a:lnTo>
                <a:lnTo>
                  <a:pt x="336" y="9896"/>
                </a:lnTo>
                <a:lnTo>
                  <a:pt x="298" y="10096"/>
                </a:lnTo>
                <a:lnTo>
                  <a:pt x="1497" y="15520"/>
                </a:lnTo>
                <a:lnTo>
                  <a:pt x="2667" y="18151"/>
                </a:lnTo>
                <a:lnTo>
                  <a:pt x="3540" y="19548"/>
                </a:lnTo>
                <a:lnTo>
                  <a:pt x="4689" y="21326"/>
                </a:lnTo>
                <a:lnTo>
                  <a:pt x="5509" y="22215"/>
                </a:lnTo>
                <a:lnTo>
                  <a:pt x="4952" y="21326"/>
                </a:lnTo>
                <a:lnTo>
                  <a:pt x="22351" y="21326"/>
                </a:lnTo>
                <a:lnTo>
                  <a:pt x="22437" y="18151"/>
                </a:lnTo>
                <a:lnTo>
                  <a:pt x="22098" y="18151"/>
                </a:lnTo>
                <a:lnTo>
                  <a:pt x="22223" y="15520"/>
                </a:lnTo>
                <a:lnTo>
                  <a:pt x="22479" y="15520"/>
                </a:lnTo>
                <a:lnTo>
                  <a:pt x="22479" y="7102"/>
                </a:lnTo>
                <a:lnTo>
                  <a:pt x="19939" y="3419"/>
                </a:lnTo>
                <a:lnTo>
                  <a:pt x="16256" y="1768"/>
                </a:lnTo>
                <a:lnTo>
                  <a:pt x="14078" y="752"/>
                </a:lnTo>
                <a:close/>
              </a:path>
              <a:path w="27305" h="47625">
                <a:moveTo>
                  <a:pt x="22382" y="16627"/>
                </a:moveTo>
                <a:lnTo>
                  <a:pt x="22098" y="18151"/>
                </a:lnTo>
                <a:lnTo>
                  <a:pt x="22437" y="18151"/>
                </a:lnTo>
                <a:lnTo>
                  <a:pt x="22382" y="16627"/>
                </a:lnTo>
                <a:close/>
              </a:path>
              <a:path w="27305" h="47625">
                <a:moveTo>
                  <a:pt x="22295" y="15992"/>
                </a:moveTo>
                <a:lnTo>
                  <a:pt x="22170" y="16627"/>
                </a:lnTo>
                <a:lnTo>
                  <a:pt x="22142" y="17211"/>
                </a:lnTo>
                <a:lnTo>
                  <a:pt x="22366" y="16627"/>
                </a:lnTo>
                <a:lnTo>
                  <a:pt x="22295" y="15992"/>
                </a:lnTo>
                <a:close/>
              </a:path>
              <a:path w="27305" h="47625">
                <a:moveTo>
                  <a:pt x="22479" y="15520"/>
                </a:moveTo>
                <a:lnTo>
                  <a:pt x="22230" y="15520"/>
                </a:lnTo>
                <a:lnTo>
                  <a:pt x="22295" y="15992"/>
                </a:lnTo>
                <a:lnTo>
                  <a:pt x="22382" y="16627"/>
                </a:lnTo>
                <a:lnTo>
                  <a:pt x="22479" y="15520"/>
                </a:lnTo>
                <a:close/>
              </a:path>
              <a:path w="27305" h="47625">
                <a:moveTo>
                  <a:pt x="298" y="10096"/>
                </a:moveTo>
                <a:lnTo>
                  <a:pt x="0" y="11674"/>
                </a:lnTo>
                <a:lnTo>
                  <a:pt x="1515" y="15520"/>
                </a:lnTo>
                <a:lnTo>
                  <a:pt x="298" y="10096"/>
                </a:lnTo>
                <a:close/>
              </a:path>
              <a:path w="27305" h="47625">
                <a:moveTo>
                  <a:pt x="22494" y="7102"/>
                </a:moveTo>
                <a:lnTo>
                  <a:pt x="22479" y="9896"/>
                </a:lnTo>
                <a:lnTo>
                  <a:pt x="22625" y="9363"/>
                </a:lnTo>
                <a:lnTo>
                  <a:pt x="22732" y="7483"/>
                </a:lnTo>
                <a:lnTo>
                  <a:pt x="22494" y="7102"/>
                </a:lnTo>
                <a:close/>
              </a:path>
              <a:path w="27305" h="47625">
                <a:moveTo>
                  <a:pt x="1443" y="6436"/>
                </a:moveTo>
                <a:lnTo>
                  <a:pt x="864" y="7102"/>
                </a:lnTo>
                <a:lnTo>
                  <a:pt x="437" y="9363"/>
                </a:lnTo>
                <a:lnTo>
                  <a:pt x="1443" y="6436"/>
                </a:lnTo>
                <a:close/>
              </a:path>
              <a:path w="27305" h="47625">
                <a:moveTo>
                  <a:pt x="4085" y="3905"/>
                </a:moveTo>
                <a:lnTo>
                  <a:pt x="1650" y="5832"/>
                </a:lnTo>
                <a:lnTo>
                  <a:pt x="1443" y="6436"/>
                </a:lnTo>
                <a:lnTo>
                  <a:pt x="4085" y="3905"/>
                </a:lnTo>
                <a:close/>
              </a:path>
              <a:path w="27305" h="47625">
                <a:moveTo>
                  <a:pt x="14097" y="752"/>
                </a:moveTo>
                <a:lnTo>
                  <a:pt x="16256" y="1768"/>
                </a:lnTo>
                <a:lnTo>
                  <a:pt x="19939" y="3419"/>
                </a:lnTo>
                <a:lnTo>
                  <a:pt x="21603" y="5832"/>
                </a:lnTo>
                <a:lnTo>
                  <a:pt x="20497" y="3905"/>
                </a:lnTo>
                <a:lnTo>
                  <a:pt x="20193" y="3419"/>
                </a:lnTo>
                <a:lnTo>
                  <a:pt x="14097" y="752"/>
                </a:lnTo>
                <a:close/>
              </a:path>
              <a:path w="27305" h="47625">
                <a:moveTo>
                  <a:pt x="12467" y="0"/>
                </a:moveTo>
                <a:lnTo>
                  <a:pt x="7238" y="752"/>
                </a:lnTo>
                <a:lnTo>
                  <a:pt x="4571" y="3419"/>
                </a:lnTo>
                <a:lnTo>
                  <a:pt x="6706" y="1768"/>
                </a:lnTo>
                <a:lnTo>
                  <a:pt x="7970" y="752"/>
                </a:lnTo>
                <a:lnTo>
                  <a:pt x="14078" y="752"/>
                </a:lnTo>
                <a:lnTo>
                  <a:pt x="12467" y="0"/>
                </a:lnTo>
                <a:close/>
              </a:path>
              <a:path w="27305" h="47625">
                <a:moveTo>
                  <a:pt x="12378" y="0"/>
                </a:moveTo>
                <a:lnTo>
                  <a:pt x="11321" y="0"/>
                </a:lnTo>
                <a:lnTo>
                  <a:pt x="7238" y="752"/>
                </a:lnTo>
                <a:lnTo>
                  <a:pt x="123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2537586" y="4713223"/>
            <a:ext cx="180975" cy="156210"/>
            <a:chOff x="2537586" y="4713223"/>
            <a:chExt cx="180975" cy="156210"/>
          </a:xfrm>
        </p:grpSpPr>
        <p:pic>
          <p:nvPicPr>
            <p:cNvPr id="65" name="object 6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537586" y="4713223"/>
              <a:ext cx="111379" cy="15595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681985" y="4803901"/>
              <a:ext cx="36830" cy="39370"/>
            </a:xfrm>
            <a:custGeom>
              <a:avLst/>
              <a:gdLst/>
              <a:ahLst/>
              <a:cxnLst/>
              <a:rect l="l" t="t" r="r" b="b"/>
              <a:pathLst>
                <a:path w="36830" h="39370">
                  <a:moveTo>
                    <a:pt x="22271" y="7850"/>
                  </a:moveTo>
                  <a:lnTo>
                    <a:pt x="9965" y="7850"/>
                  </a:lnTo>
                  <a:lnTo>
                    <a:pt x="8255" y="8762"/>
                  </a:lnTo>
                  <a:lnTo>
                    <a:pt x="6222" y="9779"/>
                  </a:lnTo>
                  <a:lnTo>
                    <a:pt x="2158" y="11937"/>
                  </a:lnTo>
                  <a:lnTo>
                    <a:pt x="0" y="16637"/>
                  </a:lnTo>
                  <a:lnTo>
                    <a:pt x="1015" y="21081"/>
                  </a:lnTo>
                  <a:lnTo>
                    <a:pt x="13462" y="37084"/>
                  </a:lnTo>
                  <a:lnTo>
                    <a:pt x="18033" y="39243"/>
                  </a:lnTo>
                  <a:lnTo>
                    <a:pt x="23368" y="38862"/>
                  </a:lnTo>
                  <a:lnTo>
                    <a:pt x="27686" y="36068"/>
                  </a:lnTo>
                  <a:lnTo>
                    <a:pt x="31876" y="33274"/>
                  </a:lnTo>
                  <a:lnTo>
                    <a:pt x="34289" y="28448"/>
                  </a:lnTo>
                  <a:lnTo>
                    <a:pt x="34036" y="23368"/>
                  </a:lnTo>
                  <a:lnTo>
                    <a:pt x="33970" y="21081"/>
                  </a:lnTo>
                  <a:lnTo>
                    <a:pt x="33908" y="18923"/>
                  </a:lnTo>
                  <a:lnTo>
                    <a:pt x="33252" y="14986"/>
                  </a:lnTo>
                  <a:lnTo>
                    <a:pt x="30987" y="14986"/>
                  </a:lnTo>
                  <a:lnTo>
                    <a:pt x="14731" y="10414"/>
                  </a:lnTo>
                  <a:lnTo>
                    <a:pt x="19443" y="8762"/>
                  </a:lnTo>
                  <a:lnTo>
                    <a:pt x="22271" y="7850"/>
                  </a:lnTo>
                  <a:close/>
                </a:path>
                <a:path w="36830" h="39370">
                  <a:moveTo>
                    <a:pt x="22271" y="7850"/>
                  </a:moveTo>
                  <a:lnTo>
                    <a:pt x="18690" y="9017"/>
                  </a:lnTo>
                  <a:lnTo>
                    <a:pt x="14731" y="10414"/>
                  </a:lnTo>
                  <a:lnTo>
                    <a:pt x="30987" y="14986"/>
                  </a:lnTo>
                  <a:lnTo>
                    <a:pt x="26543" y="9525"/>
                  </a:lnTo>
                  <a:lnTo>
                    <a:pt x="23661" y="8128"/>
                  </a:lnTo>
                  <a:lnTo>
                    <a:pt x="21716" y="8128"/>
                  </a:lnTo>
                  <a:lnTo>
                    <a:pt x="22271" y="7850"/>
                  </a:lnTo>
                  <a:close/>
                </a:path>
                <a:path w="36830" h="39370">
                  <a:moveTo>
                    <a:pt x="34494" y="7850"/>
                  </a:moveTo>
                  <a:lnTo>
                    <a:pt x="23090" y="7850"/>
                  </a:lnTo>
                  <a:lnTo>
                    <a:pt x="26543" y="9525"/>
                  </a:lnTo>
                  <a:lnTo>
                    <a:pt x="30987" y="14986"/>
                  </a:lnTo>
                  <a:lnTo>
                    <a:pt x="33152" y="14986"/>
                  </a:lnTo>
                  <a:lnTo>
                    <a:pt x="33088" y="13462"/>
                  </a:lnTo>
                  <a:lnTo>
                    <a:pt x="33010" y="11937"/>
                  </a:lnTo>
                  <a:lnTo>
                    <a:pt x="33284" y="11937"/>
                  </a:lnTo>
                  <a:lnTo>
                    <a:pt x="33840" y="9779"/>
                  </a:lnTo>
                  <a:lnTo>
                    <a:pt x="33905" y="9525"/>
                  </a:lnTo>
                  <a:lnTo>
                    <a:pt x="33999" y="9158"/>
                  </a:lnTo>
                  <a:lnTo>
                    <a:pt x="34036" y="9017"/>
                  </a:lnTo>
                  <a:lnTo>
                    <a:pt x="34389" y="8128"/>
                  </a:lnTo>
                  <a:lnTo>
                    <a:pt x="34494" y="7850"/>
                  </a:lnTo>
                  <a:close/>
                </a:path>
                <a:path w="36830" h="39370">
                  <a:moveTo>
                    <a:pt x="33061" y="12806"/>
                  </a:moveTo>
                  <a:lnTo>
                    <a:pt x="32893" y="13462"/>
                  </a:lnTo>
                  <a:lnTo>
                    <a:pt x="33088" y="13462"/>
                  </a:lnTo>
                  <a:lnTo>
                    <a:pt x="33061" y="12806"/>
                  </a:lnTo>
                  <a:close/>
                </a:path>
                <a:path w="36830" h="39370">
                  <a:moveTo>
                    <a:pt x="33284" y="11937"/>
                  </a:moveTo>
                  <a:lnTo>
                    <a:pt x="33025" y="11937"/>
                  </a:lnTo>
                  <a:lnTo>
                    <a:pt x="33061" y="12806"/>
                  </a:lnTo>
                  <a:lnTo>
                    <a:pt x="33284" y="11937"/>
                  </a:lnTo>
                  <a:close/>
                </a:path>
                <a:path w="36830" h="39370">
                  <a:moveTo>
                    <a:pt x="23304" y="7493"/>
                  </a:moveTo>
                  <a:lnTo>
                    <a:pt x="22271" y="7850"/>
                  </a:lnTo>
                  <a:lnTo>
                    <a:pt x="21716" y="8128"/>
                  </a:lnTo>
                  <a:lnTo>
                    <a:pt x="23304" y="7493"/>
                  </a:lnTo>
                  <a:close/>
                </a:path>
                <a:path w="36830" h="39370">
                  <a:moveTo>
                    <a:pt x="22351" y="7493"/>
                  </a:moveTo>
                  <a:lnTo>
                    <a:pt x="11303" y="7493"/>
                  </a:lnTo>
                  <a:lnTo>
                    <a:pt x="9692" y="7850"/>
                  </a:lnTo>
                  <a:lnTo>
                    <a:pt x="22409" y="7850"/>
                  </a:lnTo>
                  <a:lnTo>
                    <a:pt x="21716" y="8128"/>
                  </a:lnTo>
                  <a:lnTo>
                    <a:pt x="23661" y="8128"/>
                  </a:lnTo>
                  <a:lnTo>
                    <a:pt x="22351" y="7493"/>
                  </a:lnTo>
                  <a:close/>
                </a:path>
                <a:path w="36830" h="39370">
                  <a:moveTo>
                    <a:pt x="24511" y="6731"/>
                  </a:moveTo>
                  <a:lnTo>
                    <a:pt x="22271" y="7850"/>
                  </a:lnTo>
                  <a:lnTo>
                    <a:pt x="23380" y="7493"/>
                  </a:lnTo>
                  <a:lnTo>
                    <a:pt x="23240" y="7493"/>
                  </a:lnTo>
                  <a:lnTo>
                    <a:pt x="24511" y="6731"/>
                  </a:lnTo>
                  <a:close/>
                </a:path>
                <a:path w="36830" h="39370">
                  <a:moveTo>
                    <a:pt x="33328" y="0"/>
                  </a:moveTo>
                  <a:lnTo>
                    <a:pt x="31368" y="0"/>
                  </a:lnTo>
                  <a:lnTo>
                    <a:pt x="30225" y="1016"/>
                  </a:lnTo>
                  <a:lnTo>
                    <a:pt x="26399" y="4699"/>
                  </a:lnTo>
                  <a:lnTo>
                    <a:pt x="24102" y="6731"/>
                  </a:lnTo>
                  <a:lnTo>
                    <a:pt x="23304" y="7493"/>
                  </a:lnTo>
                  <a:lnTo>
                    <a:pt x="22409" y="7850"/>
                  </a:lnTo>
                  <a:lnTo>
                    <a:pt x="34494" y="7850"/>
                  </a:lnTo>
                  <a:lnTo>
                    <a:pt x="34629" y="7493"/>
                  </a:lnTo>
                  <a:lnTo>
                    <a:pt x="22986" y="7493"/>
                  </a:lnTo>
                  <a:lnTo>
                    <a:pt x="24511" y="6731"/>
                  </a:lnTo>
                  <a:lnTo>
                    <a:pt x="34918" y="6731"/>
                  </a:lnTo>
                  <a:lnTo>
                    <a:pt x="35687" y="4699"/>
                  </a:lnTo>
                  <a:lnTo>
                    <a:pt x="36321" y="3302"/>
                  </a:lnTo>
                  <a:lnTo>
                    <a:pt x="35813" y="1524"/>
                  </a:lnTo>
                  <a:lnTo>
                    <a:pt x="34416" y="762"/>
                  </a:lnTo>
                  <a:lnTo>
                    <a:pt x="33328" y="0"/>
                  </a:lnTo>
                  <a:close/>
                </a:path>
                <a:path w="36830" h="39370">
                  <a:moveTo>
                    <a:pt x="34918" y="6731"/>
                  </a:moveTo>
                  <a:lnTo>
                    <a:pt x="24511" y="6731"/>
                  </a:lnTo>
                  <a:lnTo>
                    <a:pt x="23240" y="7493"/>
                  </a:lnTo>
                  <a:lnTo>
                    <a:pt x="34629" y="7493"/>
                  </a:lnTo>
                  <a:lnTo>
                    <a:pt x="34918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7" name="object 67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932810" y="4683252"/>
            <a:ext cx="557784" cy="177800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3645789" y="4615434"/>
            <a:ext cx="212851" cy="238760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343433" y="5348211"/>
            <a:ext cx="456361" cy="39496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82446" y="5442592"/>
            <a:ext cx="708939" cy="21981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960562" y="5426862"/>
            <a:ext cx="611912" cy="225031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2638507" y="5395582"/>
            <a:ext cx="178733" cy="21844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3075051" y="5383517"/>
            <a:ext cx="546587" cy="21335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3921576" y="5456554"/>
            <a:ext cx="499813" cy="148081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511802" y="5359107"/>
            <a:ext cx="853313" cy="38061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697982" y="5424551"/>
            <a:ext cx="156214" cy="145161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904738" y="5467222"/>
            <a:ext cx="466471" cy="34162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616318" y="5443982"/>
            <a:ext cx="287584" cy="15027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7169784" y="5361940"/>
            <a:ext cx="407035" cy="20815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811007" y="5313679"/>
            <a:ext cx="718093" cy="48355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8760440" y="5340603"/>
            <a:ext cx="1431944" cy="410603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31177" y="6004090"/>
            <a:ext cx="401751" cy="40385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931687" y="6078677"/>
            <a:ext cx="924798" cy="234975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127184" y="6162941"/>
            <a:ext cx="486541" cy="128270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2912745" y="6056655"/>
            <a:ext cx="455168" cy="215519"/>
          </a:xfrm>
          <a:prstGeom prst="rect">
            <a:avLst/>
          </a:prstGeom>
        </p:spPr>
      </p:pic>
      <p:sp>
        <p:nvSpPr>
          <p:cNvPr id="86" name="object 86"/>
          <p:cNvSpPr/>
          <p:nvPr/>
        </p:nvSpPr>
        <p:spPr>
          <a:xfrm>
            <a:off x="3642105" y="6074930"/>
            <a:ext cx="71120" cy="177800"/>
          </a:xfrm>
          <a:custGeom>
            <a:avLst/>
            <a:gdLst/>
            <a:ahLst/>
            <a:cxnLst/>
            <a:rect l="l" t="t" r="r" b="b"/>
            <a:pathLst>
              <a:path w="71120" h="177800">
                <a:moveTo>
                  <a:pt x="18237" y="7251"/>
                </a:moveTo>
                <a:lnTo>
                  <a:pt x="17780" y="6337"/>
                </a:lnTo>
                <a:lnTo>
                  <a:pt x="17386" y="5854"/>
                </a:lnTo>
                <a:lnTo>
                  <a:pt x="17614" y="6337"/>
                </a:lnTo>
                <a:lnTo>
                  <a:pt x="18237" y="7251"/>
                </a:lnTo>
                <a:close/>
              </a:path>
              <a:path w="71120" h="177800">
                <a:moveTo>
                  <a:pt x="22364" y="23952"/>
                </a:moveTo>
                <a:lnTo>
                  <a:pt x="11176" y="23952"/>
                </a:lnTo>
                <a:lnTo>
                  <a:pt x="10985" y="23952"/>
                </a:lnTo>
                <a:lnTo>
                  <a:pt x="12763" y="25984"/>
                </a:lnTo>
                <a:lnTo>
                  <a:pt x="14224" y="27800"/>
                </a:lnTo>
                <a:lnTo>
                  <a:pt x="17018" y="28321"/>
                </a:lnTo>
                <a:lnTo>
                  <a:pt x="19304" y="27152"/>
                </a:lnTo>
                <a:lnTo>
                  <a:pt x="21463" y="25984"/>
                </a:lnTo>
                <a:lnTo>
                  <a:pt x="22364" y="23952"/>
                </a:lnTo>
                <a:close/>
              </a:path>
              <a:path w="71120" h="177800">
                <a:moveTo>
                  <a:pt x="25527" y="18821"/>
                </a:moveTo>
                <a:lnTo>
                  <a:pt x="25209" y="18249"/>
                </a:lnTo>
                <a:lnTo>
                  <a:pt x="24765" y="17576"/>
                </a:lnTo>
                <a:lnTo>
                  <a:pt x="22961" y="15189"/>
                </a:lnTo>
                <a:lnTo>
                  <a:pt x="22466" y="14528"/>
                </a:lnTo>
                <a:lnTo>
                  <a:pt x="22466" y="22923"/>
                </a:lnTo>
                <a:lnTo>
                  <a:pt x="21361" y="18821"/>
                </a:lnTo>
                <a:lnTo>
                  <a:pt x="22021" y="21196"/>
                </a:lnTo>
                <a:lnTo>
                  <a:pt x="22377" y="22567"/>
                </a:lnTo>
                <a:lnTo>
                  <a:pt x="22466" y="22923"/>
                </a:lnTo>
                <a:lnTo>
                  <a:pt x="22466" y="14528"/>
                </a:lnTo>
                <a:lnTo>
                  <a:pt x="22352" y="14363"/>
                </a:lnTo>
                <a:lnTo>
                  <a:pt x="21742" y="12941"/>
                </a:lnTo>
                <a:lnTo>
                  <a:pt x="21209" y="11772"/>
                </a:lnTo>
                <a:lnTo>
                  <a:pt x="21209" y="18249"/>
                </a:lnTo>
                <a:lnTo>
                  <a:pt x="20993" y="17576"/>
                </a:lnTo>
                <a:lnTo>
                  <a:pt x="20955" y="17335"/>
                </a:lnTo>
                <a:lnTo>
                  <a:pt x="21209" y="18249"/>
                </a:lnTo>
                <a:lnTo>
                  <a:pt x="21209" y="11772"/>
                </a:lnTo>
                <a:lnTo>
                  <a:pt x="20967" y="11226"/>
                </a:lnTo>
                <a:lnTo>
                  <a:pt x="20320" y="10210"/>
                </a:lnTo>
                <a:lnTo>
                  <a:pt x="18237" y="7251"/>
                </a:lnTo>
                <a:lnTo>
                  <a:pt x="16383" y="4572"/>
                </a:lnTo>
                <a:lnTo>
                  <a:pt x="15659" y="3733"/>
                </a:lnTo>
                <a:lnTo>
                  <a:pt x="15024" y="2692"/>
                </a:lnTo>
                <a:lnTo>
                  <a:pt x="13843" y="1054"/>
                </a:lnTo>
                <a:lnTo>
                  <a:pt x="10236" y="279"/>
                </a:lnTo>
                <a:lnTo>
                  <a:pt x="13893" y="1447"/>
                </a:lnTo>
                <a:lnTo>
                  <a:pt x="10210" y="292"/>
                </a:lnTo>
                <a:lnTo>
                  <a:pt x="9017" y="0"/>
                </a:lnTo>
                <a:lnTo>
                  <a:pt x="6553" y="1447"/>
                </a:lnTo>
                <a:lnTo>
                  <a:pt x="3302" y="2692"/>
                </a:lnTo>
                <a:lnTo>
                  <a:pt x="2540" y="3733"/>
                </a:lnTo>
                <a:lnTo>
                  <a:pt x="1524" y="4305"/>
                </a:lnTo>
                <a:lnTo>
                  <a:pt x="1016" y="5854"/>
                </a:lnTo>
                <a:lnTo>
                  <a:pt x="0" y="8953"/>
                </a:lnTo>
                <a:lnTo>
                  <a:pt x="1016" y="11226"/>
                </a:lnTo>
                <a:lnTo>
                  <a:pt x="1016" y="12941"/>
                </a:lnTo>
                <a:lnTo>
                  <a:pt x="2806" y="15608"/>
                </a:lnTo>
                <a:lnTo>
                  <a:pt x="3276" y="16179"/>
                </a:lnTo>
                <a:lnTo>
                  <a:pt x="5461" y="18821"/>
                </a:lnTo>
                <a:lnTo>
                  <a:pt x="6350" y="19456"/>
                </a:lnTo>
                <a:lnTo>
                  <a:pt x="6654" y="19812"/>
                </a:lnTo>
                <a:lnTo>
                  <a:pt x="8636" y="21882"/>
                </a:lnTo>
                <a:lnTo>
                  <a:pt x="9652" y="22783"/>
                </a:lnTo>
                <a:lnTo>
                  <a:pt x="10490" y="23431"/>
                </a:lnTo>
                <a:lnTo>
                  <a:pt x="10160" y="23012"/>
                </a:lnTo>
                <a:lnTo>
                  <a:pt x="10604" y="23431"/>
                </a:lnTo>
                <a:lnTo>
                  <a:pt x="22606" y="23431"/>
                </a:lnTo>
                <a:lnTo>
                  <a:pt x="22491" y="23012"/>
                </a:lnTo>
                <a:lnTo>
                  <a:pt x="22352" y="23012"/>
                </a:lnTo>
                <a:lnTo>
                  <a:pt x="22479" y="22987"/>
                </a:lnTo>
                <a:lnTo>
                  <a:pt x="23876" y="22567"/>
                </a:lnTo>
                <a:lnTo>
                  <a:pt x="24765" y="21437"/>
                </a:lnTo>
                <a:lnTo>
                  <a:pt x="25527" y="20294"/>
                </a:lnTo>
                <a:lnTo>
                  <a:pt x="25527" y="18821"/>
                </a:lnTo>
                <a:close/>
              </a:path>
              <a:path w="71120" h="177800">
                <a:moveTo>
                  <a:pt x="71120" y="166027"/>
                </a:moveTo>
                <a:lnTo>
                  <a:pt x="70866" y="164376"/>
                </a:lnTo>
                <a:lnTo>
                  <a:pt x="70231" y="161886"/>
                </a:lnTo>
                <a:lnTo>
                  <a:pt x="69215" y="159321"/>
                </a:lnTo>
                <a:lnTo>
                  <a:pt x="68897" y="158153"/>
                </a:lnTo>
                <a:lnTo>
                  <a:pt x="68453" y="156794"/>
                </a:lnTo>
                <a:lnTo>
                  <a:pt x="67030" y="152996"/>
                </a:lnTo>
                <a:lnTo>
                  <a:pt x="66929" y="152692"/>
                </a:lnTo>
                <a:lnTo>
                  <a:pt x="66802" y="152311"/>
                </a:lnTo>
                <a:lnTo>
                  <a:pt x="65151" y="148412"/>
                </a:lnTo>
                <a:lnTo>
                  <a:pt x="63690" y="144653"/>
                </a:lnTo>
                <a:lnTo>
                  <a:pt x="62712" y="142227"/>
                </a:lnTo>
                <a:lnTo>
                  <a:pt x="61595" y="139230"/>
                </a:lnTo>
                <a:lnTo>
                  <a:pt x="59690" y="134366"/>
                </a:lnTo>
                <a:lnTo>
                  <a:pt x="59690" y="134213"/>
                </a:lnTo>
                <a:lnTo>
                  <a:pt x="57277" y="128168"/>
                </a:lnTo>
                <a:lnTo>
                  <a:pt x="57150" y="127977"/>
                </a:lnTo>
                <a:lnTo>
                  <a:pt x="54229" y="120726"/>
                </a:lnTo>
                <a:lnTo>
                  <a:pt x="51092" y="113334"/>
                </a:lnTo>
                <a:lnTo>
                  <a:pt x="48717" y="106984"/>
                </a:lnTo>
                <a:lnTo>
                  <a:pt x="48577" y="106413"/>
                </a:lnTo>
                <a:lnTo>
                  <a:pt x="46482" y="99822"/>
                </a:lnTo>
                <a:lnTo>
                  <a:pt x="42926" y="86220"/>
                </a:lnTo>
                <a:lnTo>
                  <a:pt x="41021" y="79362"/>
                </a:lnTo>
                <a:lnTo>
                  <a:pt x="39370" y="73113"/>
                </a:lnTo>
                <a:lnTo>
                  <a:pt x="37973" y="68008"/>
                </a:lnTo>
                <a:lnTo>
                  <a:pt x="36830" y="63360"/>
                </a:lnTo>
                <a:lnTo>
                  <a:pt x="36576" y="62623"/>
                </a:lnTo>
                <a:lnTo>
                  <a:pt x="33401" y="54076"/>
                </a:lnTo>
                <a:lnTo>
                  <a:pt x="32512" y="51904"/>
                </a:lnTo>
                <a:lnTo>
                  <a:pt x="30353" y="50571"/>
                </a:lnTo>
                <a:lnTo>
                  <a:pt x="25654" y="51117"/>
                </a:lnTo>
                <a:lnTo>
                  <a:pt x="23876" y="52933"/>
                </a:lnTo>
                <a:lnTo>
                  <a:pt x="23622" y="55245"/>
                </a:lnTo>
                <a:lnTo>
                  <a:pt x="22682" y="62623"/>
                </a:lnTo>
                <a:lnTo>
                  <a:pt x="22606" y="76161"/>
                </a:lnTo>
                <a:lnTo>
                  <a:pt x="23114" y="82638"/>
                </a:lnTo>
                <a:lnTo>
                  <a:pt x="23241" y="82931"/>
                </a:lnTo>
                <a:lnTo>
                  <a:pt x="24130" y="89916"/>
                </a:lnTo>
                <a:lnTo>
                  <a:pt x="24892" y="96316"/>
                </a:lnTo>
                <a:lnTo>
                  <a:pt x="24892" y="96659"/>
                </a:lnTo>
                <a:lnTo>
                  <a:pt x="26035" y="104546"/>
                </a:lnTo>
                <a:lnTo>
                  <a:pt x="26162" y="105054"/>
                </a:lnTo>
                <a:lnTo>
                  <a:pt x="27686" y="112395"/>
                </a:lnTo>
                <a:lnTo>
                  <a:pt x="27813" y="113169"/>
                </a:lnTo>
                <a:lnTo>
                  <a:pt x="30226" y="121589"/>
                </a:lnTo>
                <a:lnTo>
                  <a:pt x="32512" y="128714"/>
                </a:lnTo>
                <a:lnTo>
                  <a:pt x="34353" y="134213"/>
                </a:lnTo>
                <a:lnTo>
                  <a:pt x="35902" y="139230"/>
                </a:lnTo>
                <a:lnTo>
                  <a:pt x="36830" y="142087"/>
                </a:lnTo>
                <a:lnTo>
                  <a:pt x="38354" y="147104"/>
                </a:lnTo>
                <a:lnTo>
                  <a:pt x="40030" y="152311"/>
                </a:lnTo>
                <a:lnTo>
                  <a:pt x="40157" y="152692"/>
                </a:lnTo>
                <a:lnTo>
                  <a:pt x="40259" y="152996"/>
                </a:lnTo>
                <a:lnTo>
                  <a:pt x="40386" y="153454"/>
                </a:lnTo>
                <a:lnTo>
                  <a:pt x="52070" y="174155"/>
                </a:lnTo>
                <a:lnTo>
                  <a:pt x="53975" y="176022"/>
                </a:lnTo>
                <a:lnTo>
                  <a:pt x="56515" y="177126"/>
                </a:lnTo>
                <a:lnTo>
                  <a:pt x="56210" y="177126"/>
                </a:lnTo>
                <a:lnTo>
                  <a:pt x="63284" y="177431"/>
                </a:lnTo>
                <a:lnTo>
                  <a:pt x="65532" y="176745"/>
                </a:lnTo>
                <a:lnTo>
                  <a:pt x="68199" y="174650"/>
                </a:lnTo>
                <a:lnTo>
                  <a:pt x="69850" y="173469"/>
                </a:lnTo>
                <a:lnTo>
                  <a:pt x="70866" y="171678"/>
                </a:lnTo>
                <a:lnTo>
                  <a:pt x="71081" y="169926"/>
                </a:lnTo>
                <a:lnTo>
                  <a:pt x="71120" y="16602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781044" y="5946863"/>
            <a:ext cx="1602358" cy="469658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5775705" y="5969495"/>
            <a:ext cx="247396" cy="435305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6449948" y="6014465"/>
            <a:ext cx="633349" cy="250190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7333233" y="5999607"/>
            <a:ext cx="833882" cy="259105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8248904" y="6115405"/>
            <a:ext cx="78613" cy="128663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3666490" y="3061335"/>
            <a:ext cx="200151" cy="276098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3601339" y="1044606"/>
            <a:ext cx="238506" cy="282416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614377" y="1758823"/>
            <a:ext cx="188129" cy="289051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3652646" y="2457195"/>
            <a:ext cx="185038" cy="285876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2809748" y="2454529"/>
            <a:ext cx="694580" cy="161289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2814934" y="3128772"/>
            <a:ext cx="595343" cy="161289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976114" y="4581271"/>
            <a:ext cx="1137983" cy="162560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8951436" y="1880235"/>
            <a:ext cx="226811" cy="281939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9420298" y="1914525"/>
            <a:ext cx="283136" cy="197230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9948926" y="1901317"/>
            <a:ext cx="198580" cy="195579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10286745" y="1979548"/>
            <a:ext cx="28575" cy="37465"/>
          </a:xfrm>
          <a:custGeom>
            <a:avLst/>
            <a:gdLst/>
            <a:ahLst/>
            <a:cxnLst/>
            <a:rect l="l" t="t" r="r" b="b"/>
            <a:pathLst>
              <a:path w="28575" h="37464">
                <a:moveTo>
                  <a:pt x="634" y="16408"/>
                </a:moveTo>
                <a:lnTo>
                  <a:pt x="634" y="18414"/>
                </a:lnTo>
                <a:lnTo>
                  <a:pt x="1524" y="22605"/>
                </a:lnTo>
                <a:lnTo>
                  <a:pt x="13080" y="37337"/>
                </a:lnTo>
                <a:lnTo>
                  <a:pt x="16890" y="36956"/>
                </a:lnTo>
                <a:lnTo>
                  <a:pt x="20700" y="36449"/>
                </a:lnTo>
                <a:lnTo>
                  <a:pt x="24002" y="34036"/>
                </a:lnTo>
                <a:lnTo>
                  <a:pt x="25526" y="30479"/>
                </a:lnTo>
                <a:lnTo>
                  <a:pt x="26924" y="27559"/>
                </a:lnTo>
                <a:lnTo>
                  <a:pt x="27685" y="25780"/>
                </a:lnTo>
                <a:lnTo>
                  <a:pt x="27965" y="24384"/>
                </a:lnTo>
                <a:lnTo>
                  <a:pt x="14097" y="24384"/>
                </a:lnTo>
                <a:lnTo>
                  <a:pt x="3175" y="21081"/>
                </a:lnTo>
                <a:lnTo>
                  <a:pt x="634" y="16408"/>
                </a:lnTo>
                <a:close/>
              </a:path>
              <a:path w="28575" h="37464">
                <a:moveTo>
                  <a:pt x="8762" y="888"/>
                </a:moveTo>
                <a:lnTo>
                  <a:pt x="6784" y="2031"/>
                </a:lnTo>
                <a:lnTo>
                  <a:pt x="6204" y="2412"/>
                </a:lnTo>
                <a:lnTo>
                  <a:pt x="2684" y="5493"/>
                </a:lnTo>
                <a:lnTo>
                  <a:pt x="1527" y="9639"/>
                </a:lnTo>
                <a:lnTo>
                  <a:pt x="1407" y="9905"/>
                </a:lnTo>
                <a:lnTo>
                  <a:pt x="1249" y="10667"/>
                </a:lnTo>
                <a:lnTo>
                  <a:pt x="888" y="12953"/>
                </a:lnTo>
                <a:lnTo>
                  <a:pt x="690" y="15239"/>
                </a:lnTo>
                <a:lnTo>
                  <a:pt x="634" y="16408"/>
                </a:lnTo>
                <a:lnTo>
                  <a:pt x="3175" y="21081"/>
                </a:lnTo>
                <a:lnTo>
                  <a:pt x="14097" y="24384"/>
                </a:lnTo>
                <a:lnTo>
                  <a:pt x="19938" y="21336"/>
                </a:lnTo>
                <a:lnTo>
                  <a:pt x="23240" y="11175"/>
                </a:lnTo>
                <a:lnTo>
                  <a:pt x="23523" y="9905"/>
                </a:lnTo>
                <a:lnTo>
                  <a:pt x="23468" y="9639"/>
                </a:lnTo>
                <a:lnTo>
                  <a:pt x="23749" y="8889"/>
                </a:lnTo>
                <a:lnTo>
                  <a:pt x="23988" y="8509"/>
                </a:lnTo>
                <a:lnTo>
                  <a:pt x="24146" y="8153"/>
                </a:lnTo>
                <a:lnTo>
                  <a:pt x="22605" y="5841"/>
                </a:lnTo>
                <a:lnTo>
                  <a:pt x="19938" y="3810"/>
                </a:lnTo>
                <a:lnTo>
                  <a:pt x="16763" y="2921"/>
                </a:lnTo>
                <a:lnTo>
                  <a:pt x="14350" y="2412"/>
                </a:lnTo>
                <a:lnTo>
                  <a:pt x="4000" y="2412"/>
                </a:lnTo>
                <a:lnTo>
                  <a:pt x="11049" y="2031"/>
                </a:lnTo>
                <a:lnTo>
                  <a:pt x="12953" y="2031"/>
                </a:lnTo>
                <a:lnTo>
                  <a:pt x="8762" y="888"/>
                </a:lnTo>
                <a:close/>
              </a:path>
              <a:path w="28575" h="37464">
                <a:moveTo>
                  <a:pt x="24146" y="8153"/>
                </a:moveTo>
                <a:lnTo>
                  <a:pt x="23988" y="8509"/>
                </a:lnTo>
                <a:lnTo>
                  <a:pt x="23749" y="8889"/>
                </a:lnTo>
                <a:lnTo>
                  <a:pt x="23353" y="10667"/>
                </a:lnTo>
                <a:lnTo>
                  <a:pt x="23240" y="11175"/>
                </a:lnTo>
                <a:lnTo>
                  <a:pt x="20021" y="21081"/>
                </a:lnTo>
                <a:lnTo>
                  <a:pt x="19938" y="21336"/>
                </a:lnTo>
                <a:lnTo>
                  <a:pt x="14097" y="24384"/>
                </a:lnTo>
                <a:lnTo>
                  <a:pt x="27965" y="24384"/>
                </a:lnTo>
                <a:lnTo>
                  <a:pt x="27872" y="18414"/>
                </a:lnTo>
                <a:lnTo>
                  <a:pt x="27812" y="15239"/>
                </a:lnTo>
                <a:lnTo>
                  <a:pt x="27091" y="12953"/>
                </a:lnTo>
                <a:lnTo>
                  <a:pt x="25780" y="10667"/>
                </a:lnTo>
                <a:lnTo>
                  <a:pt x="24146" y="8153"/>
                </a:lnTo>
                <a:close/>
              </a:path>
              <a:path w="28575" h="37464">
                <a:moveTo>
                  <a:pt x="1169" y="11175"/>
                </a:moveTo>
                <a:lnTo>
                  <a:pt x="597" y="12953"/>
                </a:lnTo>
                <a:lnTo>
                  <a:pt x="0" y="15239"/>
                </a:lnTo>
                <a:lnTo>
                  <a:pt x="634" y="16408"/>
                </a:lnTo>
                <a:lnTo>
                  <a:pt x="690" y="15239"/>
                </a:lnTo>
                <a:lnTo>
                  <a:pt x="888" y="12953"/>
                </a:lnTo>
                <a:lnTo>
                  <a:pt x="1169" y="11175"/>
                </a:lnTo>
                <a:close/>
              </a:path>
              <a:path w="28575" h="37464">
                <a:moveTo>
                  <a:pt x="23582" y="9639"/>
                </a:moveTo>
                <a:lnTo>
                  <a:pt x="23368" y="9905"/>
                </a:lnTo>
                <a:lnTo>
                  <a:pt x="23523" y="9905"/>
                </a:lnTo>
                <a:lnTo>
                  <a:pt x="23582" y="9639"/>
                </a:lnTo>
                <a:close/>
              </a:path>
              <a:path w="28575" h="37464">
                <a:moveTo>
                  <a:pt x="2684" y="5493"/>
                </a:moveTo>
                <a:lnTo>
                  <a:pt x="2285" y="5841"/>
                </a:lnTo>
                <a:lnTo>
                  <a:pt x="1901" y="7620"/>
                </a:lnTo>
                <a:lnTo>
                  <a:pt x="1786" y="8153"/>
                </a:lnTo>
                <a:lnTo>
                  <a:pt x="1709" y="8509"/>
                </a:lnTo>
                <a:lnTo>
                  <a:pt x="1626" y="8889"/>
                </a:lnTo>
                <a:lnTo>
                  <a:pt x="1842" y="8509"/>
                </a:lnTo>
                <a:lnTo>
                  <a:pt x="2587" y="5841"/>
                </a:lnTo>
                <a:lnTo>
                  <a:pt x="2684" y="5493"/>
                </a:lnTo>
                <a:close/>
              </a:path>
              <a:path w="28575" h="37464">
                <a:moveTo>
                  <a:pt x="25146" y="1524"/>
                </a:moveTo>
                <a:lnTo>
                  <a:pt x="20447" y="1524"/>
                </a:lnTo>
                <a:lnTo>
                  <a:pt x="15366" y="2031"/>
                </a:lnTo>
                <a:lnTo>
                  <a:pt x="12953" y="2031"/>
                </a:lnTo>
                <a:lnTo>
                  <a:pt x="14350" y="2412"/>
                </a:lnTo>
                <a:lnTo>
                  <a:pt x="16763" y="2921"/>
                </a:lnTo>
                <a:lnTo>
                  <a:pt x="19938" y="3810"/>
                </a:lnTo>
                <a:lnTo>
                  <a:pt x="22605" y="5841"/>
                </a:lnTo>
                <a:lnTo>
                  <a:pt x="24146" y="8153"/>
                </a:lnTo>
                <a:lnTo>
                  <a:pt x="25526" y="4952"/>
                </a:lnTo>
                <a:lnTo>
                  <a:pt x="26161" y="3810"/>
                </a:lnTo>
                <a:lnTo>
                  <a:pt x="26013" y="2921"/>
                </a:lnTo>
                <a:lnTo>
                  <a:pt x="25929" y="2412"/>
                </a:lnTo>
                <a:lnTo>
                  <a:pt x="25653" y="2031"/>
                </a:lnTo>
                <a:lnTo>
                  <a:pt x="25146" y="1524"/>
                </a:lnTo>
                <a:close/>
              </a:path>
              <a:path w="28575" h="37464">
                <a:moveTo>
                  <a:pt x="6204" y="2412"/>
                </a:moveTo>
                <a:lnTo>
                  <a:pt x="5246" y="2921"/>
                </a:lnTo>
                <a:lnTo>
                  <a:pt x="3048" y="4190"/>
                </a:lnTo>
                <a:lnTo>
                  <a:pt x="2684" y="5493"/>
                </a:lnTo>
                <a:lnTo>
                  <a:pt x="6204" y="2412"/>
                </a:lnTo>
                <a:close/>
              </a:path>
              <a:path w="28575" h="37464">
                <a:moveTo>
                  <a:pt x="20447" y="1524"/>
                </a:moveTo>
                <a:lnTo>
                  <a:pt x="19176" y="1524"/>
                </a:lnTo>
                <a:lnTo>
                  <a:pt x="4000" y="2412"/>
                </a:lnTo>
                <a:lnTo>
                  <a:pt x="14350" y="2412"/>
                </a:lnTo>
                <a:lnTo>
                  <a:pt x="12953" y="2031"/>
                </a:lnTo>
                <a:lnTo>
                  <a:pt x="15366" y="2031"/>
                </a:lnTo>
                <a:lnTo>
                  <a:pt x="20447" y="1524"/>
                </a:lnTo>
                <a:close/>
              </a:path>
              <a:path w="28575" h="37464">
                <a:moveTo>
                  <a:pt x="22478" y="0"/>
                </a:moveTo>
                <a:lnTo>
                  <a:pt x="21208" y="508"/>
                </a:lnTo>
                <a:lnTo>
                  <a:pt x="18446" y="1524"/>
                </a:lnTo>
                <a:lnTo>
                  <a:pt x="16033" y="2031"/>
                </a:lnTo>
                <a:lnTo>
                  <a:pt x="11049" y="2031"/>
                </a:lnTo>
                <a:lnTo>
                  <a:pt x="19176" y="1524"/>
                </a:lnTo>
                <a:lnTo>
                  <a:pt x="25114" y="1524"/>
                </a:lnTo>
                <a:lnTo>
                  <a:pt x="24002" y="253"/>
                </a:lnTo>
                <a:lnTo>
                  <a:pt x="22478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object 103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0414127" y="1913889"/>
            <a:ext cx="164451" cy="152908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0821289" y="1938273"/>
            <a:ext cx="305593" cy="147827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8790698" y="1072133"/>
            <a:ext cx="2439464" cy="376046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1212576" y="1883282"/>
            <a:ext cx="433704" cy="194437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6329699" y="4677790"/>
            <a:ext cx="178288" cy="171450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6628892" y="4717922"/>
            <a:ext cx="36195" cy="33020"/>
          </a:xfrm>
          <a:custGeom>
            <a:avLst/>
            <a:gdLst/>
            <a:ahLst/>
            <a:cxnLst/>
            <a:rect l="l" t="t" r="r" b="b"/>
            <a:pathLst>
              <a:path w="36195" h="33020">
                <a:moveTo>
                  <a:pt x="3882" y="9272"/>
                </a:moveTo>
                <a:lnTo>
                  <a:pt x="2921" y="10794"/>
                </a:lnTo>
                <a:lnTo>
                  <a:pt x="761" y="13969"/>
                </a:lnTo>
                <a:lnTo>
                  <a:pt x="0" y="17906"/>
                </a:lnTo>
                <a:lnTo>
                  <a:pt x="12975" y="32638"/>
                </a:lnTo>
                <a:lnTo>
                  <a:pt x="15366" y="32638"/>
                </a:lnTo>
                <a:lnTo>
                  <a:pt x="17906" y="32003"/>
                </a:lnTo>
                <a:lnTo>
                  <a:pt x="20700" y="31241"/>
                </a:lnTo>
                <a:lnTo>
                  <a:pt x="22859" y="30733"/>
                </a:lnTo>
                <a:lnTo>
                  <a:pt x="24764" y="29718"/>
                </a:lnTo>
                <a:lnTo>
                  <a:pt x="26542" y="28320"/>
                </a:lnTo>
                <a:lnTo>
                  <a:pt x="34162" y="22097"/>
                </a:lnTo>
                <a:lnTo>
                  <a:pt x="34846" y="19557"/>
                </a:lnTo>
                <a:lnTo>
                  <a:pt x="6350" y="19557"/>
                </a:lnTo>
                <a:lnTo>
                  <a:pt x="3555" y="11556"/>
                </a:lnTo>
                <a:lnTo>
                  <a:pt x="3828" y="9651"/>
                </a:lnTo>
                <a:lnTo>
                  <a:pt x="3882" y="9272"/>
                </a:lnTo>
                <a:close/>
              </a:path>
              <a:path w="36195" h="33020">
                <a:moveTo>
                  <a:pt x="14350" y="1396"/>
                </a:moveTo>
                <a:lnTo>
                  <a:pt x="8381" y="3937"/>
                </a:lnTo>
                <a:lnTo>
                  <a:pt x="6096" y="5841"/>
                </a:lnTo>
                <a:lnTo>
                  <a:pt x="3882" y="9272"/>
                </a:lnTo>
                <a:lnTo>
                  <a:pt x="3664" y="10794"/>
                </a:lnTo>
                <a:lnTo>
                  <a:pt x="3555" y="11556"/>
                </a:lnTo>
                <a:lnTo>
                  <a:pt x="6350" y="19557"/>
                </a:lnTo>
                <a:lnTo>
                  <a:pt x="14350" y="1396"/>
                </a:lnTo>
                <a:close/>
              </a:path>
              <a:path w="36195" h="33020">
                <a:moveTo>
                  <a:pt x="27876" y="1396"/>
                </a:moveTo>
                <a:lnTo>
                  <a:pt x="14350" y="1396"/>
                </a:lnTo>
                <a:lnTo>
                  <a:pt x="6350" y="19557"/>
                </a:lnTo>
                <a:lnTo>
                  <a:pt x="34846" y="19557"/>
                </a:lnTo>
                <a:lnTo>
                  <a:pt x="35940" y="15493"/>
                </a:lnTo>
                <a:lnTo>
                  <a:pt x="33781" y="9651"/>
                </a:lnTo>
                <a:lnTo>
                  <a:pt x="31545" y="3937"/>
                </a:lnTo>
                <a:lnTo>
                  <a:pt x="31496" y="3809"/>
                </a:lnTo>
                <a:lnTo>
                  <a:pt x="27876" y="1396"/>
                </a:lnTo>
                <a:close/>
              </a:path>
              <a:path w="36195" h="33020">
                <a:moveTo>
                  <a:pt x="25780" y="0"/>
                </a:moveTo>
                <a:lnTo>
                  <a:pt x="19557" y="253"/>
                </a:lnTo>
                <a:lnTo>
                  <a:pt x="14477" y="381"/>
                </a:lnTo>
                <a:lnTo>
                  <a:pt x="11049" y="634"/>
                </a:lnTo>
                <a:lnTo>
                  <a:pt x="7874" y="2285"/>
                </a:lnTo>
                <a:lnTo>
                  <a:pt x="5968" y="5206"/>
                </a:lnTo>
                <a:lnTo>
                  <a:pt x="4063" y="8000"/>
                </a:lnTo>
                <a:lnTo>
                  <a:pt x="3882" y="9272"/>
                </a:lnTo>
                <a:lnTo>
                  <a:pt x="6096" y="5841"/>
                </a:lnTo>
                <a:lnTo>
                  <a:pt x="8381" y="3937"/>
                </a:lnTo>
                <a:lnTo>
                  <a:pt x="14350" y="1396"/>
                </a:lnTo>
                <a:lnTo>
                  <a:pt x="27876" y="1396"/>
                </a:lnTo>
                <a:lnTo>
                  <a:pt x="2578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9" name="object 109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6783789" y="4586096"/>
            <a:ext cx="160434" cy="234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005" y="938530"/>
            <a:ext cx="697725" cy="614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6698" y="1896491"/>
            <a:ext cx="675776" cy="624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6666" y="1201292"/>
            <a:ext cx="696976" cy="1016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2788" y="2414523"/>
            <a:ext cx="1347978" cy="38348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81347" y="2092579"/>
            <a:ext cx="675697" cy="5626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22978" y="1104138"/>
            <a:ext cx="1809369" cy="5398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06357" y="1980819"/>
            <a:ext cx="851408" cy="7162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82481" y="1902967"/>
            <a:ext cx="1393945" cy="7353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09769" y="2303017"/>
            <a:ext cx="520953" cy="1600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47416" y="2076323"/>
            <a:ext cx="548354" cy="54228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87540" y="2258060"/>
            <a:ext cx="503428" cy="1892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58025" y="2059558"/>
            <a:ext cx="760983" cy="6324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28813" y="2259583"/>
            <a:ext cx="574020" cy="1574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099" y="1027302"/>
            <a:ext cx="1257363" cy="5269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7976" y="1132458"/>
            <a:ext cx="264540" cy="2223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5288" y="1167383"/>
            <a:ext cx="194817" cy="196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9171" y="1146555"/>
            <a:ext cx="524054" cy="1803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3334" y="1147825"/>
            <a:ext cx="157818" cy="1840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77611" y="1208913"/>
            <a:ext cx="491616" cy="1478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5567" y="1657985"/>
            <a:ext cx="264160" cy="2860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58284" y="1744345"/>
            <a:ext cx="187832" cy="1602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76673" y="1727073"/>
            <a:ext cx="488061" cy="16763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64505" y="1778000"/>
            <a:ext cx="142148" cy="2362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76798" y="1902967"/>
            <a:ext cx="257301" cy="1397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701538" y="1877441"/>
            <a:ext cx="266065" cy="125730"/>
            <a:chOff x="5701538" y="1877441"/>
            <a:chExt cx="266065" cy="125730"/>
          </a:xfrm>
        </p:grpSpPr>
        <p:sp>
          <p:nvSpPr>
            <p:cNvPr id="14" name="object 14"/>
            <p:cNvSpPr/>
            <p:nvPr/>
          </p:nvSpPr>
          <p:spPr>
            <a:xfrm>
              <a:off x="5701538" y="1877440"/>
              <a:ext cx="60325" cy="125730"/>
            </a:xfrm>
            <a:custGeom>
              <a:avLst/>
              <a:gdLst/>
              <a:ahLst/>
              <a:cxnLst/>
              <a:rect l="l" t="t" r="r" b="b"/>
              <a:pathLst>
                <a:path w="60325" h="125730">
                  <a:moveTo>
                    <a:pt x="59944" y="83185"/>
                  </a:moveTo>
                  <a:lnTo>
                    <a:pt x="59817" y="82042"/>
                  </a:lnTo>
                  <a:lnTo>
                    <a:pt x="59817" y="80137"/>
                  </a:lnTo>
                  <a:lnTo>
                    <a:pt x="59436" y="78740"/>
                  </a:lnTo>
                  <a:lnTo>
                    <a:pt x="58839" y="77216"/>
                  </a:lnTo>
                  <a:lnTo>
                    <a:pt x="58623" y="76669"/>
                  </a:lnTo>
                  <a:lnTo>
                    <a:pt x="58674" y="77216"/>
                  </a:lnTo>
                  <a:lnTo>
                    <a:pt x="58356" y="76073"/>
                  </a:lnTo>
                  <a:lnTo>
                    <a:pt x="58623" y="76669"/>
                  </a:lnTo>
                  <a:lnTo>
                    <a:pt x="58547" y="75819"/>
                  </a:lnTo>
                  <a:lnTo>
                    <a:pt x="58343" y="75819"/>
                  </a:lnTo>
                  <a:lnTo>
                    <a:pt x="58318" y="66802"/>
                  </a:lnTo>
                  <a:lnTo>
                    <a:pt x="57785" y="63754"/>
                  </a:lnTo>
                  <a:lnTo>
                    <a:pt x="57467" y="62484"/>
                  </a:lnTo>
                  <a:lnTo>
                    <a:pt x="57404" y="62230"/>
                  </a:lnTo>
                  <a:lnTo>
                    <a:pt x="55956" y="57785"/>
                  </a:lnTo>
                  <a:lnTo>
                    <a:pt x="54229" y="52705"/>
                  </a:lnTo>
                  <a:lnTo>
                    <a:pt x="52451" y="47752"/>
                  </a:lnTo>
                  <a:lnTo>
                    <a:pt x="52197" y="46990"/>
                  </a:lnTo>
                  <a:lnTo>
                    <a:pt x="50292" y="42545"/>
                  </a:lnTo>
                  <a:lnTo>
                    <a:pt x="49911" y="41910"/>
                  </a:lnTo>
                  <a:lnTo>
                    <a:pt x="47625" y="37338"/>
                  </a:lnTo>
                  <a:lnTo>
                    <a:pt x="47498" y="37084"/>
                  </a:lnTo>
                  <a:lnTo>
                    <a:pt x="44831" y="32385"/>
                  </a:lnTo>
                  <a:lnTo>
                    <a:pt x="44577" y="32004"/>
                  </a:lnTo>
                  <a:lnTo>
                    <a:pt x="42291" y="28067"/>
                  </a:lnTo>
                  <a:lnTo>
                    <a:pt x="39827" y="24384"/>
                  </a:lnTo>
                  <a:lnTo>
                    <a:pt x="39243" y="23622"/>
                  </a:lnTo>
                  <a:lnTo>
                    <a:pt x="36703" y="20066"/>
                  </a:lnTo>
                  <a:lnTo>
                    <a:pt x="36195" y="19431"/>
                  </a:lnTo>
                  <a:lnTo>
                    <a:pt x="34023" y="17018"/>
                  </a:lnTo>
                  <a:lnTo>
                    <a:pt x="34163" y="17018"/>
                  </a:lnTo>
                  <a:lnTo>
                    <a:pt x="31623" y="13970"/>
                  </a:lnTo>
                  <a:lnTo>
                    <a:pt x="29972" y="12192"/>
                  </a:lnTo>
                  <a:lnTo>
                    <a:pt x="27940" y="9525"/>
                  </a:lnTo>
                  <a:lnTo>
                    <a:pt x="3937" y="0"/>
                  </a:lnTo>
                  <a:lnTo>
                    <a:pt x="2032" y="889"/>
                  </a:lnTo>
                  <a:lnTo>
                    <a:pt x="1016" y="2540"/>
                  </a:lnTo>
                  <a:lnTo>
                    <a:pt x="0" y="4064"/>
                  </a:lnTo>
                  <a:lnTo>
                    <a:pt x="0" y="6096"/>
                  </a:lnTo>
                  <a:lnTo>
                    <a:pt x="1016" y="7747"/>
                  </a:lnTo>
                  <a:lnTo>
                    <a:pt x="6286" y="16002"/>
                  </a:lnTo>
                  <a:lnTo>
                    <a:pt x="6896" y="17018"/>
                  </a:lnTo>
                  <a:lnTo>
                    <a:pt x="7620" y="18415"/>
                  </a:lnTo>
                  <a:lnTo>
                    <a:pt x="8610" y="20066"/>
                  </a:lnTo>
                  <a:lnTo>
                    <a:pt x="9525" y="21463"/>
                  </a:lnTo>
                  <a:lnTo>
                    <a:pt x="11049" y="24384"/>
                  </a:lnTo>
                  <a:lnTo>
                    <a:pt x="12573" y="27432"/>
                  </a:lnTo>
                  <a:lnTo>
                    <a:pt x="14605" y="30861"/>
                  </a:lnTo>
                  <a:lnTo>
                    <a:pt x="15519" y="32385"/>
                  </a:lnTo>
                  <a:lnTo>
                    <a:pt x="18288" y="37084"/>
                  </a:lnTo>
                  <a:lnTo>
                    <a:pt x="20320" y="40767"/>
                  </a:lnTo>
                  <a:lnTo>
                    <a:pt x="22606" y="44704"/>
                  </a:lnTo>
                  <a:lnTo>
                    <a:pt x="25273" y="49530"/>
                  </a:lnTo>
                  <a:lnTo>
                    <a:pt x="27559" y="53721"/>
                  </a:lnTo>
                  <a:lnTo>
                    <a:pt x="29718" y="57785"/>
                  </a:lnTo>
                  <a:lnTo>
                    <a:pt x="31115" y="60579"/>
                  </a:lnTo>
                  <a:lnTo>
                    <a:pt x="30353" y="61214"/>
                  </a:lnTo>
                  <a:lnTo>
                    <a:pt x="29845" y="63881"/>
                  </a:lnTo>
                  <a:lnTo>
                    <a:pt x="29222" y="67564"/>
                  </a:lnTo>
                  <a:lnTo>
                    <a:pt x="28613" y="70993"/>
                  </a:lnTo>
                  <a:lnTo>
                    <a:pt x="28575" y="71501"/>
                  </a:lnTo>
                  <a:lnTo>
                    <a:pt x="27305" y="107569"/>
                  </a:lnTo>
                  <a:lnTo>
                    <a:pt x="27940" y="111252"/>
                  </a:lnTo>
                  <a:lnTo>
                    <a:pt x="40259" y="125603"/>
                  </a:lnTo>
                  <a:lnTo>
                    <a:pt x="40703" y="125476"/>
                  </a:lnTo>
                  <a:lnTo>
                    <a:pt x="40843" y="125476"/>
                  </a:lnTo>
                  <a:lnTo>
                    <a:pt x="42037" y="124968"/>
                  </a:lnTo>
                  <a:lnTo>
                    <a:pt x="42799" y="124333"/>
                  </a:lnTo>
                  <a:lnTo>
                    <a:pt x="43065" y="123698"/>
                  </a:lnTo>
                  <a:lnTo>
                    <a:pt x="43180" y="123444"/>
                  </a:lnTo>
                  <a:lnTo>
                    <a:pt x="44069" y="121031"/>
                  </a:lnTo>
                  <a:lnTo>
                    <a:pt x="44196" y="120777"/>
                  </a:lnTo>
                  <a:lnTo>
                    <a:pt x="45085" y="118364"/>
                  </a:lnTo>
                  <a:lnTo>
                    <a:pt x="45339" y="117602"/>
                  </a:lnTo>
                  <a:lnTo>
                    <a:pt x="45466" y="117221"/>
                  </a:lnTo>
                  <a:lnTo>
                    <a:pt x="45974" y="114427"/>
                  </a:lnTo>
                  <a:lnTo>
                    <a:pt x="46228" y="113411"/>
                  </a:lnTo>
                  <a:lnTo>
                    <a:pt x="46405" y="111252"/>
                  </a:lnTo>
                  <a:lnTo>
                    <a:pt x="46482" y="102108"/>
                  </a:lnTo>
                  <a:lnTo>
                    <a:pt x="46355" y="97409"/>
                  </a:lnTo>
                  <a:lnTo>
                    <a:pt x="46355" y="97028"/>
                  </a:lnTo>
                  <a:lnTo>
                    <a:pt x="46113" y="93472"/>
                  </a:lnTo>
                  <a:lnTo>
                    <a:pt x="46101" y="93091"/>
                  </a:lnTo>
                  <a:lnTo>
                    <a:pt x="45974" y="92583"/>
                  </a:lnTo>
                  <a:lnTo>
                    <a:pt x="45554" y="88900"/>
                  </a:lnTo>
                  <a:lnTo>
                    <a:pt x="45466" y="87503"/>
                  </a:lnTo>
                  <a:lnTo>
                    <a:pt x="44704" y="83185"/>
                  </a:lnTo>
                  <a:lnTo>
                    <a:pt x="44107" y="79629"/>
                  </a:lnTo>
                  <a:lnTo>
                    <a:pt x="44043" y="79248"/>
                  </a:lnTo>
                  <a:lnTo>
                    <a:pt x="43980" y="78765"/>
                  </a:lnTo>
                  <a:lnTo>
                    <a:pt x="44958" y="79629"/>
                  </a:lnTo>
                  <a:lnTo>
                    <a:pt x="47244" y="81153"/>
                  </a:lnTo>
                  <a:lnTo>
                    <a:pt x="47879" y="81661"/>
                  </a:lnTo>
                  <a:lnTo>
                    <a:pt x="50761" y="83185"/>
                  </a:lnTo>
                  <a:lnTo>
                    <a:pt x="50965" y="83185"/>
                  </a:lnTo>
                  <a:lnTo>
                    <a:pt x="53594" y="84328"/>
                  </a:lnTo>
                  <a:lnTo>
                    <a:pt x="55245" y="85090"/>
                  </a:lnTo>
                  <a:lnTo>
                    <a:pt x="56261" y="85598"/>
                  </a:lnTo>
                  <a:lnTo>
                    <a:pt x="57353" y="85598"/>
                  </a:lnTo>
                  <a:lnTo>
                    <a:pt x="59309" y="84201"/>
                  </a:lnTo>
                  <a:lnTo>
                    <a:pt x="59944" y="8318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3326" y="1930908"/>
              <a:ext cx="183979" cy="65531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53584" y="2475738"/>
            <a:ext cx="271399" cy="23939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42965" y="2530220"/>
            <a:ext cx="498263" cy="1772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78682" y="2390520"/>
            <a:ext cx="540448" cy="2235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94200" y="2449702"/>
            <a:ext cx="444246" cy="1473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60596" y="3027807"/>
            <a:ext cx="240156" cy="2476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82544" y="3068320"/>
            <a:ext cx="136776" cy="21221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73009" y="3067430"/>
            <a:ext cx="400926" cy="1473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105908" y="3108960"/>
            <a:ext cx="179704" cy="20447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464683" y="3190367"/>
            <a:ext cx="517651" cy="14998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00475" y="3680459"/>
            <a:ext cx="241300" cy="25781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117594" y="3678428"/>
            <a:ext cx="132587" cy="22606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479925" y="3728465"/>
            <a:ext cx="508649" cy="18161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69102" y="3761740"/>
            <a:ext cx="300421" cy="17500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201539" y="3759834"/>
            <a:ext cx="68072" cy="21297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334453" y="3792854"/>
            <a:ext cx="162208" cy="14871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40524" y="5406644"/>
            <a:ext cx="1180692" cy="489051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960524" y="5562853"/>
            <a:ext cx="99060" cy="82550"/>
          </a:xfrm>
          <a:custGeom>
            <a:avLst/>
            <a:gdLst/>
            <a:ahLst/>
            <a:cxnLst/>
            <a:rect l="l" t="t" r="r" b="b"/>
            <a:pathLst>
              <a:path w="99060" h="82550">
                <a:moveTo>
                  <a:pt x="93370" y="10033"/>
                </a:moveTo>
                <a:lnTo>
                  <a:pt x="93065" y="9017"/>
                </a:lnTo>
                <a:lnTo>
                  <a:pt x="90627" y="6223"/>
                </a:lnTo>
                <a:lnTo>
                  <a:pt x="90525" y="6096"/>
                </a:lnTo>
                <a:lnTo>
                  <a:pt x="70586" y="0"/>
                </a:lnTo>
                <a:lnTo>
                  <a:pt x="68808" y="127"/>
                </a:lnTo>
                <a:lnTo>
                  <a:pt x="64744" y="635"/>
                </a:lnTo>
                <a:lnTo>
                  <a:pt x="63982" y="762"/>
                </a:lnTo>
                <a:lnTo>
                  <a:pt x="59156" y="1905"/>
                </a:lnTo>
                <a:lnTo>
                  <a:pt x="58775" y="2032"/>
                </a:lnTo>
                <a:lnTo>
                  <a:pt x="48488" y="4826"/>
                </a:lnTo>
                <a:lnTo>
                  <a:pt x="43027" y="6223"/>
                </a:lnTo>
                <a:lnTo>
                  <a:pt x="37058" y="7874"/>
                </a:lnTo>
                <a:lnTo>
                  <a:pt x="36804" y="8001"/>
                </a:lnTo>
                <a:lnTo>
                  <a:pt x="30581" y="10033"/>
                </a:lnTo>
                <a:lnTo>
                  <a:pt x="29946" y="10287"/>
                </a:lnTo>
                <a:lnTo>
                  <a:pt x="23977" y="12827"/>
                </a:lnTo>
                <a:lnTo>
                  <a:pt x="20040" y="14859"/>
                </a:lnTo>
                <a:lnTo>
                  <a:pt x="20040" y="14986"/>
                </a:lnTo>
                <a:lnTo>
                  <a:pt x="11150" y="19685"/>
                </a:lnTo>
                <a:lnTo>
                  <a:pt x="8864" y="20828"/>
                </a:lnTo>
                <a:lnTo>
                  <a:pt x="7848" y="23495"/>
                </a:lnTo>
                <a:lnTo>
                  <a:pt x="8737" y="25958"/>
                </a:lnTo>
                <a:lnTo>
                  <a:pt x="9499" y="28359"/>
                </a:lnTo>
                <a:lnTo>
                  <a:pt x="12039" y="29768"/>
                </a:lnTo>
                <a:lnTo>
                  <a:pt x="19024" y="28359"/>
                </a:lnTo>
                <a:lnTo>
                  <a:pt x="24612" y="27076"/>
                </a:lnTo>
                <a:lnTo>
                  <a:pt x="28930" y="26149"/>
                </a:lnTo>
                <a:lnTo>
                  <a:pt x="28803" y="26149"/>
                </a:lnTo>
                <a:lnTo>
                  <a:pt x="34518" y="25019"/>
                </a:lnTo>
                <a:lnTo>
                  <a:pt x="34264" y="25019"/>
                </a:lnTo>
                <a:lnTo>
                  <a:pt x="40017" y="24003"/>
                </a:lnTo>
                <a:lnTo>
                  <a:pt x="40487" y="24003"/>
                </a:lnTo>
                <a:lnTo>
                  <a:pt x="51917" y="22352"/>
                </a:lnTo>
                <a:lnTo>
                  <a:pt x="52171" y="22352"/>
                </a:lnTo>
                <a:lnTo>
                  <a:pt x="57505" y="21463"/>
                </a:lnTo>
                <a:lnTo>
                  <a:pt x="57289" y="21463"/>
                </a:lnTo>
                <a:lnTo>
                  <a:pt x="63220" y="20193"/>
                </a:lnTo>
                <a:lnTo>
                  <a:pt x="63347" y="20193"/>
                </a:lnTo>
                <a:lnTo>
                  <a:pt x="68173" y="19177"/>
                </a:lnTo>
                <a:lnTo>
                  <a:pt x="67919" y="19177"/>
                </a:lnTo>
                <a:lnTo>
                  <a:pt x="71856" y="18415"/>
                </a:lnTo>
                <a:lnTo>
                  <a:pt x="71475" y="18415"/>
                </a:lnTo>
                <a:lnTo>
                  <a:pt x="74041" y="18034"/>
                </a:lnTo>
                <a:lnTo>
                  <a:pt x="80556" y="18034"/>
                </a:lnTo>
                <a:lnTo>
                  <a:pt x="83794" y="17653"/>
                </a:lnTo>
                <a:lnTo>
                  <a:pt x="92989" y="12827"/>
                </a:lnTo>
                <a:lnTo>
                  <a:pt x="93065" y="12700"/>
                </a:lnTo>
                <a:lnTo>
                  <a:pt x="93319" y="11557"/>
                </a:lnTo>
                <a:lnTo>
                  <a:pt x="93370" y="10033"/>
                </a:lnTo>
                <a:close/>
              </a:path>
              <a:path w="99060" h="82550">
                <a:moveTo>
                  <a:pt x="98780" y="52959"/>
                </a:moveTo>
                <a:lnTo>
                  <a:pt x="98272" y="51485"/>
                </a:lnTo>
                <a:lnTo>
                  <a:pt x="97637" y="49999"/>
                </a:lnTo>
                <a:lnTo>
                  <a:pt x="96113" y="49174"/>
                </a:lnTo>
                <a:lnTo>
                  <a:pt x="87096" y="51168"/>
                </a:lnTo>
                <a:lnTo>
                  <a:pt x="77050" y="53568"/>
                </a:lnTo>
                <a:lnTo>
                  <a:pt x="76923" y="53568"/>
                </a:lnTo>
                <a:lnTo>
                  <a:pt x="69303" y="54635"/>
                </a:lnTo>
                <a:lnTo>
                  <a:pt x="67779" y="54635"/>
                </a:lnTo>
                <a:lnTo>
                  <a:pt x="63601" y="54864"/>
                </a:lnTo>
                <a:lnTo>
                  <a:pt x="22250" y="59575"/>
                </a:lnTo>
                <a:lnTo>
                  <a:pt x="14071" y="61506"/>
                </a:lnTo>
                <a:lnTo>
                  <a:pt x="13881" y="61506"/>
                </a:lnTo>
                <a:lnTo>
                  <a:pt x="3784" y="63131"/>
                </a:lnTo>
                <a:lnTo>
                  <a:pt x="609" y="66509"/>
                </a:lnTo>
                <a:lnTo>
                  <a:pt x="355" y="70650"/>
                </a:lnTo>
                <a:lnTo>
                  <a:pt x="0" y="74396"/>
                </a:lnTo>
                <a:lnTo>
                  <a:pt x="0" y="74841"/>
                </a:lnTo>
                <a:lnTo>
                  <a:pt x="1803" y="77406"/>
                </a:lnTo>
                <a:lnTo>
                  <a:pt x="2755" y="78638"/>
                </a:lnTo>
                <a:lnTo>
                  <a:pt x="13309" y="81978"/>
                </a:lnTo>
                <a:lnTo>
                  <a:pt x="17881" y="82384"/>
                </a:lnTo>
                <a:lnTo>
                  <a:pt x="26403" y="81330"/>
                </a:lnTo>
                <a:lnTo>
                  <a:pt x="40868" y="79667"/>
                </a:lnTo>
                <a:lnTo>
                  <a:pt x="81127" y="64122"/>
                </a:lnTo>
                <a:lnTo>
                  <a:pt x="89776" y="59575"/>
                </a:lnTo>
                <a:lnTo>
                  <a:pt x="91541" y="58559"/>
                </a:lnTo>
                <a:lnTo>
                  <a:pt x="96875" y="55435"/>
                </a:lnTo>
                <a:lnTo>
                  <a:pt x="98272" y="54635"/>
                </a:lnTo>
                <a:lnTo>
                  <a:pt x="98780" y="52959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139688" y="1076197"/>
            <a:ext cx="856741" cy="283705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116191" y="1760982"/>
            <a:ext cx="927734" cy="25387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198231" y="1783333"/>
            <a:ext cx="610108" cy="23736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875776" y="1902586"/>
            <a:ext cx="157528" cy="8591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240139" y="1777364"/>
            <a:ext cx="759226" cy="21234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0160479" y="1789557"/>
            <a:ext cx="165255" cy="92837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10527030" y="1748027"/>
            <a:ext cx="56515" cy="203835"/>
          </a:xfrm>
          <a:custGeom>
            <a:avLst/>
            <a:gdLst/>
            <a:ahLst/>
            <a:cxnLst/>
            <a:rect l="l" t="t" r="r" b="b"/>
            <a:pathLst>
              <a:path w="56515" h="203835">
                <a:moveTo>
                  <a:pt x="12192" y="0"/>
                </a:moveTo>
                <a:lnTo>
                  <a:pt x="10033" y="635"/>
                </a:lnTo>
                <a:lnTo>
                  <a:pt x="8636" y="2032"/>
                </a:lnTo>
                <a:lnTo>
                  <a:pt x="4191" y="6223"/>
                </a:lnTo>
                <a:lnTo>
                  <a:pt x="0" y="25526"/>
                </a:lnTo>
                <a:lnTo>
                  <a:pt x="889" y="34417"/>
                </a:lnTo>
                <a:lnTo>
                  <a:pt x="2031" y="43561"/>
                </a:lnTo>
                <a:lnTo>
                  <a:pt x="3175" y="53339"/>
                </a:lnTo>
                <a:lnTo>
                  <a:pt x="4064" y="62357"/>
                </a:lnTo>
                <a:lnTo>
                  <a:pt x="4191" y="62611"/>
                </a:lnTo>
                <a:lnTo>
                  <a:pt x="5842" y="74930"/>
                </a:lnTo>
                <a:lnTo>
                  <a:pt x="10795" y="109855"/>
                </a:lnTo>
                <a:lnTo>
                  <a:pt x="13970" y="130556"/>
                </a:lnTo>
                <a:lnTo>
                  <a:pt x="15748" y="140462"/>
                </a:lnTo>
                <a:lnTo>
                  <a:pt x="15875" y="140970"/>
                </a:lnTo>
                <a:lnTo>
                  <a:pt x="17779" y="150113"/>
                </a:lnTo>
                <a:lnTo>
                  <a:pt x="33020" y="185420"/>
                </a:lnTo>
                <a:lnTo>
                  <a:pt x="51435" y="202946"/>
                </a:lnTo>
                <a:lnTo>
                  <a:pt x="52577" y="203835"/>
                </a:lnTo>
                <a:lnTo>
                  <a:pt x="54083" y="203835"/>
                </a:lnTo>
                <a:lnTo>
                  <a:pt x="55099" y="202946"/>
                </a:lnTo>
                <a:lnTo>
                  <a:pt x="56261" y="201802"/>
                </a:lnTo>
                <a:lnTo>
                  <a:pt x="56515" y="200279"/>
                </a:lnTo>
                <a:lnTo>
                  <a:pt x="55879" y="199009"/>
                </a:lnTo>
                <a:lnTo>
                  <a:pt x="53380" y="194691"/>
                </a:lnTo>
                <a:lnTo>
                  <a:pt x="53216" y="194443"/>
                </a:lnTo>
                <a:lnTo>
                  <a:pt x="53086" y="194183"/>
                </a:lnTo>
                <a:lnTo>
                  <a:pt x="52122" y="191770"/>
                </a:lnTo>
                <a:lnTo>
                  <a:pt x="51437" y="190124"/>
                </a:lnTo>
                <a:lnTo>
                  <a:pt x="51370" y="189964"/>
                </a:lnTo>
                <a:lnTo>
                  <a:pt x="49911" y="184912"/>
                </a:lnTo>
                <a:lnTo>
                  <a:pt x="49244" y="179817"/>
                </a:lnTo>
                <a:lnTo>
                  <a:pt x="49149" y="179201"/>
                </a:lnTo>
                <a:lnTo>
                  <a:pt x="49033" y="178446"/>
                </a:lnTo>
                <a:lnTo>
                  <a:pt x="48553" y="172716"/>
                </a:lnTo>
                <a:lnTo>
                  <a:pt x="48429" y="170180"/>
                </a:lnTo>
                <a:lnTo>
                  <a:pt x="48260" y="165100"/>
                </a:lnTo>
                <a:lnTo>
                  <a:pt x="48133" y="164337"/>
                </a:lnTo>
                <a:lnTo>
                  <a:pt x="47371" y="155956"/>
                </a:lnTo>
                <a:lnTo>
                  <a:pt x="45593" y="145034"/>
                </a:lnTo>
                <a:lnTo>
                  <a:pt x="44323" y="135889"/>
                </a:lnTo>
                <a:lnTo>
                  <a:pt x="42925" y="126111"/>
                </a:lnTo>
                <a:lnTo>
                  <a:pt x="41401" y="116205"/>
                </a:lnTo>
                <a:lnTo>
                  <a:pt x="41275" y="115950"/>
                </a:lnTo>
                <a:lnTo>
                  <a:pt x="39497" y="105283"/>
                </a:lnTo>
                <a:lnTo>
                  <a:pt x="39497" y="105029"/>
                </a:lnTo>
                <a:lnTo>
                  <a:pt x="37211" y="92837"/>
                </a:lnTo>
                <a:lnTo>
                  <a:pt x="35051" y="81914"/>
                </a:lnTo>
                <a:lnTo>
                  <a:pt x="32766" y="70485"/>
                </a:lnTo>
                <a:lnTo>
                  <a:pt x="30479" y="58420"/>
                </a:lnTo>
                <a:lnTo>
                  <a:pt x="28701" y="49402"/>
                </a:lnTo>
                <a:lnTo>
                  <a:pt x="26670" y="39624"/>
                </a:lnTo>
                <a:lnTo>
                  <a:pt x="26670" y="39370"/>
                </a:lnTo>
                <a:lnTo>
                  <a:pt x="24638" y="30480"/>
                </a:lnTo>
                <a:lnTo>
                  <a:pt x="22813" y="22207"/>
                </a:lnTo>
                <a:lnTo>
                  <a:pt x="22668" y="21855"/>
                </a:lnTo>
                <a:lnTo>
                  <a:pt x="22135" y="18796"/>
                </a:lnTo>
                <a:lnTo>
                  <a:pt x="21869" y="17425"/>
                </a:lnTo>
                <a:lnTo>
                  <a:pt x="21590" y="13081"/>
                </a:lnTo>
                <a:lnTo>
                  <a:pt x="20954" y="9779"/>
                </a:lnTo>
                <a:lnTo>
                  <a:pt x="17906" y="2286"/>
                </a:lnTo>
                <a:lnTo>
                  <a:pt x="16128" y="888"/>
                </a:lnTo>
                <a:lnTo>
                  <a:pt x="14224" y="381"/>
                </a:lnTo>
                <a:lnTo>
                  <a:pt x="12192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689701" y="1758823"/>
            <a:ext cx="153566" cy="17119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940288" y="1771904"/>
            <a:ext cx="341375" cy="19138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1355196" y="1832610"/>
            <a:ext cx="184530" cy="118363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2606548" y="5196357"/>
            <a:ext cx="7783830" cy="998855"/>
            <a:chOff x="2606548" y="5196357"/>
            <a:chExt cx="7783830" cy="998855"/>
          </a:xfrm>
        </p:grpSpPr>
        <p:pic>
          <p:nvPicPr>
            <p:cNvPr id="44" name="object 4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606548" y="5196357"/>
              <a:ext cx="7783576" cy="99863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503790" y="5283530"/>
              <a:ext cx="1433715" cy="54991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122926" y="5557570"/>
              <a:ext cx="694689" cy="14096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93357" y="5544857"/>
              <a:ext cx="897636" cy="157480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655440" y="6399415"/>
            <a:ext cx="739139" cy="21543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540619" y="6387261"/>
            <a:ext cx="364374" cy="18003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972684" y="6423888"/>
            <a:ext cx="156438" cy="148069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5316728" y="6399657"/>
            <a:ext cx="102235" cy="85090"/>
          </a:xfrm>
          <a:custGeom>
            <a:avLst/>
            <a:gdLst/>
            <a:ahLst/>
            <a:cxnLst/>
            <a:rect l="l" t="t" r="r" b="b"/>
            <a:pathLst>
              <a:path w="102235" h="85089">
                <a:moveTo>
                  <a:pt x="73533" y="10490"/>
                </a:moveTo>
                <a:lnTo>
                  <a:pt x="72771" y="6400"/>
                </a:lnTo>
                <a:lnTo>
                  <a:pt x="71628" y="4597"/>
                </a:lnTo>
                <a:lnTo>
                  <a:pt x="67487" y="1879"/>
                </a:lnTo>
                <a:lnTo>
                  <a:pt x="65659" y="609"/>
                </a:lnTo>
                <a:lnTo>
                  <a:pt x="63373" y="0"/>
                </a:lnTo>
                <a:lnTo>
                  <a:pt x="56388" y="330"/>
                </a:lnTo>
                <a:lnTo>
                  <a:pt x="53467" y="850"/>
                </a:lnTo>
                <a:lnTo>
                  <a:pt x="50038" y="1879"/>
                </a:lnTo>
                <a:lnTo>
                  <a:pt x="49022" y="2286"/>
                </a:lnTo>
                <a:lnTo>
                  <a:pt x="40513" y="5842"/>
                </a:lnTo>
                <a:lnTo>
                  <a:pt x="36703" y="7353"/>
                </a:lnTo>
                <a:lnTo>
                  <a:pt x="36322" y="7480"/>
                </a:lnTo>
                <a:lnTo>
                  <a:pt x="33083" y="8864"/>
                </a:lnTo>
                <a:lnTo>
                  <a:pt x="29438" y="10337"/>
                </a:lnTo>
                <a:lnTo>
                  <a:pt x="13614" y="17602"/>
                </a:lnTo>
                <a:lnTo>
                  <a:pt x="7874" y="20472"/>
                </a:lnTo>
                <a:lnTo>
                  <a:pt x="6477" y="23329"/>
                </a:lnTo>
                <a:lnTo>
                  <a:pt x="7239" y="26073"/>
                </a:lnTo>
                <a:lnTo>
                  <a:pt x="7874" y="28803"/>
                </a:lnTo>
                <a:lnTo>
                  <a:pt x="10414" y="30683"/>
                </a:lnTo>
                <a:lnTo>
                  <a:pt x="20510" y="30683"/>
                </a:lnTo>
                <a:lnTo>
                  <a:pt x="29337" y="29921"/>
                </a:lnTo>
                <a:lnTo>
                  <a:pt x="33909" y="29578"/>
                </a:lnTo>
                <a:lnTo>
                  <a:pt x="41186" y="28803"/>
                </a:lnTo>
                <a:lnTo>
                  <a:pt x="41313" y="28803"/>
                </a:lnTo>
                <a:lnTo>
                  <a:pt x="46228" y="28168"/>
                </a:lnTo>
                <a:lnTo>
                  <a:pt x="46393" y="28168"/>
                </a:lnTo>
                <a:lnTo>
                  <a:pt x="50419" y="27406"/>
                </a:lnTo>
                <a:lnTo>
                  <a:pt x="69443" y="17297"/>
                </a:lnTo>
                <a:lnTo>
                  <a:pt x="70104" y="16637"/>
                </a:lnTo>
                <a:lnTo>
                  <a:pt x="71882" y="14287"/>
                </a:lnTo>
                <a:lnTo>
                  <a:pt x="73025" y="12598"/>
                </a:lnTo>
                <a:lnTo>
                  <a:pt x="73533" y="10490"/>
                </a:lnTo>
                <a:close/>
              </a:path>
              <a:path w="102235" h="85089">
                <a:moveTo>
                  <a:pt x="101727" y="58915"/>
                </a:moveTo>
                <a:lnTo>
                  <a:pt x="101511" y="58369"/>
                </a:lnTo>
                <a:lnTo>
                  <a:pt x="101409" y="58102"/>
                </a:lnTo>
                <a:lnTo>
                  <a:pt x="101092" y="57264"/>
                </a:lnTo>
                <a:lnTo>
                  <a:pt x="99733" y="56388"/>
                </a:lnTo>
                <a:lnTo>
                  <a:pt x="98526" y="55549"/>
                </a:lnTo>
                <a:lnTo>
                  <a:pt x="96621" y="55549"/>
                </a:lnTo>
                <a:lnTo>
                  <a:pt x="93954" y="57607"/>
                </a:lnTo>
                <a:lnTo>
                  <a:pt x="92786" y="57264"/>
                </a:lnTo>
                <a:lnTo>
                  <a:pt x="89382" y="56388"/>
                </a:lnTo>
                <a:lnTo>
                  <a:pt x="88912" y="56388"/>
                </a:lnTo>
                <a:lnTo>
                  <a:pt x="88722" y="56222"/>
                </a:lnTo>
                <a:lnTo>
                  <a:pt x="87972" y="55549"/>
                </a:lnTo>
                <a:lnTo>
                  <a:pt x="87503" y="55130"/>
                </a:lnTo>
                <a:lnTo>
                  <a:pt x="86995" y="54673"/>
                </a:lnTo>
                <a:lnTo>
                  <a:pt x="84328" y="53467"/>
                </a:lnTo>
                <a:lnTo>
                  <a:pt x="77978" y="52755"/>
                </a:lnTo>
                <a:lnTo>
                  <a:pt x="73533" y="52933"/>
                </a:lnTo>
                <a:lnTo>
                  <a:pt x="68072" y="54025"/>
                </a:lnTo>
                <a:lnTo>
                  <a:pt x="64096" y="55003"/>
                </a:lnTo>
                <a:lnTo>
                  <a:pt x="63500" y="55130"/>
                </a:lnTo>
                <a:lnTo>
                  <a:pt x="64033" y="55003"/>
                </a:lnTo>
                <a:lnTo>
                  <a:pt x="59182" y="55841"/>
                </a:lnTo>
                <a:lnTo>
                  <a:pt x="58864" y="55841"/>
                </a:lnTo>
                <a:lnTo>
                  <a:pt x="53721" y="56388"/>
                </a:lnTo>
                <a:lnTo>
                  <a:pt x="46609" y="57264"/>
                </a:lnTo>
                <a:lnTo>
                  <a:pt x="46431" y="57264"/>
                </a:lnTo>
                <a:lnTo>
                  <a:pt x="38493" y="58102"/>
                </a:lnTo>
                <a:lnTo>
                  <a:pt x="37985" y="58102"/>
                </a:lnTo>
                <a:lnTo>
                  <a:pt x="24879" y="59321"/>
                </a:lnTo>
                <a:lnTo>
                  <a:pt x="18669" y="59321"/>
                </a:lnTo>
                <a:lnTo>
                  <a:pt x="15379" y="58915"/>
                </a:lnTo>
                <a:lnTo>
                  <a:pt x="15087" y="58915"/>
                </a:lnTo>
                <a:lnTo>
                  <a:pt x="13982" y="58915"/>
                </a:lnTo>
                <a:lnTo>
                  <a:pt x="13601" y="58686"/>
                </a:lnTo>
                <a:lnTo>
                  <a:pt x="13119" y="58369"/>
                </a:lnTo>
                <a:lnTo>
                  <a:pt x="12915" y="58369"/>
                </a:lnTo>
                <a:lnTo>
                  <a:pt x="12700" y="58102"/>
                </a:lnTo>
                <a:lnTo>
                  <a:pt x="11353" y="57264"/>
                </a:lnTo>
                <a:lnTo>
                  <a:pt x="9525" y="55981"/>
                </a:lnTo>
                <a:lnTo>
                  <a:pt x="8788" y="55841"/>
                </a:lnTo>
                <a:lnTo>
                  <a:pt x="7988" y="55689"/>
                </a:lnTo>
                <a:lnTo>
                  <a:pt x="7264" y="55841"/>
                </a:lnTo>
                <a:lnTo>
                  <a:pt x="4648" y="56388"/>
                </a:lnTo>
                <a:lnTo>
                  <a:pt x="5029" y="56388"/>
                </a:lnTo>
                <a:lnTo>
                  <a:pt x="4419" y="56794"/>
                </a:lnTo>
                <a:lnTo>
                  <a:pt x="3848" y="57264"/>
                </a:lnTo>
                <a:lnTo>
                  <a:pt x="3149" y="58369"/>
                </a:lnTo>
                <a:lnTo>
                  <a:pt x="1651" y="60553"/>
                </a:lnTo>
                <a:lnTo>
                  <a:pt x="381" y="62496"/>
                </a:lnTo>
                <a:lnTo>
                  <a:pt x="127" y="64046"/>
                </a:lnTo>
                <a:lnTo>
                  <a:pt x="38" y="64604"/>
                </a:lnTo>
                <a:lnTo>
                  <a:pt x="0" y="64897"/>
                </a:lnTo>
                <a:lnTo>
                  <a:pt x="635" y="67119"/>
                </a:lnTo>
                <a:lnTo>
                  <a:pt x="13462" y="79883"/>
                </a:lnTo>
                <a:lnTo>
                  <a:pt x="16764" y="81229"/>
                </a:lnTo>
                <a:lnTo>
                  <a:pt x="18542" y="81749"/>
                </a:lnTo>
                <a:lnTo>
                  <a:pt x="24384" y="83045"/>
                </a:lnTo>
                <a:lnTo>
                  <a:pt x="29248" y="83858"/>
                </a:lnTo>
                <a:lnTo>
                  <a:pt x="29464" y="83858"/>
                </a:lnTo>
                <a:lnTo>
                  <a:pt x="34798" y="84378"/>
                </a:lnTo>
                <a:lnTo>
                  <a:pt x="43738" y="84899"/>
                </a:lnTo>
                <a:lnTo>
                  <a:pt x="63119" y="84899"/>
                </a:lnTo>
                <a:lnTo>
                  <a:pt x="90309" y="75704"/>
                </a:lnTo>
                <a:lnTo>
                  <a:pt x="91059" y="74637"/>
                </a:lnTo>
                <a:lnTo>
                  <a:pt x="89408" y="75704"/>
                </a:lnTo>
                <a:lnTo>
                  <a:pt x="91046" y="74637"/>
                </a:lnTo>
                <a:lnTo>
                  <a:pt x="92456" y="72821"/>
                </a:lnTo>
                <a:lnTo>
                  <a:pt x="91059" y="74637"/>
                </a:lnTo>
                <a:lnTo>
                  <a:pt x="93827" y="72821"/>
                </a:lnTo>
                <a:lnTo>
                  <a:pt x="94869" y="72148"/>
                </a:lnTo>
                <a:lnTo>
                  <a:pt x="97180" y="69900"/>
                </a:lnTo>
                <a:lnTo>
                  <a:pt x="98806" y="67614"/>
                </a:lnTo>
                <a:lnTo>
                  <a:pt x="99441" y="66433"/>
                </a:lnTo>
                <a:lnTo>
                  <a:pt x="100076" y="64897"/>
                </a:lnTo>
                <a:lnTo>
                  <a:pt x="100203" y="64604"/>
                </a:lnTo>
                <a:lnTo>
                  <a:pt x="100330" y="64046"/>
                </a:lnTo>
                <a:lnTo>
                  <a:pt x="101320" y="60553"/>
                </a:lnTo>
                <a:lnTo>
                  <a:pt x="101549" y="59626"/>
                </a:lnTo>
                <a:lnTo>
                  <a:pt x="101625" y="59321"/>
                </a:lnTo>
                <a:lnTo>
                  <a:pt x="101727" y="58915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93866" y="6327431"/>
            <a:ext cx="493013" cy="23934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395894" y="6318173"/>
            <a:ext cx="682803" cy="208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848" y="1299972"/>
            <a:ext cx="392988" cy="2197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0692" y="1298955"/>
            <a:ext cx="187760" cy="226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7656" y="1360550"/>
            <a:ext cx="472656" cy="1149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6189" y="1221486"/>
            <a:ext cx="747574" cy="2801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2776" y="1260728"/>
            <a:ext cx="1430527" cy="5372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94934" y="1225169"/>
            <a:ext cx="356488" cy="373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2166" y="1263269"/>
            <a:ext cx="629411" cy="2748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29194" y="1310005"/>
            <a:ext cx="755141" cy="19977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76055" y="1234439"/>
            <a:ext cx="768223" cy="39077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50693" y="1340992"/>
            <a:ext cx="372956" cy="38912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9754" y="2901188"/>
            <a:ext cx="335559" cy="2006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27022" y="2858642"/>
            <a:ext cx="224332" cy="2540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64733" y="2956432"/>
            <a:ext cx="322053" cy="1540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50414" y="2936113"/>
            <a:ext cx="920281" cy="3869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26128" y="2857626"/>
            <a:ext cx="969263" cy="2844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881879" y="2984500"/>
            <a:ext cx="365524" cy="32638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576189" y="2861055"/>
            <a:ext cx="332105" cy="393700"/>
          </a:xfrm>
          <a:custGeom>
            <a:avLst/>
            <a:gdLst/>
            <a:ahLst/>
            <a:cxnLst/>
            <a:rect l="l" t="t" r="r" b="b"/>
            <a:pathLst>
              <a:path w="332104" h="393700">
                <a:moveTo>
                  <a:pt x="9349" y="390054"/>
                </a:moveTo>
                <a:lnTo>
                  <a:pt x="15494" y="393700"/>
                </a:lnTo>
                <a:lnTo>
                  <a:pt x="19456" y="392938"/>
                </a:lnTo>
                <a:lnTo>
                  <a:pt x="16763" y="392429"/>
                </a:lnTo>
                <a:lnTo>
                  <a:pt x="14986" y="391160"/>
                </a:lnTo>
                <a:lnTo>
                  <a:pt x="9349" y="390054"/>
                </a:lnTo>
                <a:close/>
              </a:path>
              <a:path w="332104" h="393700">
                <a:moveTo>
                  <a:pt x="40894" y="364489"/>
                </a:moveTo>
                <a:lnTo>
                  <a:pt x="39578" y="367997"/>
                </a:lnTo>
                <a:lnTo>
                  <a:pt x="36104" y="380866"/>
                </a:lnTo>
                <a:lnTo>
                  <a:pt x="34162" y="387350"/>
                </a:lnTo>
                <a:lnTo>
                  <a:pt x="28701" y="391160"/>
                </a:lnTo>
                <a:lnTo>
                  <a:pt x="19456" y="392938"/>
                </a:lnTo>
                <a:lnTo>
                  <a:pt x="23495" y="393700"/>
                </a:lnTo>
                <a:lnTo>
                  <a:pt x="30987" y="392429"/>
                </a:lnTo>
                <a:lnTo>
                  <a:pt x="35687" y="387350"/>
                </a:lnTo>
                <a:lnTo>
                  <a:pt x="37591" y="384810"/>
                </a:lnTo>
                <a:lnTo>
                  <a:pt x="38481" y="383539"/>
                </a:lnTo>
                <a:lnTo>
                  <a:pt x="40512" y="381000"/>
                </a:lnTo>
                <a:lnTo>
                  <a:pt x="41021" y="381000"/>
                </a:lnTo>
                <a:lnTo>
                  <a:pt x="42163" y="378460"/>
                </a:lnTo>
                <a:lnTo>
                  <a:pt x="42672" y="378460"/>
                </a:lnTo>
                <a:lnTo>
                  <a:pt x="44450" y="375920"/>
                </a:lnTo>
                <a:lnTo>
                  <a:pt x="45847" y="374650"/>
                </a:lnTo>
                <a:lnTo>
                  <a:pt x="47625" y="372110"/>
                </a:lnTo>
                <a:lnTo>
                  <a:pt x="49275" y="369570"/>
                </a:lnTo>
                <a:lnTo>
                  <a:pt x="51562" y="367029"/>
                </a:lnTo>
                <a:lnTo>
                  <a:pt x="51943" y="365760"/>
                </a:lnTo>
                <a:lnTo>
                  <a:pt x="40639" y="365760"/>
                </a:lnTo>
                <a:lnTo>
                  <a:pt x="40894" y="364489"/>
                </a:lnTo>
                <a:close/>
              </a:path>
              <a:path w="332104" h="393700">
                <a:moveTo>
                  <a:pt x="45497" y="355600"/>
                </a:moveTo>
                <a:lnTo>
                  <a:pt x="25400" y="355600"/>
                </a:lnTo>
                <a:lnTo>
                  <a:pt x="23368" y="356870"/>
                </a:lnTo>
                <a:lnTo>
                  <a:pt x="20700" y="356870"/>
                </a:lnTo>
                <a:lnTo>
                  <a:pt x="19431" y="358139"/>
                </a:lnTo>
                <a:lnTo>
                  <a:pt x="9786" y="362024"/>
                </a:lnTo>
                <a:lnTo>
                  <a:pt x="8889" y="363220"/>
                </a:lnTo>
                <a:lnTo>
                  <a:pt x="7493" y="364489"/>
                </a:lnTo>
                <a:lnTo>
                  <a:pt x="6476" y="365760"/>
                </a:lnTo>
                <a:lnTo>
                  <a:pt x="3086" y="370280"/>
                </a:lnTo>
                <a:lnTo>
                  <a:pt x="3532" y="378460"/>
                </a:lnTo>
                <a:lnTo>
                  <a:pt x="3602" y="379729"/>
                </a:lnTo>
                <a:lnTo>
                  <a:pt x="14986" y="391160"/>
                </a:lnTo>
                <a:lnTo>
                  <a:pt x="16763" y="392429"/>
                </a:lnTo>
                <a:lnTo>
                  <a:pt x="39154" y="369570"/>
                </a:lnTo>
                <a:lnTo>
                  <a:pt x="38988" y="369570"/>
                </a:lnTo>
                <a:lnTo>
                  <a:pt x="40894" y="364489"/>
                </a:lnTo>
                <a:lnTo>
                  <a:pt x="41253" y="364489"/>
                </a:lnTo>
                <a:lnTo>
                  <a:pt x="44323" y="358139"/>
                </a:lnTo>
                <a:lnTo>
                  <a:pt x="44910" y="356870"/>
                </a:lnTo>
                <a:lnTo>
                  <a:pt x="23368" y="356870"/>
                </a:lnTo>
                <a:lnTo>
                  <a:pt x="24701" y="355788"/>
                </a:lnTo>
                <a:lnTo>
                  <a:pt x="45410" y="355788"/>
                </a:lnTo>
                <a:lnTo>
                  <a:pt x="45497" y="355600"/>
                </a:lnTo>
                <a:close/>
              </a:path>
              <a:path w="332104" h="393700">
                <a:moveTo>
                  <a:pt x="3733" y="381000"/>
                </a:moveTo>
                <a:lnTo>
                  <a:pt x="3810" y="383539"/>
                </a:lnTo>
                <a:lnTo>
                  <a:pt x="8630" y="390054"/>
                </a:lnTo>
                <a:lnTo>
                  <a:pt x="9255" y="390054"/>
                </a:lnTo>
                <a:lnTo>
                  <a:pt x="5714" y="384810"/>
                </a:lnTo>
                <a:lnTo>
                  <a:pt x="3733" y="381000"/>
                </a:lnTo>
                <a:close/>
              </a:path>
              <a:path w="332104" h="393700">
                <a:moveTo>
                  <a:pt x="3086" y="370280"/>
                </a:moveTo>
                <a:lnTo>
                  <a:pt x="2666" y="370839"/>
                </a:lnTo>
                <a:lnTo>
                  <a:pt x="2539" y="374650"/>
                </a:lnTo>
                <a:lnTo>
                  <a:pt x="2412" y="378460"/>
                </a:lnTo>
                <a:lnTo>
                  <a:pt x="3664" y="380866"/>
                </a:lnTo>
                <a:lnTo>
                  <a:pt x="3186" y="372110"/>
                </a:lnTo>
                <a:lnTo>
                  <a:pt x="3086" y="370280"/>
                </a:lnTo>
                <a:close/>
              </a:path>
              <a:path w="332104" h="393700">
                <a:moveTo>
                  <a:pt x="42672" y="378460"/>
                </a:moveTo>
                <a:lnTo>
                  <a:pt x="42163" y="378460"/>
                </a:lnTo>
                <a:lnTo>
                  <a:pt x="41783" y="379729"/>
                </a:lnTo>
                <a:lnTo>
                  <a:pt x="42672" y="378460"/>
                </a:lnTo>
                <a:close/>
              </a:path>
              <a:path w="332104" h="393700">
                <a:moveTo>
                  <a:pt x="9786" y="362024"/>
                </a:moveTo>
                <a:lnTo>
                  <a:pt x="6858" y="363220"/>
                </a:lnTo>
                <a:lnTo>
                  <a:pt x="3048" y="369570"/>
                </a:lnTo>
                <a:lnTo>
                  <a:pt x="3086" y="370280"/>
                </a:lnTo>
                <a:lnTo>
                  <a:pt x="6476" y="365760"/>
                </a:lnTo>
                <a:lnTo>
                  <a:pt x="7493" y="364489"/>
                </a:lnTo>
                <a:lnTo>
                  <a:pt x="8889" y="363220"/>
                </a:lnTo>
                <a:lnTo>
                  <a:pt x="9786" y="362024"/>
                </a:lnTo>
                <a:close/>
              </a:path>
              <a:path w="332104" h="393700">
                <a:moveTo>
                  <a:pt x="39497" y="368297"/>
                </a:moveTo>
                <a:lnTo>
                  <a:pt x="38988" y="369570"/>
                </a:lnTo>
                <a:lnTo>
                  <a:pt x="39154" y="369570"/>
                </a:lnTo>
                <a:lnTo>
                  <a:pt x="39497" y="368297"/>
                </a:lnTo>
                <a:close/>
              </a:path>
              <a:path w="332104" h="393700">
                <a:moveTo>
                  <a:pt x="41253" y="364489"/>
                </a:moveTo>
                <a:lnTo>
                  <a:pt x="40894" y="364489"/>
                </a:lnTo>
                <a:lnTo>
                  <a:pt x="40639" y="365760"/>
                </a:lnTo>
                <a:lnTo>
                  <a:pt x="41253" y="364489"/>
                </a:lnTo>
                <a:close/>
              </a:path>
              <a:path w="332104" h="393700">
                <a:moveTo>
                  <a:pt x="97705" y="314960"/>
                </a:moveTo>
                <a:lnTo>
                  <a:pt x="58800" y="314960"/>
                </a:lnTo>
                <a:lnTo>
                  <a:pt x="61849" y="316229"/>
                </a:lnTo>
                <a:lnTo>
                  <a:pt x="62484" y="318770"/>
                </a:lnTo>
                <a:lnTo>
                  <a:pt x="61722" y="320039"/>
                </a:lnTo>
                <a:lnTo>
                  <a:pt x="54990" y="334010"/>
                </a:lnTo>
                <a:lnTo>
                  <a:pt x="49022" y="347979"/>
                </a:lnTo>
                <a:lnTo>
                  <a:pt x="44323" y="358139"/>
                </a:lnTo>
                <a:lnTo>
                  <a:pt x="40639" y="365760"/>
                </a:lnTo>
                <a:lnTo>
                  <a:pt x="51943" y="365760"/>
                </a:lnTo>
                <a:lnTo>
                  <a:pt x="53975" y="363220"/>
                </a:lnTo>
                <a:lnTo>
                  <a:pt x="59562" y="355600"/>
                </a:lnTo>
                <a:lnTo>
                  <a:pt x="59182" y="355600"/>
                </a:lnTo>
                <a:lnTo>
                  <a:pt x="62102" y="353060"/>
                </a:lnTo>
                <a:lnTo>
                  <a:pt x="61722" y="353060"/>
                </a:lnTo>
                <a:lnTo>
                  <a:pt x="65659" y="347979"/>
                </a:lnTo>
                <a:lnTo>
                  <a:pt x="65405" y="347979"/>
                </a:lnTo>
                <a:lnTo>
                  <a:pt x="68762" y="344832"/>
                </a:lnTo>
                <a:lnTo>
                  <a:pt x="73787" y="339089"/>
                </a:lnTo>
                <a:lnTo>
                  <a:pt x="73533" y="339089"/>
                </a:lnTo>
                <a:lnTo>
                  <a:pt x="78486" y="334010"/>
                </a:lnTo>
                <a:lnTo>
                  <a:pt x="78232" y="334010"/>
                </a:lnTo>
                <a:lnTo>
                  <a:pt x="83565" y="328929"/>
                </a:lnTo>
                <a:lnTo>
                  <a:pt x="89281" y="322579"/>
                </a:lnTo>
                <a:lnTo>
                  <a:pt x="89026" y="322579"/>
                </a:lnTo>
                <a:lnTo>
                  <a:pt x="95503" y="316229"/>
                </a:lnTo>
                <a:lnTo>
                  <a:pt x="96477" y="316229"/>
                </a:lnTo>
                <a:lnTo>
                  <a:pt x="97705" y="314960"/>
                </a:lnTo>
                <a:close/>
              </a:path>
              <a:path w="332104" h="393700">
                <a:moveTo>
                  <a:pt x="26415" y="341629"/>
                </a:moveTo>
                <a:lnTo>
                  <a:pt x="21971" y="347979"/>
                </a:lnTo>
                <a:lnTo>
                  <a:pt x="20065" y="349250"/>
                </a:lnTo>
                <a:lnTo>
                  <a:pt x="18161" y="351789"/>
                </a:lnTo>
                <a:lnTo>
                  <a:pt x="16637" y="354329"/>
                </a:lnTo>
                <a:lnTo>
                  <a:pt x="16383" y="354329"/>
                </a:lnTo>
                <a:lnTo>
                  <a:pt x="13588" y="356870"/>
                </a:lnTo>
                <a:lnTo>
                  <a:pt x="13970" y="356870"/>
                </a:lnTo>
                <a:lnTo>
                  <a:pt x="12573" y="358139"/>
                </a:lnTo>
                <a:lnTo>
                  <a:pt x="10413" y="360679"/>
                </a:lnTo>
                <a:lnTo>
                  <a:pt x="10795" y="360679"/>
                </a:lnTo>
                <a:lnTo>
                  <a:pt x="9786" y="362024"/>
                </a:lnTo>
                <a:lnTo>
                  <a:pt x="19431" y="358139"/>
                </a:lnTo>
                <a:lnTo>
                  <a:pt x="20700" y="356870"/>
                </a:lnTo>
                <a:lnTo>
                  <a:pt x="24701" y="355788"/>
                </a:lnTo>
                <a:lnTo>
                  <a:pt x="28066" y="353060"/>
                </a:lnTo>
                <a:lnTo>
                  <a:pt x="29718" y="351789"/>
                </a:lnTo>
                <a:lnTo>
                  <a:pt x="32893" y="349250"/>
                </a:lnTo>
                <a:lnTo>
                  <a:pt x="32131" y="349250"/>
                </a:lnTo>
                <a:lnTo>
                  <a:pt x="38057" y="342900"/>
                </a:lnTo>
                <a:lnTo>
                  <a:pt x="26162" y="342900"/>
                </a:lnTo>
                <a:lnTo>
                  <a:pt x="26415" y="341629"/>
                </a:lnTo>
                <a:close/>
              </a:path>
              <a:path w="332104" h="393700">
                <a:moveTo>
                  <a:pt x="25400" y="355600"/>
                </a:moveTo>
                <a:lnTo>
                  <a:pt x="24701" y="355788"/>
                </a:lnTo>
                <a:lnTo>
                  <a:pt x="23368" y="356870"/>
                </a:lnTo>
                <a:lnTo>
                  <a:pt x="25400" y="355600"/>
                </a:lnTo>
                <a:close/>
              </a:path>
              <a:path w="332104" h="393700">
                <a:moveTo>
                  <a:pt x="58800" y="314960"/>
                </a:moveTo>
                <a:lnTo>
                  <a:pt x="56769" y="314960"/>
                </a:lnTo>
                <a:lnTo>
                  <a:pt x="55880" y="317500"/>
                </a:lnTo>
                <a:lnTo>
                  <a:pt x="47116" y="330200"/>
                </a:lnTo>
                <a:lnTo>
                  <a:pt x="38862" y="341629"/>
                </a:lnTo>
                <a:lnTo>
                  <a:pt x="39243" y="341629"/>
                </a:lnTo>
                <a:lnTo>
                  <a:pt x="32131" y="349250"/>
                </a:lnTo>
                <a:lnTo>
                  <a:pt x="32893" y="349250"/>
                </a:lnTo>
                <a:lnTo>
                  <a:pt x="29718" y="351789"/>
                </a:lnTo>
                <a:lnTo>
                  <a:pt x="28066" y="353060"/>
                </a:lnTo>
                <a:lnTo>
                  <a:pt x="24701" y="355788"/>
                </a:lnTo>
                <a:lnTo>
                  <a:pt x="25400" y="355600"/>
                </a:lnTo>
                <a:lnTo>
                  <a:pt x="45497" y="355600"/>
                </a:lnTo>
                <a:lnTo>
                  <a:pt x="49022" y="347979"/>
                </a:lnTo>
                <a:lnTo>
                  <a:pt x="54990" y="334010"/>
                </a:lnTo>
                <a:lnTo>
                  <a:pt x="61722" y="320039"/>
                </a:lnTo>
                <a:lnTo>
                  <a:pt x="62484" y="318770"/>
                </a:lnTo>
                <a:lnTo>
                  <a:pt x="61849" y="316229"/>
                </a:lnTo>
                <a:lnTo>
                  <a:pt x="58800" y="314960"/>
                </a:lnTo>
                <a:close/>
              </a:path>
              <a:path w="332104" h="393700">
                <a:moveTo>
                  <a:pt x="66333" y="347109"/>
                </a:moveTo>
                <a:lnTo>
                  <a:pt x="65405" y="347979"/>
                </a:lnTo>
                <a:lnTo>
                  <a:pt x="65659" y="347979"/>
                </a:lnTo>
                <a:lnTo>
                  <a:pt x="66333" y="347109"/>
                </a:lnTo>
                <a:close/>
              </a:path>
              <a:path w="332104" h="393700">
                <a:moveTo>
                  <a:pt x="286003" y="154939"/>
                </a:moveTo>
                <a:lnTo>
                  <a:pt x="270763" y="163829"/>
                </a:lnTo>
                <a:lnTo>
                  <a:pt x="261112" y="168910"/>
                </a:lnTo>
                <a:lnTo>
                  <a:pt x="250571" y="173989"/>
                </a:lnTo>
                <a:lnTo>
                  <a:pt x="225933" y="186689"/>
                </a:lnTo>
                <a:lnTo>
                  <a:pt x="211836" y="194310"/>
                </a:lnTo>
                <a:lnTo>
                  <a:pt x="211455" y="194310"/>
                </a:lnTo>
                <a:lnTo>
                  <a:pt x="197358" y="203200"/>
                </a:lnTo>
                <a:lnTo>
                  <a:pt x="197103" y="203200"/>
                </a:lnTo>
                <a:lnTo>
                  <a:pt x="184023" y="210820"/>
                </a:lnTo>
                <a:lnTo>
                  <a:pt x="156083" y="228600"/>
                </a:lnTo>
                <a:lnTo>
                  <a:pt x="155828" y="228600"/>
                </a:lnTo>
                <a:lnTo>
                  <a:pt x="142494" y="237489"/>
                </a:lnTo>
                <a:lnTo>
                  <a:pt x="142239" y="237489"/>
                </a:lnTo>
                <a:lnTo>
                  <a:pt x="130937" y="245110"/>
                </a:lnTo>
                <a:lnTo>
                  <a:pt x="130683" y="245110"/>
                </a:lnTo>
                <a:lnTo>
                  <a:pt x="118363" y="254000"/>
                </a:lnTo>
                <a:lnTo>
                  <a:pt x="118110" y="254000"/>
                </a:lnTo>
                <a:lnTo>
                  <a:pt x="107696" y="262889"/>
                </a:lnTo>
                <a:lnTo>
                  <a:pt x="107441" y="262889"/>
                </a:lnTo>
                <a:lnTo>
                  <a:pt x="98678" y="269239"/>
                </a:lnTo>
                <a:lnTo>
                  <a:pt x="98425" y="270510"/>
                </a:lnTo>
                <a:lnTo>
                  <a:pt x="89153" y="278129"/>
                </a:lnTo>
                <a:lnTo>
                  <a:pt x="88900" y="278129"/>
                </a:lnTo>
                <a:lnTo>
                  <a:pt x="80390" y="285750"/>
                </a:lnTo>
                <a:lnTo>
                  <a:pt x="80010" y="285750"/>
                </a:lnTo>
                <a:lnTo>
                  <a:pt x="72516" y="292100"/>
                </a:lnTo>
                <a:lnTo>
                  <a:pt x="65786" y="298450"/>
                </a:lnTo>
                <a:lnTo>
                  <a:pt x="65532" y="298450"/>
                </a:lnTo>
                <a:lnTo>
                  <a:pt x="53975" y="311150"/>
                </a:lnTo>
                <a:lnTo>
                  <a:pt x="48895" y="316229"/>
                </a:lnTo>
                <a:lnTo>
                  <a:pt x="48640" y="316229"/>
                </a:lnTo>
                <a:lnTo>
                  <a:pt x="39750" y="326389"/>
                </a:lnTo>
                <a:lnTo>
                  <a:pt x="35687" y="330200"/>
                </a:lnTo>
                <a:lnTo>
                  <a:pt x="35306" y="330200"/>
                </a:lnTo>
                <a:lnTo>
                  <a:pt x="32258" y="334010"/>
                </a:lnTo>
                <a:lnTo>
                  <a:pt x="31876" y="335279"/>
                </a:lnTo>
                <a:lnTo>
                  <a:pt x="29337" y="337820"/>
                </a:lnTo>
                <a:lnTo>
                  <a:pt x="26162" y="342900"/>
                </a:lnTo>
                <a:lnTo>
                  <a:pt x="38057" y="342900"/>
                </a:lnTo>
                <a:lnTo>
                  <a:pt x="39243" y="341629"/>
                </a:lnTo>
                <a:lnTo>
                  <a:pt x="38862" y="341629"/>
                </a:lnTo>
                <a:lnTo>
                  <a:pt x="47116" y="330200"/>
                </a:lnTo>
                <a:lnTo>
                  <a:pt x="55880" y="317500"/>
                </a:lnTo>
                <a:lnTo>
                  <a:pt x="56769" y="314960"/>
                </a:lnTo>
                <a:lnTo>
                  <a:pt x="97705" y="314960"/>
                </a:lnTo>
                <a:lnTo>
                  <a:pt x="102615" y="309879"/>
                </a:lnTo>
                <a:lnTo>
                  <a:pt x="102362" y="309879"/>
                </a:lnTo>
                <a:lnTo>
                  <a:pt x="110744" y="302260"/>
                </a:lnTo>
                <a:lnTo>
                  <a:pt x="111796" y="302260"/>
                </a:lnTo>
                <a:lnTo>
                  <a:pt x="119634" y="294639"/>
                </a:lnTo>
                <a:lnTo>
                  <a:pt x="120819" y="294639"/>
                </a:lnTo>
                <a:lnTo>
                  <a:pt x="127873" y="288416"/>
                </a:lnTo>
                <a:lnTo>
                  <a:pt x="127589" y="288416"/>
                </a:lnTo>
                <a:lnTo>
                  <a:pt x="138175" y="280670"/>
                </a:lnTo>
                <a:lnTo>
                  <a:pt x="137795" y="280670"/>
                </a:lnTo>
                <a:lnTo>
                  <a:pt x="149821" y="271900"/>
                </a:lnTo>
                <a:lnTo>
                  <a:pt x="149555" y="271900"/>
                </a:lnTo>
                <a:lnTo>
                  <a:pt x="160825" y="264160"/>
                </a:lnTo>
                <a:lnTo>
                  <a:pt x="160655" y="264160"/>
                </a:lnTo>
                <a:lnTo>
                  <a:pt x="173688" y="255387"/>
                </a:lnTo>
                <a:lnTo>
                  <a:pt x="173430" y="255387"/>
                </a:lnTo>
                <a:lnTo>
                  <a:pt x="187071" y="246379"/>
                </a:lnTo>
                <a:lnTo>
                  <a:pt x="200913" y="238760"/>
                </a:lnTo>
                <a:lnTo>
                  <a:pt x="213740" y="229870"/>
                </a:lnTo>
                <a:lnTo>
                  <a:pt x="215482" y="229870"/>
                </a:lnTo>
                <a:lnTo>
                  <a:pt x="227457" y="222250"/>
                </a:lnTo>
                <a:lnTo>
                  <a:pt x="226949" y="222250"/>
                </a:lnTo>
                <a:lnTo>
                  <a:pt x="240791" y="214629"/>
                </a:lnTo>
                <a:lnTo>
                  <a:pt x="253746" y="208279"/>
                </a:lnTo>
                <a:lnTo>
                  <a:pt x="265557" y="201929"/>
                </a:lnTo>
                <a:lnTo>
                  <a:pt x="276098" y="196850"/>
                </a:lnTo>
                <a:lnTo>
                  <a:pt x="285496" y="191770"/>
                </a:lnTo>
                <a:lnTo>
                  <a:pt x="293877" y="186689"/>
                </a:lnTo>
                <a:lnTo>
                  <a:pt x="294005" y="186689"/>
                </a:lnTo>
                <a:lnTo>
                  <a:pt x="300736" y="182879"/>
                </a:lnTo>
                <a:lnTo>
                  <a:pt x="301116" y="182879"/>
                </a:lnTo>
                <a:lnTo>
                  <a:pt x="306324" y="180339"/>
                </a:lnTo>
                <a:lnTo>
                  <a:pt x="306577" y="180339"/>
                </a:lnTo>
                <a:lnTo>
                  <a:pt x="310769" y="177800"/>
                </a:lnTo>
                <a:lnTo>
                  <a:pt x="311023" y="177800"/>
                </a:lnTo>
                <a:lnTo>
                  <a:pt x="314960" y="175260"/>
                </a:lnTo>
                <a:lnTo>
                  <a:pt x="315213" y="175260"/>
                </a:lnTo>
                <a:lnTo>
                  <a:pt x="317373" y="173989"/>
                </a:lnTo>
                <a:lnTo>
                  <a:pt x="312547" y="173989"/>
                </a:lnTo>
                <a:lnTo>
                  <a:pt x="305144" y="168547"/>
                </a:lnTo>
                <a:lnTo>
                  <a:pt x="301215" y="166423"/>
                </a:lnTo>
                <a:lnTo>
                  <a:pt x="299354" y="165020"/>
                </a:lnTo>
                <a:lnTo>
                  <a:pt x="295783" y="163829"/>
                </a:lnTo>
                <a:lnTo>
                  <a:pt x="292353" y="162560"/>
                </a:lnTo>
                <a:lnTo>
                  <a:pt x="289687" y="161289"/>
                </a:lnTo>
                <a:lnTo>
                  <a:pt x="284861" y="158750"/>
                </a:lnTo>
                <a:lnTo>
                  <a:pt x="281935" y="157479"/>
                </a:lnTo>
                <a:lnTo>
                  <a:pt x="330787" y="157479"/>
                </a:lnTo>
                <a:lnTo>
                  <a:pt x="330771" y="156210"/>
                </a:lnTo>
                <a:lnTo>
                  <a:pt x="285623" y="156210"/>
                </a:lnTo>
                <a:lnTo>
                  <a:pt x="286003" y="154939"/>
                </a:lnTo>
                <a:close/>
              </a:path>
              <a:path w="332104" h="393700">
                <a:moveTo>
                  <a:pt x="81788" y="330623"/>
                </a:moveTo>
                <a:lnTo>
                  <a:pt x="78232" y="334010"/>
                </a:lnTo>
                <a:lnTo>
                  <a:pt x="78486" y="334010"/>
                </a:lnTo>
                <a:lnTo>
                  <a:pt x="81788" y="330623"/>
                </a:lnTo>
                <a:close/>
              </a:path>
              <a:path w="332104" h="393700">
                <a:moveTo>
                  <a:pt x="91186" y="320463"/>
                </a:moveTo>
                <a:lnTo>
                  <a:pt x="89027" y="322579"/>
                </a:lnTo>
                <a:lnTo>
                  <a:pt x="89281" y="322579"/>
                </a:lnTo>
                <a:lnTo>
                  <a:pt x="91186" y="320463"/>
                </a:lnTo>
                <a:close/>
              </a:path>
              <a:path w="332104" h="393700">
                <a:moveTo>
                  <a:pt x="96477" y="316229"/>
                </a:moveTo>
                <a:lnTo>
                  <a:pt x="95503" y="316229"/>
                </a:lnTo>
                <a:lnTo>
                  <a:pt x="95250" y="317500"/>
                </a:lnTo>
                <a:lnTo>
                  <a:pt x="96477" y="316229"/>
                </a:lnTo>
                <a:close/>
              </a:path>
              <a:path w="332104" h="393700">
                <a:moveTo>
                  <a:pt x="104457" y="307975"/>
                </a:moveTo>
                <a:lnTo>
                  <a:pt x="102362" y="309879"/>
                </a:lnTo>
                <a:lnTo>
                  <a:pt x="102615" y="309879"/>
                </a:lnTo>
                <a:lnTo>
                  <a:pt x="104457" y="307975"/>
                </a:lnTo>
                <a:close/>
              </a:path>
              <a:path w="332104" h="393700">
                <a:moveTo>
                  <a:pt x="111796" y="302260"/>
                </a:moveTo>
                <a:lnTo>
                  <a:pt x="110744" y="302260"/>
                </a:lnTo>
                <a:lnTo>
                  <a:pt x="110489" y="303529"/>
                </a:lnTo>
                <a:lnTo>
                  <a:pt x="111796" y="302260"/>
                </a:lnTo>
                <a:close/>
              </a:path>
              <a:path w="332104" h="393700">
                <a:moveTo>
                  <a:pt x="120819" y="294639"/>
                </a:moveTo>
                <a:lnTo>
                  <a:pt x="119634" y="294639"/>
                </a:lnTo>
                <a:lnTo>
                  <a:pt x="119380" y="295910"/>
                </a:lnTo>
                <a:lnTo>
                  <a:pt x="120819" y="294639"/>
                </a:lnTo>
                <a:close/>
              </a:path>
              <a:path w="332104" h="393700">
                <a:moveTo>
                  <a:pt x="129249" y="287201"/>
                </a:moveTo>
                <a:lnTo>
                  <a:pt x="127589" y="288416"/>
                </a:lnTo>
                <a:lnTo>
                  <a:pt x="127873" y="288416"/>
                </a:lnTo>
                <a:lnTo>
                  <a:pt x="129249" y="287201"/>
                </a:lnTo>
                <a:close/>
              </a:path>
              <a:path w="332104" h="393700">
                <a:moveTo>
                  <a:pt x="153470" y="269239"/>
                </a:moveTo>
                <a:lnTo>
                  <a:pt x="149555" y="271900"/>
                </a:lnTo>
                <a:lnTo>
                  <a:pt x="149821" y="271900"/>
                </a:lnTo>
                <a:lnTo>
                  <a:pt x="153470" y="269239"/>
                </a:lnTo>
                <a:close/>
              </a:path>
              <a:path w="332104" h="393700">
                <a:moveTo>
                  <a:pt x="162667" y="262889"/>
                </a:moveTo>
                <a:lnTo>
                  <a:pt x="160655" y="264160"/>
                </a:lnTo>
                <a:lnTo>
                  <a:pt x="160825" y="264160"/>
                </a:lnTo>
                <a:lnTo>
                  <a:pt x="162667" y="262889"/>
                </a:lnTo>
                <a:close/>
              </a:path>
              <a:path w="332104" h="393700">
                <a:moveTo>
                  <a:pt x="187071" y="246379"/>
                </a:moveTo>
                <a:lnTo>
                  <a:pt x="173430" y="255387"/>
                </a:lnTo>
                <a:lnTo>
                  <a:pt x="173688" y="255387"/>
                </a:lnTo>
                <a:lnTo>
                  <a:pt x="187071" y="246379"/>
                </a:lnTo>
                <a:close/>
              </a:path>
              <a:path w="332104" h="393700">
                <a:moveTo>
                  <a:pt x="215482" y="229870"/>
                </a:moveTo>
                <a:lnTo>
                  <a:pt x="213740" y="229870"/>
                </a:lnTo>
                <a:lnTo>
                  <a:pt x="213487" y="231139"/>
                </a:lnTo>
                <a:lnTo>
                  <a:pt x="215482" y="229870"/>
                </a:lnTo>
                <a:close/>
              </a:path>
              <a:path w="332104" h="393700">
                <a:moveTo>
                  <a:pt x="305144" y="168547"/>
                </a:moveTo>
                <a:lnTo>
                  <a:pt x="312547" y="173989"/>
                </a:lnTo>
                <a:lnTo>
                  <a:pt x="318678" y="173114"/>
                </a:lnTo>
                <a:lnTo>
                  <a:pt x="323723" y="168910"/>
                </a:lnTo>
                <a:lnTo>
                  <a:pt x="305815" y="168910"/>
                </a:lnTo>
                <a:lnTo>
                  <a:pt x="305144" y="168547"/>
                </a:lnTo>
                <a:close/>
              </a:path>
              <a:path w="332104" h="393700">
                <a:moveTo>
                  <a:pt x="318678" y="173114"/>
                </a:moveTo>
                <a:lnTo>
                  <a:pt x="312547" y="173989"/>
                </a:lnTo>
                <a:lnTo>
                  <a:pt x="317626" y="173989"/>
                </a:lnTo>
                <a:lnTo>
                  <a:pt x="318678" y="173114"/>
                </a:lnTo>
                <a:close/>
              </a:path>
              <a:path w="332104" h="393700">
                <a:moveTo>
                  <a:pt x="325481" y="167905"/>
                </a:moveTo>
                <a:lnTo>
                  <a:pt x="323723" y="168910"/>
                </a:lnTo>
                <a:lnTo>
                  <a:pt x="318678" y="173114"/>
                </a:lnTo>
                <a:lnTo>
                  <a:pt x="321437" y="172720"/>
                </a:lnTo>
                <a:lnTo>
                  <a:pt x="325481" y="167905"/>
                </a:lnTo>
                <a:close/>
              </a:path>
              <a:path w="332104" h="393700">
                <a:moveTo>
                  <a:pt x="325704" y="167639"/>
                </a:moveTo>
                <a:lnTo>
                  <a:pt x="303911" y="167639"/>
                </a:lnTo>
                <a:lnTo>
                  <a:pt x="305815" y="168910"/>
                </a:lnTo>
                <a:lnTo>
                  <a:pt x="323723" y="168910"/>
                </a:lnTo>
                <a:lnTo>
                  <a:pt x="325481" y="167905"/>
                </a:lnTo>
                <a:lnTo>
                  <a:pt x="325704" y="167639"/>
                </a:lnTo>
                <a:close/>
              </a:path>
              <a:path w="332104" h="393700">
                <a:moveTo>
                  <a:pt x="330787" y="157479"/>
                </a:moveTo>
                <a:lnTo>
                  <a:pt x="281935" y="157479"/>
                </a:lnTo>
                <a:lnTo>
                  <a:pt x="284861" y="158750"/>
                </a:lnTo>
                <a:lnTo>
                  <a:pt x="289687" y="161289"/>
                </a:lnTo>
                <a:lnTo>
                  <a:pt x="292353" y="162560"/>
                </a:lnTo>
                <a:lnTo>
                  <a:pt x="295783" y="163829"/>
                </a:lnTo>
                <a:lnTo>
                  <a:pt x="299354" y="165020"/>
                </a:lnTo>
                <a:lnTo>
                  <a:pt x="301215" y="166423"/>
                </a:lnTo>
                <a:lnTo>
                  <a:pt x="305144" y="168547"/>
                </a:lnTo>
                <a:lnTo>
                  <a:pt x="303911" y="167639"/>
                </a:lnTo>
                <a:lnTo>
                  <a:pt x="325704" y="167639"/>
                </a:lnTo>
                <a:lnTo>
                  <a:pt x="326726" y="166423"/>
                </a:lnTo>
                <a:lnTo>
                  <a:pt x="329634" y="163575"/>
                </a:lnTo>
                <a:lnTo>
                  <a:pt x="330835" y="161289"/>
                </a:lnTo>
                <a:lnTo>
                  <a:pt x="330787" y="157479"/>
                </a:lnTo>
                <a:close/>
              </a:path>
              <a:path w="332104" h="393700">
                <a:moveTo>
                  <a:pt x="329501" y="163829"/>
                </a:moveTo>
                <a:lnTo>
                  <a:pt x="328154" y="165020"/>
                </a:lnTo>
                <a:lnTo>
                  <a:pt x="326726" y="166423"/>
                </a:lnTo>
                <a:lnTo>
                  <a:pt x="325481" y="167905"/>
                </a:lnTo>
                <a:lnTo>
                  <a:pt x="328075" y="166423"/>
                </a:lnTo>
                <a:lnTo>
                  <a:pt x="328803" y="165160"/>
                </a:lnTo>
                <a:lnTo>
                  <a:pt x="329501" y="163829"/>
                </a:lnTo>
                <a:close/>
              </a:path>
              <a:path w="332104" h="393700">
                <a:moveTo>
                  <a:pt x="330075" y="149924"/>
                </a:moveTo>
                <a:lnTo>
                  <a:pt x="330708" y="151129"/>
                </a:lnTo>
                <a:lnTo>
                  <a:pt x="330835" y="161289"/>
                </a:lnTo>
                <a:lnTo>
                  <a:pt x="329634" y="163575"/>
                </a:lnTo>
                <a:lnTo>
                  <a:pt x="331977" y="161289"/>
                </a:lnTo>
                <a:lnTo>
                  <a:pt x="332103" y="152521"/>
                </a:lnTo>
                <a:lnTo>
                  <a:pt x="331323" y="151447"/>
                </a:lnTo>
                <a:lnTo>
                  <a:pt x="330075" y="149924"/>
                </a:lnTo>
                <a:close/>
              </a:path>
              <a:path w="332104" h="393700">
                <a:moveTo>
                  <a:pt x="290540" y="152521"/>
                </a:moveTo>
                <a:lnTo>
                  <a:pt x="267278" y="152521"/>
                </a:lnTo>
                <a:lnTo>
                  <a:pt x="271525" y="153670"/>
                </a:lnTo>
                <a:lnTo>
                  <a:pt x="275589" y="154939"/>
                </a:lnTo>
                <a:lnTo>
                  <a:pt x="278891" y="156210"/>
                </a:lnTo>
                <a:lnTo>
                  <a:pt x="282066" y="157479"/>
                </a:lnTo>
                <a:lnTo>
                  <a:pt x="281649" y="157479"/>
                </a:lnTo>
                <a:lnTo>
                  <a:pt x="286003" y="154939"/>
                </a:lnTo>
                <a:lnTo>
                  <a:pt x="287316" y="154939"/>
                </a:lnTo>
                <a:lnTo>
                  <a:pt x="290540" y="152521"/>
                </a:lnTo>
                <a:close/>
              </a:path>
              <a:path w="332104" h="393700">
                <a:moveTo>
                  <a:pt x="287316" y="154939"/>
                </a:moveTo>
                <a:lnTo>
                  <a:pt x="286003" y="154939"/>
                </a:lnTo>
                <a:lnTo>
                  <a:pt x="285623" y="156210"/>
                </a:lnTo>
                <a:lnTo>
                  <a:pt x="287316" y="154939"/>
                </a:lnTo>
                <a:close/>
              </a:path>
              <a:path w="332104" h="393700">
                <a:moveTo>
                  <a:pt x="328030" y="147431"/>
                </a:moveTo>
                <a:lnTo>
                  <a:pt x="300166" y="147431"/>
                </a:lnTo>
                <a:lnTo>
                  <a:pt x="298196" y="148589"/>
                </a:lnTo>
                <a:lnTo>
                  <a:pt x="294259" y="151129"/>
                </a:lnTo>
                <a:lnTo>
                  <a:pt x="292481" y="151129"/>
                </a:lnTo>
                <a:lnTo>
                  <a:pt x="291972" y="151447"/>
                </a:lnTo>
                <a:lnTo>
                  <a:pt x="285623" y="156210"/>
                </a:lnTo>
                <a:lnTo>
                  <a:pt x="330771" y="156210"/>
                </a:lnTo>
                <a:lnTo>
                  <a:pt x="330708" y="151129"/>
                </a:lnTo>
                <a:lnTo>
                  <a:pt x="294259" y="151129"/>
                </a:lnTo>
                <a:lnTo>
                  <a:pt x="294500" y="149924"/>
                </a:lnTo>
                <a:lnTo>
                  <a:pt x="330075" y="149924"/>
                </a:lnTo>
                <a:lnTo>
                  <a:pt x="328030" y="147431"/>
                </a:lnTo>
                <a:close/>
              </a:path>
              <a:path w="332104" h="393700">
                <a:moveTo>
                  <a:pt x="294409" y="149924"/>
                </a:moveTo>
                <a:lnTo>
                  <a:pt x="261630" y="149924"/>
                </a:lnTo>
                <a:lnTo>
                  <a:pt x="266573" y="151129"/>
                </a:lnTo>
                <a:lnTo>
                  <a:pt x="266851" y="152521"/>
                </a:lnTo>
                <a:lnTo>
                  <a:pt x="290253" y="152521"/>
                </a:lnTo>
                <a:lnTo>
                  <a:pt x="294409" y="149924"/>
                </a:lnTo>
                <a:close/>
              </a:path>
              <a:path w="332104" h="393700">
                <a:moveTo>
                  <a:pt x="297052" y="130810"/>
                </a:moveTo>
                <a:lnTo>
                  <a:pt x="219583" y="130810"/>
                </a:lnTo>
                <a:lnTo>
                  <a:pt x="227584" y="134620"/>
                </a:lnTo>
                <a:lnTo>
                  <a:pt x="234877" y="137885"/>
                </a:lnTo>
                <a:lnTo>
                  <a:pt x="243586" y="142239"/>
                </a:lnTo>
                <a:lnTo>
                  <a:pt x="255768" y="147431"/>
                </a:lnTo>
                <a:lnTo>
                  <a:pt x="261254" y="149924"/>
                </a:lnTo>
                <a:lnTo>
                  <a:pt x="294500" y="149924"/>
                </a:lnTo>
                <a:lnTo>
                  <a:pt x="294259" y="151129"/>
                </a:lnTo>
                <a:lnTo>
                  <a:pt x="298196" y="148589"/>
                </a:lnTo>
                <a:lnTo>
                  <a:pt x="298675" y="148307"/>
                </a:lnTo>
                <a:lnTo>
                  <a:pt x="312854" y="138480"/>
                </a:lnTo>
                <a:lnTo>
                  <a:pt x="315041" y="138480"/>
                </a:lnTo>
                <a:lnTo>
                  <a:pt x="312927" y="137160"/>
                </a:lnTo>
                <a:lnTo>
                  <a:pt x="308863" y="135889"/>
                </a:lnTo>
                <a:lnTo>
                  <a:pt x="305181" y="133350"/>
                </a:lnTo>
                <a:lnTo>
                  <a:pt x="304926" y="133350"/>
                </a:lnTo>
                <a:lnTo>
                  <a:pt x="302006" y="132079"/>
                </a:lnTo>
                <a:lnTo>
                  <a:pt x="297052" y="130810"/>
                </a:lnTo>
                <a:close/>
              </a:path>
              <a:path w="332104" h="393700">
                <a:moveTo>
                  <a:pt x="325042" y="143786"/>
                </a:moveTo>
                <a:lnTo>
                  <a:pt x="330075" y="149924"/>
                </a:lnTo>
                <a:lnTo>
                  <a:pt x="328040" y="146050"/>
                </a:lnTo>
                <a:lnTo>
                  <a:pt x="325042" y="143786"/>
                </a:lnTo>
                <a:close/>
              </a:path>
              <a:path w="332104" h="393700">
                <a:moveTo>
                  <a:pt x="313278" y="138480"/>
                </a:moveTo>
                <a:lnTo>
                  <a:pt x="312854" y="138480"/>
                </a:lnTo>
                <a:lnTo>
                  <a:pt x="298675" y="148307"/>
                </a:lnTo>
                <a:lnTo>
                  <a:pt x="300166" y="147431"/>
                </a:lnTo>
                <a:lnTo>
                  <a:pt x="328030" y="147431"/>
                </a:lnTo>
                <a:lnTo>
                  <a:pt x="325042" y="143786"/>
                </a:lnTo>
                <a:lnTo>
                  <a:pt x="321310" y="140970"/>
                </a:lnTo>
                <a:lnTo>
                  <a:pt x="319659" y="140970"/>
                </a:lnTo>
                <a:lnTo>
                  <a:pt x="315704" y="138832"/>
                </a:lnTo>
                <a:lnTo>
                  <a:pt x="313278" y="138480"/>
                </a:lnTo>
                <a:close/>
              </a:path>
              <a:path w="332104" h="393700">
                <a:moveTo>
                  <a:pt x="315704" y="138832"/>
                </a:moveTo>
                <a:lnTo>
                  <a:pt x="319659" y="140970"/>
                </a:lnTo>
                <a:lnTo>
                  <a:pt x="321310" y="140970"/>
                </a:lnTo>
                <a:lnTo>
                  <a:pt x="325042" y="143786"/>
                </a:lnTo>
                <a:lnTo>
                  <a:pt x="321690" y="139700"/>
                </a:lnTo>
                <a:lnTo>
                  <a:pt x="315704" y="138832"/>
                </a:lnTo>
                <a:close/>
              </a:path>
              <a:path w="332104" h="393700">
                <a:moveTo>
                  <a:pt x="315053" y="138480"/>
                </a:moveTo>
                <a:lnTo>
                  <a:pt x="313278" y="138480"/>
                </a:lnTo>
                <a:lnTo>
                  <a:pt x="315704" y="138832"/>
                </a:lnTo>
                <a:lnTo>
                  <a:pt x="315053" y="138480"/>
                </a:lnTo>
                <a:close/>
              </a:path>
              <a:path w="332104" h="393700">
                <a:moveTo>
                  <a:pt x="20574" y="0"/>
                </a:moveTo>
                <a:lnTo>
                  <a:pt x="18034" y="0"/>
                </a:lnTo>
                <a:lnTo>
                  <a:pt x="5207" y="1270"/>
                </a:lnTo>
                <a:lnTo>
                  <a:pt x="3428" y="1270"/>
                </a:lnTo>
                <a:lnTo>
                  <a:pt x="1777" y="2539"/>
                </a:lnTo>
                <a:lnTo>
                  <a:pt x="1015" y="3810"/>
                </a:lnTo>
                <a:lnTo>
                  <a:pt x="126" y="5079"/>
                </a:lnTo>
                <a:lnTo>
                  <a:pt x="0" y="7620"/>
                </a:lnTo>
                <a:lnTo>
                  <a:pt x="762" y="8889"/>
                </a:lnTo>
                <a:lnTo>
                  <a:pt x="5334" y="19050"/>
                </a:lnTo>
                <a:lnTo>
                  <a:pt x="6350" y="20320"/>
                </a:lnTo>
                <a:lnTo>
                  <a:pt x="8000" y="22860"/>
                </a:lnTo>
                <a:lnTo>
                  <a:pt x="10160" y="24129"/>
                </a:lnTo>
                <a:lnTo>
                  <a:pt x="15001" y="26771"/>
                </a:lnTo>
                <a:lnTo>
                  <a:pt x="16636" y="27939"/>
                </a:lnTo>
                <a:lnTo>
                  <a:pt x="20163" y="30533"/>
                </a:lnTo>
                <a:lnTo>
                  <a:pt x="26924" y="34289"/>
                </a:lnTo>
                <a:lnTo>
                  <a:pt x="34671" y="39370"/>
                </a:lnTo>
                <a:lnTo>
                  <a:pt x="34925" y="39370"/>
                </a:lnTo>
                <a:lnTo>
                  <a:pt x="43941" y="44450"/>
                </a:lnTo>
                <a:lnTo>
                  <a:pt x="44323" y="44450"/>
                </a:lnTo>
                <a:lnTo>
                  <a:pt x="55499" y="50800"/>
                </a:lnTo>
                <a:lnTo>
                  <a:pt x="68452" y="58420"/>
                </a:lnTo>
                <a:lnTo>
                  <a:pt x="68580" y="58420"/>
                </a:lnTo>
                <a:lnTo>
                  <a:pt x="96774" y="73660"/>
                </a:lnTo>
                <a:lnTo>
                  <a:pt x="127000" y="88900"/>
                </a:lnTo>
                <a:lnTo>
                  <a:pt x="141350" y="95250"/>
                </a:lnTo>
                <a:lnTo>
                  <a:pt x="157318" y="102968"/>
                </a:lnTo>
                <a:lnTo>
                  <a:pt x="185420" y="115570"/>
                </a:lnTo>
                <a:lnTo>
                  <a:pt x="197612" y="121920"/>
                </a:lnTo>
                <a:lnTo>
                  <a:pt x="208787" y="127000"/>
                </a:lnTo>
                <a:lnTo>
                  <a:pt x="219328" y="130810"/>
                </a:lnTo>
                <a:lnTo>
                  <a:pt x="296799" y="130810"/>
                </a:lnTo>
                <a:lnTo>
                  <a:pt x="293624" y="129539"/>
                </a:lnTo>
                <a:lnTo>
                  <a:pt x="290322" y="127000"/>
                </a:lnTo>
                <a:lnTo>
                  <a:pt x="287020" y="127000"/>
                </a:lnTo>
                <a:lnTo>
                  <a:pt x="282956" y="124460"/>
                </a:lnTo>
                <a:lnTo>
                  <a:pt x="278130" y="123189"/>
                </a:lnTo>
                <a:lnTo>
                  <a:pt x="272374" y="120382"/>
                </a:lnTo>
                <a:lnTo>
                  <a:pt x="261747" y="116839"/>
                </a:lnTo>
                <a:lnTo>
                  <a:pt x="255777" y="114300"/>
                </a:lnTo>
                <a:lnTo>
                  <a:pt x="248285" y="110489"/>
                </a:lnTo>
                <a:lnTo>
                  <a:pt x="239522" y="106679"/>
                </a:lnTo>
                <a:lnTo>
                  <a:pt x="230720" y="102489"/>
                </a:lnTo>
                <a:lnTo>
                  <a:pt x="221234" y="99060"/>
                </a:lnTo>
                <a:lnTo>
                  <a:pt x="210185" y="93979"/>
                </a:lnTo>
                <a:lnTo>
                  <a:pt x="198120" y="88900"/>
                </a:lnTo>
                <a:lnTo>
                  <a:pt x="169672" y="74929"/>
                </a:lnTo>
                <a:lnTo>
                  <a:pt x="153924" y="68579"/>
                </a:lnTo>
                <a:lnTo>
                  <a:pt x="124713" y="54610"/>
                </a:lnTo>
                <a:lnTo>
                  <a:pt x="109855" y="46989"/>
                </a:lnTo>
                <a:lnTo>
                  <a:pt x="95631" y="40639"/>
                </a:lnTo>
                <a:lnTo>
                  <a:pt x="81661" y="33020"/>
                </a:lnTo>
                <a:lnTo>
                  <a:pt x="69164" y="26771"/>
                </a:lnTo>
                <a:lnTo>
                  <a:pt x="48895" y="15239"/>
                </a:lnTo>
                <a:lnTo>
                  <a:pt x="40894" y="11429"/>
                </a:lnTo>
                <a:lnTo>
                  <a:pt x="40766" y="11429"/>
                </a:lnTo>
                <a:lnTo>
                  <a:pt x="33655" y="6350"/>
                </a:lnTo>
                <a:lnTo>
                  <a:pt x="33274" y="6350"/>
                </a:lnTo>
                <a:lnTo>
                  <a:pt x="27812" y="3810"/>
                </a:lnTo>
                <a:lnTo>
                  <a:pt x="22733" y="1270"/>
                </a:lnTo>
                <a:lnTo>
                  <a:pt x="20574" y="0"/>
                </a:lnTo>
                <a:close/>
              </a:path>
              <a:path w="332104" h="393700">
                <a:moveTo>
                  <a:pt x="272374" y="120382"/>
                </a:moveTo>
                <a:lnTo>
                  <a:pt x="273128" y="120750"/>
                </a:lnTo>
                <a:lnTo>
                  <a:pt x="272948" y="120573"/>
                </a:lnTo>
                <a:lnTo>
                  <a:pt x="272374" y="120382"/>
                </a:lnTo>
                <a:close/>
              </a:path>
              <a:path w="332104" h="393700">
                <a:moveTo>
                  <a:pt x="230720" y="102489"/>
                </a:moveTo>
                <a:lnTo>
                  <a:pt x="231728" y="102968"/>
                </a:lnTo>
                <a:lnTo>
                  <a:pt x="232047" y="102968"/>
                </a:lnTo>
                <a:lnTo>
                  <a:pt x="230720" y="102489"/>
                </a:lnTo>
                <a:close/>
              </a:path>
              <a:path w="332104" h="393700">
                <a:moveTo>
                  <a:pt x="69397" y="26771"/>
                </a:moveTo>
                <a:lnTo>
                  <a:pt x="69186" y="26771"/>
                </a:lnTo>
                <a:lnTo>
                  <a:pt x="71500" y="27939"/>
                </a:lnTo>
                <a:lnTo>
                  <a:pt x="69397" y="26771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58280" y="2817748"/>
            <a:ext cx="1058290" cy="24257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88881" y="2903347"/>
            <a:ext cx="328120" cy="42037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182305" y="2789173"/>
            <a:ext cx="321868" cy="53877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830056" y="2755645"/>
            <a:ext cx="1269111" cy="41414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174407" y="2881502"/>
            <a:ext cx="206699" cy="45592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04456" y="4314316"/>
            <a:ext cx="392607" cy="3962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32792" y="4388358"/>
            <a:ext cx="157806" cy="22872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90673" y="4395215"/>
            <a:ext cx="381258" cy="18796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274189" y="4370832"/>
            <a:ext cx="888492" cy="2667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01624" y="5052695"/>
            <a:ext cx="455401" cy="34163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49028" y="5065140"/>
            <a:ext cx="654015" cy="2336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074854" y="5182870"/>
            <a:ext cx="359227" cy="100076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747645" y="5041010"/>
            <a:ext cx="832484" cy="46355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71626" y="5740463"/>
            <a:ext cx="379579" cy="36830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01999" y="5812523"/>
            <a:ext cx="606124" cy="20086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158619" y="5862408"/>
            <a:ext cx="480187" cy="16282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821558" y="5770384"/>
            <a:ext cx="882395" cy="25902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445375" y="4829428"/>
            <a:ext cx="327786" cy="29591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905966" y="4720844"/>
            <a:ext cx="465874" cy="41275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380988" y="4863465"/>
            <a:ext cx="321817" cy="24383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836825" y="4757420"/>
            <a:ext cx="470881" cy="42671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712078" y="5527370"/>
            <a:ext cx="410337" cy="429259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6344030" y="5611024"/>
            <a:ext cx="275590" cy="301625"/>
          </a:xfrm>
          <a:custGeom>
            <a:avLst/>
            <a:gdLst/>
            <a:ahLst/>
            <a:cxnLst/>
            <a:rect l="l" t="t" r="r" b="b"/>
            <a:pathLst>
              <a:path w="275590" h="301625">
                <a:moveTo>
                  <a:pt x="47214" y="266842"/>
                </a:moveTo>
                <a:lnTo>
                  <a:pt x="46736" y="267004"/>
                </a:lnTo>
                <a:lnTo>
                  <a:pt x="35179" y="271995"/>
                </a:lnTo>
                <a:lnTo>
                  <a:pt x="31369" y="280987"/>
                </a:lnTo>
                <a:lnTo>
                  <a:pt x="37243" y="297243"/>
                </a:lnTo>
                <a:lnTo>
                  <a:pt x="37390" y="297243"/>
                </a:lnTo>
                <a:lnTo>
                  <a:pt x="45974" y="301498"/>
                </a:lnTo>
                <a:lnTo>
                  <a:pt x="57078" y="298119"/>
                </a:lnTo>
                <a:lnTo>
                  <a:pt x="56896" y="298119"/>
                </a:lnTo>
                <a:lnTo>
                  <a:pt x="58039" y="297827"/>
                </a:lnTo>
                <a:lnTo>
                  <a:pt x="58271" y="297827"/>
                </a:lnTo>
                <a:lnTo>
                  <a:pt x="60706" y="297243"/>
                </a:lnTo>
                <a:lnTo>
                  <a:pt x="75184" y="284619"/>
                </a:lnTo>
                <a:lnTo>
                  <a:pt x="76955" y="282606"/>
                </a:lnTo>
                <a:lnTo>
                  <a:pt x="82677" y="276796"/>
                </a:lnTo>
                <a:lnTo>
                  <a:pt x="82931" y="276593"/>
                </a:lnTo>
                <a:lnTo>
                  <a:pt x="86868" y="272351"/>
                </a:lnTo>
                <a:lnTo>
                  <a:pt x="89977" y="268795"/>
                </a:lnTo>
                <a:lnTo>
                  <a:pt x="45339" y="268795"/>
                </a:lnTo>
                <a:lnTo>
                  <a:pt x="46143" y="267957"/>
                </a:lnTo>
                <a:lnTo>
                  <a:pt x="45974" y="267957"/>
                </a:lnTo>
                <a:lnTo>
                  <a:pt x="46164" y="267825"/>
                </a:lnTo>
                <a:lnTo>
                  <a:pt x="46741" y="267335"/>
                </a:lnTo>
                <a:lnTo>
                  <a:pt x="47214" y="266842"/>
                </a:lnTo>
                <a:close/>
              </a:path>
              <a:path w="275590" h="301625">
                <a:moveTo>
                  <a:pt x="57556" y="297974"/>
                </a:moveTo>
                <a:lnTo>
                  <a:pt x="56896" y="298119"/>
                </a:lnTo>
                <a:lnTo>
                  <a:pt x="57078" y="298119"/>
                </a:lnTo>
                <a:lnTo>
                  <a:pt x="57556" y="297974"/>
                </a:lnTo>
                <a:close/>
              </a:path>
              <a:path w="275590" h="301625">
                <a:moveTo>
                  <a:pt x="58223" y="297827"/>
                </a:moveTo>
                <a:lnTo>
                  <a:pt x="58039" y="297827"/>
                </a:lnTo>
                <a:lnTo>
                  <a:pt x="57556" y="297974"/>
                </a:lnTo>
                <a:lnTo>
                  <a:pt x="58223" y="297827"/>
                </a:lnTo>
                <a:close/>
              </a:path>
              <a:path w="275590" h="301625">
                <a:moveTo>
                  <a:pt x="90825" y="267825"/>
                </a:moveTo>
                <a:lnTo>
                  <a:pt x="46480" y="267825"/>
                </a:lnTo>
                <a:lnTo>
                  <a:pt x="45339" y="268795"/>
                </a:lnTo>
                <a:lnTo>
                  <a:pt x="89977" y="268795"/>
                </a:lnTo>
                <a:lnTo>
                  <a:pt x="90709" y="267957"/>
                </a:lnTo>
                <a:lnTo>
                  <a:pt x="90825" y="267825"/>
                </a:lnTo>
                <a:close/>
              </a:path>
              <a:path w="275590" h="301625">
                <a:moveTo>
                  <a:pt x="47445" y="267004"/>
                </a:moveTo>
                <a:lnTo>
                  <a:pt x="46871" y="267335"/>
                </a:lnTo>
                <a:lnTo>
                  <a:pt x="46270" y="267825"/>
                </a:lnTo>
                <a:lnTo>
                  <a:pt x="45546" y="268579"/>
                </a:lnTo>
                <a:lnTo>
                  <a:pt x="46325" y="267957"/>
                </a:lnTo>
                <a:lnTo>
                  <a:pt x="47445" y="267004"/>
                </a:lnTo>
                <a:close/>
              </a:path>
              <a:path w="275590" h="301625">
                <a:moveTo>
                  <a:pt x="46270" y="267825"/>
                </a:moveTo>
                <a:lnTo>
                  <a:pt x="45974" y="267957"/>
                </a:lnTo>
                <a:lnTo>
                  <a:pt x="46143" y="267957"/>
                </a:lnTo>
                <a:lnTo>
                  <a:pt x="46270" y="267825"/>
                </a:lnTo>
                <a:close/>
              </a:path>
              <a:path w="275590" h="301625">
                <a:moveTo>
                  <a:pt x="51054" y="265696"/>
                </a:moveTo>
                <a:lnTo>
                  <a:pt x="49276" y="266141"/>
                </a:lnTo>
                <a:lnTo>
                  <a:pt x="47214" y="266842"/>
                </a:lnTo>
                <a:lnTo>
                  <a:pt x="46270" y="267825"/>
                </a:lnTo>
                <a:lnTo>
                  <a:pt x="46871" y="267335"/>
                </a:lnTo>
                <a:lnTo>
                  <a:pt x="47582" y="266842"/>
                </a:lnTo>
                <a:lnTo>
                  <a:pt x="47380" y="266842"/>
                </a:lnTo>
                <a:lnTo>
                  <a:pt x="47958" y="266141"/>
                </a:lnTo>
                <a:lnTo>
                  <a:pt x="48479" y="266842"/>
                </a:lnTo>
                <a:lnTo>
                  <a:pt x="51054" y="265696"/>
                </a:lnTo>
                <a:close/>
              </a:path>
              <a:path w="275590" h="301625">
                <a:moveTo>
                  <a:pt x="48479" y="266842"/>
                </a:moveTo>
                <a:lnTo>
                  <a:pt x="47636" y="266842"/>
                </a:lnTo>
                <a:lnTo>
                  <a:pt x="46480" y="267825"/>
                </a:lnTo>
                <a:lnTo>
                  <a:pt x="46270" y="267825"/>
                </a:lnTo>
                <a:lnTo>
                  <a:pt x="48479" y="266842"/>
                </a:lnTo>
                <a:close/>
              </a:path>
              <a:path w="275590" h="301625">
                <a:moveTo>
                  <a:pt x="92654" y="265696"/>
                </a:moveTo>
                <a:lnTo>
                  <a:pt x="51054" y="265696"/>
                </a:lnTo>
                <a:lnTo>
                  <a:pt x="46270" y="267825"/>
                </a:lnTo>
                <a:lnTo>
                  <a:pt x="90805" y="267825"/>
                </a:lnTo>
                <a:lnTo>
                  <a:pt x="91313" y="267335"/>
                </a:lnTo>
                <a:lnTo>
                  <a:pt x="92654" y="265696"/>
                </a:lnTo>
                <a:close/>
              </a:path>
              <a:path w="275590" h="301625">
                <a:moveTo>
                  <a:pt x="221184" y="121312"/>
                </a:moveTo>
                <a:lnTo>
                  <a:pt x="215773" y="123723"/>
                </a:lnTo>
                <a:lnTo>
                  <a:pt x="214884" y="124091"/>
                </a:lnTo>
                <a:lnTo>
                  <a:pt x="208407" y="127393"/>
                </a:lnTo>
                <a:lnTo>
                  <a:pt x="208011" y="127635"/>
                </a:lnTo>
                <a:lnTo>
                  <a:pt x="201802" y="130975"/>
                </a:lnTo>
                <a:lnTo>
                  <a:pt x="194310" y="135242"/>
                </a:lnTo>
                <a:lnTo>
                  <a:pt x="187071" y="139827"/>
                </a:lnTo>
                <a:lnTo>
                  <a:pt x="186563" y="140119"/>
                </a:lnTo>
                <a:lnTo>
                  <a:pt x="178435" y="145630"/>
                </a:lnTo>
                <a:lnTo>
                  <a:pt x="178053" y="145846"/>
                </a:lnTo>
                <a:lnTo>
                  <a:pt x="171450" y="150596"/>
                </a:lnTo>
                <a:lnTo>
                  <a:pt x="171069" y="150850"/>
                </a:lnTo>
                <a:lnTo>
                  <a:pt x="162560" y="157187"/>
                </a:lnTo>
                <a:lnTo>
                  <a:pt x="153797" y="164274"/>
                </a:lnTo>
                <a:lnTo>
                  <a:pt x="153289" y="164642"/>
                </a:lnTo>
                <a:lnTo>
                  <a:pt x="136774" y="178981"/>
                </a:lnTo>
                <a:lnTo>
                  <a:pt x="121031" y="192112"/>
                </a:lnTo>
                <a:lnTo>
                  <a:pt x="120650" y="192481"/>
                </a:lnTo>
                <a:lnTo>
                  <a:pt x="112395" y="199885"/>
                </a:lnTo>
                <a:lnTo>
                  <a:pt x="91440" y="219557"/>
                </a:lnTo>
                <a:lnTo>
                  <a:pt x="85217" y="225488"/>
                </a:lnTo>
                <a:lnTo>
                  <a:pt x="79375" y="231584"/>
                </a:lnTo>
                <a:lnTo>
                  <a:pt x="78867" y="232067"/>
                </a:lnTo>
                <a:lnTo>
                  <a:pt x="73787" y="237731"/>
                </a:lnTo>
                <a:lnTo>
                  <a:pt x="73660" y="237909"/>
                </a:lnTo>
                <a:lnTo>
                  <a:pt x="69423" y="242773"/>
                </a:lnTo>
                <a:lnTo>
                  <a:pt x="66802" y="245872"/>
                </a:lnTo>
                <a:lnTo>
                  <a:pt x="62891" y="250125"/>
                </a:lnTo>
                <a:lnTo>
                  <a:pt x="62575" y="250397"/>
                </a:lnTo>
                <a:lnTo>
                  <a:pt x="52705" y="260502"/>
                </a:lnTo>
                <a:lnTo>
                  <a:pt x="51816" y="261391"/>
                </a:lnTo>
                <a:lnTo>
                  <a:pt x="50012" y="263613"/>
                </a:lnTo>
                <a:lnTo>
                  <a:pt x="49911" y="263766"/>
                </a:lnTo>
                <a:lnTo>
                  <a:pt x="47381" y="266842"/>
                </a:lnTo>
                <a:lnTo>
                  <a:pt x="47214" y="266842"/>
                </a:lnTo>
                <a:lnTo>
                  <a:pt x="49276" y="266141"/>
                </a:lnTo>
                <a:lnTo>
                  <a:pt x="51054" y="265696"/>
                </a:lnTo>
                <a:lnTo>
                  <a:pt x="92654" y="265696"/>
                </a:lnTo>
                <a:lnTo>
                  <a:pt x="94236" y="263766"/>
                </a:lnTo>
                <a:lnTo>
                  <a:pt x="98298" y="258902"/>
                </a:lnTo>
                <a:lnTo>
                  <a:pt x="103012" y="253497"/>
                </a:lnTo>
                <a:lnTo>
                  <a:pt x="107668" y="248601"/>
                </a:lnTo>
                <a:lnTo>
                  <a:pt x="108118" y="248213"/>
                </a:lnTo>
                <a:lnTo>
                  <a:pt x="113665" y="242773"/>
                </a:lnTo>
                <a:lnTo>
                  <a:pt x="119761" y="236943"/>
                </a:lnTo>
                <a:lnTo>
                  <a:pt x="126619" y="230555"/>
                </a:lnTo>
                <a:lnTo>
                  <a:pt x="131948" y="225488"/>
                </a:lnTo>
                <a:lnTo>
                  <a:pt x="141975" y="216311"/>
                </a:lnTo>
                <a:lnTo>
                  <a:pt x="157480" y="203238"/>
                </a:lnTo>
                <a:lnTo>
                  <a:pt x="157734" y="203047"/>
                </a:lnTo>
                <a:lnTo>
                  <a:pt x="165593" y="196215"/>
                </a:lnTo>
                <a:lnTo>
                  <a:pt x="204343" y="166255"/>
                </a:lnTo>
                <a:lnTo>
                  <a:pt x="232879" y="150444"/>
                </a:lnTo>
                <a:lnTo>
                  <a:pt x="233270" y="150245"/>
                </a:lnTo>
                <a:lnTo>
                  <a:pt x="233679" y="150075"/>
                </a:lnTo>
                <a:lnTo>
                  <a:pt x="243332" y="146469"/>
                </a:lnTo>
                <a:lnTo>
                  <a:pt x="247903" y="144602"/>
                </a:lnTo>
                <a:lnTo>
                  <a:pt x="248412" y="144348"/>
                </a:lnTo>
                <a:lnTo>
                  <a:pt x="255904" y="140830"/>
                </a:lnTo>
                <a:lnTo>
                  <a:pt x="258699" y="139433"/>
                </a:lnTo>
                <a:lnTo>
                  <a:pt x="270883" y="133591"/>
                </a:lnTo>
                <a:lnTo>
                  <a:pt x="249427" y="133591"/>
                </a:lnTo>
                <a:lnTo>
                  <a:pt x="246125" y="131445"/>
                </a:lnTo>
                <a:lnTo>
                  <a:pt x="245518" y="131165"/>
                </a:lnTo>
                <a:lnTo>
                  <a:pt x="244601" y="130644"/>
                </a:lnTo>
                <a:lnTo>
                  <a:pt x="243253" y="130086"/>
                </a:lnTo>
                <a:lnTo>
                  <a:pt x="242564" y="129832"/>
                </a:lnTo>
                <a:lnTo>
                  <a:pt x="236988" y="127635"/>
                </a:lnTo>
                <a:lnTo>
                  <a:pt x="232537" y="126034"/>
                </a:lnTo>
                <a:lnTo>
                  <a:pt x="229235" y="124764"/>
                </a:lnTo>
                <a:lnTo>
                  <a:pt x="228980" y="124625"/>
                </a:lnTo>
                <a:lnTo>
                  <a:pt x="225204" y="123058"/>
                </a:lnTo>
                <a:lnTo>
                  <a:pt x="221184" y="121312"/>
                </a:lnTo>
                <a:close/>
              </a:path>
              <a:path w="275590" h="301625">
                <a:moveTo>
                  <a:pt x="247194" y="129832"/>
                </a:moveTo>
                <a:lnTo>
                  <a:pt x="242697" y="129832"/>
                </a:lnTo>
                <a:lnTo>
                  <a:pt x="243253" y="130086"/>
                </a:lnTo>
                <a:lnTo>
                  <a:pt x="244601" y="130644"/>
                </a:lnTo>
                <a:lnTo>
                  <a:pt x="245246" y="130975"/>
                </a:lnTo>
                <a:lnTo>
                  <a:pt x="245518" y="131165"/>
                </a:lnTo>
                <a:lnTo>
                  <a:pt x="246125" y="131445"/>
                </a:lnTo>
                <a:lnTo>
                  <a:pt x="249427" y="133591"/>
                </a:lnTo>
                <a:lnTo>
                  <a:pt x="247194" y="129832"/>
                </a:lnTo>
                <a:close/>
              </a:path>
              <a:path w="275590" h="301625">
                <a:moveTo>
                  <a:pt x="267347" y="108572"/>
                </a:moveTo>
                <a:lnTo>
                  <a:pt x="251714" y="108572"/>
                </a:lnTo>
                <a:lnTo>
                  <a:pt x="243171" y="123058"/>
                </a:lnTo>
                <a:lnTo>
                  <a:pt x="249427" y="133591"/>
                </a:lnTo>
                <a:lnTo>
                  <a:pt x="270883" y="133591"/>
                </a:lnTo>
                <a:lnTo>
                  <a:pt x="271779" y="133159"/>
                </a:lnTo>
                <a:lnTo>
                  <a:pt x="275082" y="125183"/>
                </a:lnTo>
                <a:lnTo>
                  <a:pt x="272890" y="118148"/>
                </a:lnTo>
                <a:lnTo>
                  <a:pt x="272161" y="116116"/>
                </a:lnTo>
                <a:lnTo>
                  <a:pt x="270891" y="112141"/>
                </a:lnTo>
                <a:lnTo>
                  <a:pt x="267970" y="108877"/>
                </a:lnTo>
                <a:lnTo>
                  <a:pt x="267347" y="108572"/>
                </a:lnTo>
                <a:close/>
              </a:path>
              <a:path w="275590" h="301625">
                <a:moveTo>
                  <a:pt x="251714" y="108572"/>
                </a:moveTo>
                <a:lnTo>
                  <a:pt x="245491" y="111353"/>
                </a:lnTo>
                <a:lnTo>
                  <a:pt x="239522" y="114185"/>
                </a:lnTo>
                <a:lnTo>
                  <a:pt x="236093" y="115658"/>
                </a:lnTo>
                <a:lnTo>
                  <a:pt x="234014" y="116497"/>
                </a:lnTo>
                <a:lnTo>
                  <a:pt x="232410" y="117119"/>
                </a:lnTo>
                <a:lnTo>
                  <a:pt x="221615" y="121132"/>
                </a:lnTo>
                <a:lnTo>
                  <a:pt x="221184" y="121312"/>
                </a:lnTo>
                <a:lnTo>
                  <a:pt x="225204" y="123058"/>
                </a:lnTo>
                <a:lnTo>
                  <a:pt x="228980" y="124625"/>
                </a:lnTo>
                <a:lnTo>
                  <a:pt x="229235" y="124764"/>
                </a:lnTo>
                <a:lnTo>
                  <a:pt x="232537" y="126034"/>
                </a:lnTo>
                <a:lnTo>
                  <a:pt x="236988" y="127635"/>
                </a:lnTo>
                <a:lnTo>
                  <a:pt x="243204" y="130086"/>
                </a:lnTo>
                <a:lnTo>
                  <a:pt x="242697" y="129832"/>
                </a:lnTo>
                <a:lnTo>
                  <a:pt x="247194" y="129832"/>
                </a:lnTo>
                <a:lnTo>
                  <a:pt x="243648" y="123863"/>
                </a:lnTo>
                <a:lnTo>
                  <a:pt x="242697" y="123863"/>
                </a:lnTo>
                <a:lnTo>
                  <a:pt x="242570" y="122047"/>
                </a:lnTo>
                <a:lnTo>
                  <a:pt x="243767" y="122047"/>
                </a:lnTo>
                <a:lnTo>
                  <a:pt x="251714" y="108572"/>
                </a:lnTo>
                <a:close/>
              </a:path>
              <a:path w="275590" h="301625">
                <a:moveTo>
                  <a:pt x="243171" y="123058"/>
                </a:moveTo>
                <a:lnTo>
                  <a:pt x="242779" y="123723"/>
                </a:lnTo>
                <a:lnTo>
                  <a:pt x="242697" y="123863"/>
                </a:lnTo>
                <a:lnTo>
                  <a:pt x="243648" y="123863"/>
                </a:lnTo>
                <a:lnTo>
                  <a:pt x="243171" y="123058"/>
                </a:lnTo>
                <a:close/>
              </a:path>
              <a:path w="275590" h="301625">
                <a:moveTo>
                  <a:pt x="242570" y="122047"/>
                </a:moveTo>
                <a:lnTo>
                  <a:pt x="242687" y="123723"/>
                </a:lnTo>
                <a:lnTo>
                  <a:pt x="242996" y="123355"/>
                </a:lnTo>
                <a:lnTo>
                  <a:pt x="243171" y="123058"/>
                </a:lnTo>
                <a:lnTo>
                  <a:pt x="242570" y="122047"/>
                </a:lnTo>
                <a:close/>
              </a:path>
              <a:path w="275590" h="301625">
                <a:moveTo>
                  <a:pt x="243767" y="122047"/>
                </a:moveTo>
                <a:lnTo>
                  <a:pt x="242570" y="122047"/>
                </a:lnTo>
                <a:lnTo>
                  <a:pt x="243171" y="123058"/>
                </a:lnTo>
                <a:lnTo>
                  <a:pt x="243767" y="122047"/>
                </a:lnTo>
                <a:close/>
              </a:path>
              <a:path w="275590" h="301625">
                <a:moveTo>
                  <a:pt x="3810" y="0"/>
                </a:moveTo>
                <a:lnTo>
                  <a:pt x="2032" y="939"/>
                </a:lnTo>
                <a:lnTo>
                  <a:pt x="0" y="4241"/>
                </a:lnTo>
                <a:lnTo>
                  <a:pt x="0" y="6324"/>
                </a:lnTo>
                <a:lnTo>
                  <a:pt x="21971" y="29146"/>
                </a:lnTo>
                <a:lnTo>
                  <a:pt x="22098" y="29286"/>
                </a:lnTo>
                <a:lnTo>
                  <a:pt x="27432" y="32943"/>
                </a:lnTo>
                <a:lnTo>
                  <a:pt x="27813" y="33147"/>
                </a:lnTo>
                <a:lnTo>
                  <a:pt x="34544" y="37528"/>
                </a:lnTo>
                <a:lnTo>
                  <a:pt x="34925" y="37706"/>
                </a:lnTo>
                <a:lnTo>
                  <a:pt x="42291" y="42125"/>
                </a:lnTo>
                <a:lnTo>
                  <a:pt x="50258" y="46530"/>
                </a:lnTo>
                <a:lnTo>
                  <a:pt x="87122" y="65036"/>
                </a:lnTo>
                <a:lnTo>
                  <a:pt x="122047" y="80568"/>
                </a:lnTo>
                <a:lnTo>
                  <a:pt x="132588" y="85331"/>
                </a:lnTo>
                <a:lnTo>
                  <a:pt x="141605" y="89496"/>
                </a:lnTo>
                <a:lnTo>
                  <a:pt x="160274" y="97815"/>
                </a:lnTo>
                <a:lnTo>
                  <a:pt x="168910" y="101396"/>
                </a:lnTo>
                <a:lnTo>
                  <a:pt x="209423" y="116497"/>
                </a:lnTo>
                <a:lnTo>
                  <a:pt x="213614" y="118148"/>
                </a:lnTo>
                <a:lnTo>
                  <a:pt x="218186" y="120040"/>
                </a:lnTo>
                <a:lnTo>
                  <a:pt x="221184" y="121312"/>
                </a:lnTo>
                <a:lnTo>
                  <a:pt x="221615" y="121132"/>
                </a:lnTo>
                <a:lnTo>
                  <a:pt x="239443" y="114185"/>
                </a:lnTo>
                <a:lnTo>
                  <a:pt x="242443" y="112801"/>
                </a:lnTo>
                <a:lnTo>
                  <a:pt x="245491" y="111353"/>
                </a:lnTo>
                <a:lnTo>
                  <a:pt x="251714" y="108572"/>
                </a:lnTo>
                <a:lnTo>
                  <a:pt x="267347" y="108572"/>
                </a:lnTo>
                <a:lnTo>
                  <a:pt x="264287" y="107073"/>
                </a:lnTo>
                <a:lnTo>
                  <a:pt x="242443" y="98717"/>
                </a:lnTo>
                <a:lnTo>
                  <a:pt x="239268" y="97586"/>
                </a:lnTo>
                <a:lnTo>
                  <a:pt x="236895" y="96672"/>
                </a:lnTo>
                <a:lnTo>
                  <a:pt x="233045" y="95072"/>
                </a:lnTo>
                <a:lnTo>
                  <a:pt x="224027" y="91541"/>
                </a:lnTo>
                <a:lnTo>
                  <a:pt x="219455" y="89814"/>
                </a:lnTo>
                <a:lnTo>
                  <a:pt x="219308" y="89814"/>
                </a:lnTo>
                <a:lnTo>
                  <a:pt x="178641" y="75256"/>
                </a:lnTo>
                <a:lnTo>
                  <a:pt x="171197" y="72301"/>
                </a:lnTo>
                <a:lnTo>
                  <a:pt x="162687" y="68783"/>
                </a:lnTo>
                <a:lnTo>
                  <a:pt x="132715" y="55880"/>
                </a:lnTo>
                <a:lnTo>
                  <a:pt x="110707" y="46930"/>
                </a:lnTo>
                <a:lnTo>
                  <a:pt x="98158" y="41506"/>
                </a:lnTo>
                <a:lnTo>
                  <a:pt x="97931" y="41370"/>
                </a:lnTo>
                <a:lnTo>
                  <a:pt x="88265" y="37007"/>
                </a:lnTo>
                <a:lnTo>
                  <a:pt x="46355" y="17145"/>
                </a:lnTo>
                <a:lnTo>
                  <a:pt x="28702" y="7340"/>
                </a:lnTo>
                <a:lnTo>
                  <a:pt x="26782" y="6324"/>
                </a:lnTo>
                <a:lnTo>
                  <a:pt x="24638" y="5130"/>
                </a:lnTo>
                <a:lnTo>
                  <a:pt x="24257" y="4965"/>
                </a:lnTo>
                <a:lnTo>
                  <a:pt x="18288" y="1955"/>
                </a:lnTo>
                <a:lnTo>
                  <a:pt x="14775" y="939"/>
                </a:lnTo>
                <a:lnTo>
                  <a:pt x="381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760400" y="5560517"/>
            <a:ext cx="454342" cy="419100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7443723" y="5633872"/>
            <a:ext cx="281940" cy="283210"/>
          </a:xfrm>
          <a:custGeom>
            <a:avLst/>
            <a:gdLst/>
            <a:ahLst/>
            <a:cxnLst/>
            <a:rect l="l" t="t" r="r" b="b"/>
            <a:pathLst>
              <a:path w="281940" h="283210">
                <a:moveTo>
                  <a:pt x="221155" y="128408"/>
                </a:moveTo>
                <a:lnTo>
                  <a:pt x="214502" y="131279"/>
                </a:lnTo>
                <a:lnTo>
                  <a:pt x="213995" y="131483"/>
                </a:lnTo>
                <a:lnTo>
                  <a:pt x="202565" y="136829"/>
                </a:lnTo>
                <a:lnTo>
                  <a:pt x="201802" y="137160"/>
                </a:lnTo>
                <a:lnTo>
                  <a:pt x="189992" y="143357"/>
                </a:lnTo>
                <a:lnTo>
                  <a:pt x="176656" y="150977"/>
                </a:lnTo>
                <a:lnTo>
                  <a:pt x="176402" y="151104"/>
                </a:lnTo>
                <a:lnTo>
                  <a:pt x="165139" y="157810"/>
                </a:lnTo>
                <a:lnTo>
                  <a:pt x="152526" y="165150"/>
                </a:lnTo>
                <a:lnTo>
                  <a:pt x="141731" y="171551"/>
                </a:lnTo>
                <a:lnTo>
                  <a:pt x="141097" y="171945"/>
                </a:lnTo>
                <a:lnTo>
                  <a:pt x="129412" y="179641"/>
                </a:lnTo>
                <a:lnTo>
                  <a:pt x="119379" y="186766"/>
                </a:lnTo>
                <a:lnTo>
                  <a:pt x="101219" y="200279"/>
                </a:lnTo>
                <a:lnTo>
                  <a:pt x="94360" y="205257"/>
                </a:lnTo>
                <a:lnTo>
                  <a:pt x="93979" y="205511"/>
                </a:lnTo>
                <a:lnTo>
                  <a:pt x="84962" y="212521"/>
                </a:lnTo>
                <a:lnTo>
                  <a:pt x="79121" y="217487"/>
                </a:lnTo>
                <a:lnTo>
                  <a:pt x="78740" y="217728"/>
                </a:lnTo>
                <a:lnTo>
                  <a:pt x="73659" y="222262"/>
                </a:lnTo>
                <a:lnTo>
                  <a:pt x="73278" y="222580"/>
                </a:lnTo>
                <a:lnTo>
                  <a:pt x="67055" y="228434"/>
                </a:lnTo>
                <a:lnTo>
                  <a:pt x="63480" y="232277"/>
                </a:lnTo>
                <a:lnTo>
                  <a:pt x="62610" y="233172"/>
                </a:lnTo>
                <a:lnTo>
                  <a:pt x="59308" y="237248"/>
                </a:lnTo>
                <a:lnTo>
                  <a:pt x="49022" y="263474"/>
                </a:lnTo>
                <a:lnTo>
                  <a:pt x="50037" y="267385"/>
                </a:lnTo>
                <a:lnTo>
                  <a:pt x="58927" y="280720"/>
                </a:lnTo>
                <a:lnTo>
                  <a:pt x="68072" y="282702"/>
                </a:lnTo>
                <a:lnTo>
                  <a:pt x="75183" y="278307"/>
                </a:lnTo>
                <a:lnTo>
                  <a:pt x="79628" y="275475"/>
                </a:lnTo>
                <a:lnTo>
                  <a:pt x="85598" y="271907"/>
                </a:lnTo>
                <a:lnTo>
                  <a:pt x="88770" y="269798"/>
                </a:lnTo>
                <a:lnTo>
                  <a:pt x="88981" y="269607"/>
                </a:lnTo>
                <a:lnTo>
                  <a:pt x="89534" y="269290"/>
                </a:lnTo>
                <a:lnTo>
                  <a:pt x="89740" y="269290"/>
                </a:lnTo>
                <a:lnTo>
                  <a:pt x="92450" y="268033"/>
                </a:lnTo>
                <a:lnTo>
                  <a:pt x="81152" y="268033"/>
                </a:lnTo>
                <a:lnTo>
                  <a:pt x="81553" y="266242"/>
                </a:lnTo>
                <a:lnTo>
                  <a:pt x="81636" y="265873"/>
                </a:lnTo>
                <a:lnTo>
                  <a:pt x="81751" y="265359"/>
                </a:lnTo>
                <a:lnTo>
                  <a:pt x="73151" y="251421"/>
                </a:lnTo>
                <a:lnTo>
                  <a:pt x="92358" y="251421"/>
                </a:lnTo>
                <a:lnTo>
                  <a:pt x="96647" y="247332"/>
                </a:lnTo>
                <a:lnTo>
                  <a:pt x="99073" y="245237"/>
                </a:lnTo>
                <a:lnTo>
                  <a:pt x="101473" y="243065"/>
                </a:lnTo>
                <a:lnTo>
                  <a:pt x="106369" y="238874"/>
                </a:lnTo>
                <a:lnTo>
                  <a:pt x="106583" y="238658"/>
                </a:lnTo>
                <a:lnTo>
                  <a:pt x="117208" y="230472"/>
                </a:lnTo>
                <a:lnTo>
                  <a:pt x="130048" y="220941"/>
                </a:lnTo>
                <a:lnTo>
                  <a:pt x="139877" y="213536"/>
                </a:lnTo>
                <a:lnTo>
                  <a:pt x="148796" y="207241"/>
                </a:lnTo>
                <a:lnTo>
                  <a:pt x="159061" y="200469"/>
                </a:lnTo>
                <a:lnTo>
                  <a:pt x="159321" y="200279"/>
                </a:lnTo>
                <a:lnTo>
                  <a:pt x="193741" y="179791"/>
                </a:lnTo>
                <a:lnTo>
                  <a:pt x="237158" y="157810"/>
                </a:lnTo>
                <a:lnTo>
                  <a:pt x="263259" y="147561"/>
                </a:lnTo>
                <a:lnTo>
                  <a:pt x="262000" y="147561"/>
                </a:lnTo>
                <a:lnTo>
                  <a:pt x="225425" y="130175"/>
                </a:lnTo>
                <a:lnTo>
                  <a:pt x="221155" y="128408"/>
                </a:lnTo>
                <a:close/>
              </a:path>
              <a:path w="281940" h="283210">
                <a:moveTo>
                  <a:pt x="89740" y="269290"/>
                </a:moveTo>
                <a:lnTo>
                  <a:pt x="89534" y="269290"/>
                </a:lnTo>
                <a:lnTo>
                  <a:pt x="89058" y="269607"/>
                </a:lnTo>
                <a:lnTo>
                  <a:pt x="89740" y="269290"/>
                </a:lnTo>
                <a:close/>
              </a:path>
              <a:path w="281940" h="283210">
                <a:moveTo>
                  <a:pt x="81751" y="265359"/>
                </a:moveTo>
                <a:lnTo>
                  <a:pt x="81152" y="268033"/>
                </a:lnTo>
                <a:lnTo>
                  <a:pt x="82068" y="265873"/>
                </a:lnTo>
                <a:lnTo>
                  <a:pt x="81751" y="265359"/>
                </a:lnTo>
                <a:close/>
              </a:path>
              <a:path w="281940" h="283210">
                <a:moveTo>
                  <a:pt x="82068" y="265873"/>
                </a:moveTo>
                <a:lnTo>
                  <a:pt x="81152" y="268033"/>
                </a:lnTo>
                <a:lnTo>
                  <a:pt x="92450" y="268033"/>
                </a:lnTo>
                <a:lnTo>
                  <a:pt x="94996" y="266852"/>
                </a:lnTo>
                <a:lnTo>
                  <a:pt x="96223" y="266242"/>
                </a:lnTo>
                <a:lnTo>
                  <a:pt x="82296" y="266242"/>
                </a:lnTo>
                <a:lnTo>
                  <a:pt x="82068" y="265873"/>
                </a:lnTo>
                <a:close/>
              </a:path>
              <a:path w="281940" h="283210">
                <a:moveTo>
                  <a:pt x="82324" y="265359"/>
                </a:moveTo>
                <a:lnTo>
                  <a:pt x="82068" y="265873"/>
                </a:lnTo>
                <a:lnTo>
                  <a:pt x="82296" y="266242"/>
                </a:lnTo>
                <a:lnTo>
                  <a:pt x="82324" y="265359"/>
                </a:lnTo>
                <a:close/>
              </a:path>
              <a:path w="281940" h="283210">
                <a:moveTo>
                  <a:pt x="104316" y="256235"/>
                </a:moveTo>
                <a:lnTo>
                  <a:pt x="87873" y="256235"/>
                </a:lnTo>
                <a:lnTo>
                  <a:pt x="86976" y="257302"/>
                </a:lnTo>
                <a:lnTo>
                  <a:pt x="86741" y="257479"/>
                </a:lnTo>
                <a:lnTo>
                  <a:pt x="85082" y="259994"/>
                </a:lnTo>
                <a:lnTo>
                  <a:pt x="84327" y="261010"/>
                </a:lnTo>
                <a:lnTo>
                  <a:pt x="83558" y="262356"/>
                </a:lnTo>
                <a:lnTo>
                  <a:pt x="83084" y="263474"/>
                </a:lnTo>
                <a:lnTo>
                  <a:pt x="82324" y="265359"/>
                </a:lnTo>
                <a:lnTo>
                  <a:pt x="82296" y="266242"/>
                </a:lnTo>
                <a:lnTo>
                  <a:pt x="96223" y="266242"/>
                </a:lnTo>
                <a:lnTo>
                  <a:pt x="102743" y="263004"/>
                </a:lnTo>
                <a:lnTo>
                  <a:pt x="104002" y="262356"/>
                </a:lnTo>
                <a:lnTo>
                  <a:pt x="104407" y="262356"/>
                </a:lnTo>
                <a:lnTo>
                  <a:pt x="105409" y="259994"/>
                </a:lnTo>
                <a:lnTo>
                  <a:pt x="104901" y="258038"/>
                </a:lnTo>
                <a:lnTo>
                  <a:pt x="104424" y="256566"/>
                </a:lnTo>
                <a:lnTo>
                  <a:pt x="104316" y="256235"/>
                </a:lnTo>
                <a:close/>
              </a:path>
              <a:path w="281940" h="283210">
                <a:moveTo>
                  <a:pt x="82401" y="263004"/>
                </a:moveTo>
                <a:lnTo>
                  <a:pt x="82172" y="263474"/>
                </a:lnTo>
                <a:lnTo>
                  <a:pt x="81751" y="265359"/>
                </a:lnTo>
                <a:lnTo>
                  <a:pt x="82068" y="265873"/>
                </a:lnTo>
                <a:lnTo>
                  <a:pt x="82285" y="265359"/>
                </a:lnTo>
                <a:lnTo>
                  <a:pt x="82401" y="263004"/>
                </a:lnTo>
                <a:close/>
              </a:path>
              <a:path w="281940" h="283210">
                <a:moveTo>
                  <a:pt x="73151" y="251421"/>
                </a:moveTo>
                <a:lnTo>
                  <a:pt x="81751" y="265359"/>
                </a:lnTo>
                <a:lnTo>
                  <a:pt x="82423" y="262356"/>
                </a:lnTo>
                <a:lnTo>
                  <a:pt x="83524" y="262356"/>
                </a:lnTo>
                <a:lnTo>
                  <a:pt x="85777" y="258940"/>
                </a:lnTo>
                <a:lnTo>
                  <a:pt x="85598" y="258940"/>
                </a:lnTo>
                <a:lnTo>
                  <a:pt x="86741" y="257479"/>
                </a:lnTo>
                <a:lnTo>
                  <a:pt x="86976" y="257302"/>
                </a:lnTo>
                <a:lnTo>
                  <a:pt x="87594" y="256566"/>
                </a:lnTo>
                <a:lnTo>
                  <a:pt x="85598" y="256235"/>
                </a:lnTo>
                <a:lnTo>
                  <a:pt x="86437" y="256235"/>
                </a:lnTo>
                <a:lnTo>
                  <a:pt x="82930" y="255231"/>
                </a:lnTo>
                <a:lnTo>
                  <a:pt x="81983" y="254863"/>
                </a:lnTo>
                <a:lnTo>
                  <a:pt x="78229" y="253568"/>
                </a:lnTo>
                <a:lnTo>
                  <a:pt x="77977" y="253568"/>
                </a:lnTo>
                <a:lnTo>
                  <a:pt x="73151" y="251421"/>
                </a:lnTo>
                <a:close/>
              </a:path>
              <a:path w="281940" h="283210">
                <a:moveTo>
                  <a:pt x="83544" y="262356"/>
                </a:moveTo>
                <a:lnTo>
                  <a:pt x="82423" y="262356"/>
                </a:lnTo>
                <a:lnTo>
                  <a:pt x="82324" y="265359"/>
                </a:lnTo>
                <a:lnTo>
                  <a:pt x="83267" y="263004"/>
                </a:lnTo>
                <a:lnTo>
                  <a:pt x="83544" y="262356"/>
                </a:lnTo>
                <a:close/>
              </a:path>
              <a:path w="281940" h="283210">
                <a:moveTo>
                  <a:pt x="86372" y="258038"/>
                </a:moveTo>
                <a:lnTo>
                  <a:pt x="85598" y="258940"/>
                </a:lnTo>
                <a:lnTo>
                  <a:pt x="85777" y="258940"/>
                </a:lnTo>
                <a:lnTo>
                  <a:pt x="86372" y="258038"/>
                </a:lnTo>
                <a:close/>
              </a:path>
              <a:path w="281940" h="283210">
                <a:moveTo>
                  <a:pt x="86437" y="256235"/>
                </a:moveTo>
                <a:lnTo>
                  <a:pt x="85598" y="256235"/>
                </a:lnTo>
                <a:lnTo>
                  <a:pt x="87594" y="256566"/>
                </a:lnTo>
                <a:lnTo>
                  <a:pt x="86437" y="256235"/>
                </a:lnTo>
                <a:close/>
              </a:path>
              <a:path w="281940" h="283210">
                <a:moveTo>
                  <a:pt x="92358" y="251421"/>
                </a:moveTo>
                <a:lnTo>
                  <a:pt x="73151" y="251421"/>
                </a:lnTo>
                <a:lnTo>
                  <a:pt x="77105" y="253180"/>
                </a:lnTo>
                <a:lnTo>
                  <a:pt x="81983" y="254863"/>
                </a:lnTo>
                <a:lnTo>
                  <a:pt x="82930" y="255231"/>
                </a:lnTo>
                <a:lnTo>
                  <a:pt x="87594" y="256566"/>
                </a:lnTo>
                <a:lnTo>
                  <a:pt x="89026" y="254863"/>
                </a:lnTo>
                <a:lnTo>
                  <a:pt x="90290" y="253568"/>
                </a:lnTo>
                <a:lnTo>
                  <a:pt x="91821" y="251917"/>
                </a:lnTo>
                <a:lnTo>
                  <a:pt x="92358" y="251421"/>
                </a:lnTo>
                <a:close/>
              </a:path>
              <a:path w="281940" h="283210">
                <a:moveTo>
                  <a:pt x="102381" y="254863"/>
                </a:moveTo>
                <a:lnTo>
                  <a:pt x="91623" y="256235"/>
                </a:lnTo>
                <a:lnTo>
                  <a:pt x="104502" y="256235"/>
                </a:lnTo>
                <a:lnTo>
                  <a:pt x="102381" y="254863"/>
                </a:lnTo>
                <a:close/>
              </a:path>
              <a:path w="281940" h="283210">
                <a:moveTo>
                  <a:pt x="77105" y="253180"/>
                </a:moveTo>
                <a:lnTo>
                  <a:pt x="77977" y="253568"/>
                </a:lnTo>
                <a:lnTo>
                  <a:pt x="78229" y="253568"/>
                </a:lnTo>
                <a:lnTo>
                  <a:pt x="77105" y="253180"/>
                </a:lnTo>
                <a:close/>
              </a:path>
              <a:path w="281940" h="283210">
                <a:moveTo>
                  <a:pt x="264223" y="112251"/>
                </a:moveTo>
                <a:lnTo>
                  <a:pt x="243840" y="119405"/>
                </a:lnTo>
                <a:lnTo>
                  <a:pt x="238759" y="121272"/>
                </a:lnTo>
                <a:lnTo>
                  <a:pt x="238505" y="121399"/>
                </a:lnTo>
                <a:lnTo>
                  <a:pt x="231648" y="124040"/>
                </a:lnTo>
                <a:lnTo>
                  <a:pt x="224154" y="127114"/>
                </a:lnTo>
                <a:lnTo>
                  <a:pt x="221155" y="128408"/>
                </a:lnTo>
                <a:lnTo>
                  <a:pt x="225425" y="130175"/>
                </a:lnTo>
                <a:lnTo>
                  <a:pt x="235711" y="134213"/>
                </a:lnTo>
                <a:lnTo>
                  <a:pt x="240889" y="136290"/>
                </a:lnTo>
                <a:lnTo>
                  <a:pt x="242873" y="137160"/>
                </a:lnTo>
                <a:lnTo>
                  <a:pt x="243656" y="137528"/>
                </a:lnTo>
                <a:lnTo>
                  <a:pt x="246887" y="138963"/>
                </a:lnTo>
                <a:lnTo>
                  <a:pt x="249554" y="140233"/>
                </a:lnTo>
                <a:lnTo>
                  <a:pt x="251714" y="141376"/>
                </a:lnTo>
                <a:lnTo>
                  <a:pt x="262000" y="147561"/>
                </a:lnTo>
                <a:lnTo>
                  <a:pt x="263854" y="147322"/>
                </a:lnTo>
                <a:lnTo>
                  <a:pt x="270001" y="144792"/>
                </a:lnTo>
                <a:lnTo>
                  <a:pt x="273253" y="143491"/>
                </a:lnTo>
                <a:lnTo>
                  <a:pt x="275590" y="141058"/>
                </a:lnTo>
                <a:lnTo>
                  <a:pt x="280269" y="136290"/>
                </a:lnTo>
                <a:lnTo>
                  <a:pt x="280172" y="124675"/>
                </a:lnTo>
                <a:lnTo>
                  <a:pt x="277870" y="121056"/>
                </a:lnTo>
                <a:lnTo>
                  <a:pt x="274855" y="116455"/>
                </a:lnTo>
                <a:lnTo>
                  <a:pt x="270128" y="114515"/>
                </a:lnTo>
                <a:lnTo>
                  <a:pt x="265937" y="112864"/>
                </a:lnTo>
                <a:lnTo>
                  <a:pt x="264223" y="112251"/>
                </a:lnTo>
                <a:close/>
              </a:path>
              <a:path w="281940" h="283210">
                <a:moveTo>
                  <a:pt x="263854" y="147322"/>
                </a:moveTo>
                <a:lnTo>
                  <a:pt x="262000" y="147561"/>
                </a:lnTo>
                <a:lnTo>
                  <a:pt x="263274" y="147561"/>
                </a:lnTo>
                <a:lnTo>
                  <a:pt x="263854" y="147322"/>
                </a:lnTo>
                <a:close/>
              </a:path>
              <a:path w="281940" h="283210">
                <a:moveTo>
                  <a:pt x="273253" y="143491"/>
                </a:moveTo>
                <a:lnTo>
                  <a:pt x="270001" y="144792"/>
                </a:lnTo>
                <a:lnTo>
                  <a:pt x="263854" y="147322"/>
                </a:lnTo>
                <a:lnTo>
                  <a:pt x="270382" y="146481"/>
                </a:lnTo>
                <a:lnTo>
                  <a:pt x="273253" y="143491"/>
                </a:lnTo>
                <a:close/>
              </a:path>
              <a:path w="281940" h="283210">
                <a:moveTo>
                  <a:pt x="280269" y="136290"/>
                </a:moveTo>
                <a:lnTo>
                  <a:pt x="275590" y="141058"/>
                </a:lnTo>
                <a:lnTo>
                  <a:pt x="273253" y="143491"/>
                </a:lnTo>
                <a:lnTo>
                  <a:pt x="276225" y="142303"/>
                </a:lnTo>
                <a:lnTo>
                  <a:pt x="280269" y="136290"/>
                </a:lnTo>
                <a:close/>
              </a:path>
              <a:path w="281940" h="283210">
                <a:moveTo>
                  <a:pt x="280286" y="124854"/>
                </a:moveTo>
                <a:lnTo>
                  <a:pt x="280269" y="136290"/>
                </a:lnTo>
                <a:lnTo>
                  <a:pt x="280924" y="135623"/>
                </a:lnTo>
                <a:lnTo>
                  <a:pt x="281690" y="128408"/>
                </a:lnTo>
                <a:lnTo>
                  <a:pt x="281724" y="127114"/>
                </a:lnTo>
                <a:lnTo>
                  <a:pt x="280286" y="124854"/>
                </a:lnTo>
                <a:close/>
              </a:path>
              <a:path w="281940" h="283210">
                <a:moveTo>
                  <a:pt x="14224" y="0"/>
                </a:moveTo>
                <a:lnTo>
                  <a:pt x="7874" y="406"/>
                </a:lnTo>
                <a:lnTo>
                  <a:pt x="3936" y="4470"/>
                </a:lnTo>
                <a:lnTo>
                  <a:pt x="126" y="8521"/>
                </a:lnTo>
                <a:lnTo>
                  <a:pt x="0" y="14871"/>
                </a:lnTo>
                <a:lnTo>
                  <a:pt x="3809" y="19050"/>
                </a:lnTo>
                <a:lnTo>
                  <a:pt x="8324" y="24159"/>
                </a:lnTo>
                <a:lnTo>
                  <a:pt x="44957" y="47726"/>
                </a:lnTo>
                <a:lnTo>
                  <a:pt x="55118" y="52489"/>
                </a:lnTo>
                <a:lnTo>
                  <a:pt x="65092" y="57276"/>
                </a:lnTo>
                <a:lnTo>
                  <a:pt x="90550" y="69888"/>
                </a:lnTo>
                <a:lnTo>
                  <a:pt x="102997" y="75882"/>
                </a:lnTo>
                <a:lnTo>
                  <a:pt x="113653" y="80784"/>
                </a:lnTo>
                <a:lnTo>
                  <a:pt x="152146" y="97726"/>
                </a:lnTo>
                <a:lnTo>
                  <a:pt x="164210" y="103187"/>
                </a:lnTo>
                <a:lnTo>
                  <a:pt x="195579" y="117030"/>
                </a:lnTo>
                <a:lnTo>
                  <a:pt x="212344" y="124675"/>
                </a:lnTo>
                <a:lnTo>
                  <a:pt x="218339" y="127254"/>
                </a:lnTo>
                <a:lnTo>
                  <a:pt x="221155" y="128408"/>
                </a:lnTo>
                <a:lnTo>
                  <a:pt x="224154" y="127114"/>
                </a:lnTo>
                <a:lnTo>
                  <a:pt x="231648" y="124040"/>
                </a:lnTo>
                <a:lnTo>
                  <a:pt x="238505" y="121399"/>
                </a:lnTo>
                <a:lnTo>
                  <a:pt x="238759" y="121272"/>
                </a:lnTo>
                <a:lnTo>
                  <a:pt x="243840" y="119405"/>
                </a:lnTo>
                <a:lnTo>
                  <a:pt x="264223" y="112251"/>
                </a:lnTo>
                <a:lnTo>
                  <a:pt x="262127" y="111531"/>
                </a:lnTo>
                <a:lnTo>
                  <a:pt x="255524" y="108877"/>
                </a:lnTo>
                <a:lnTo>
                  <a:pt x="216720" y="93535"/>
                </a:lnTo>
                <a:lnTo>
                  <a:pt x="214340" y="92456"/>
                </a:lnTo>
                <a:lnTo>
                  <a:pt x="207772" y="89560"/>
                </a:lnTo>
                <a:lnTo>
                  <a:pt x="151637" y="65709"/>
                </a:lnTo>
                <a:lnTo>
                  <a:pt x="126492" y="55270"/>
                </a:lnTo>
                <a:lnTo>
                  <a:pt x="114947" y="50317"/>
                </a:lnTo>
                <a:lnTo>
                  <a:pt x="102835" y="44903"/>
                </a:lnTo>
                <a:lnTo>
                  <a:pt x="78353" y="33591"/>
                </a:lnTo>
                <a:lnTo>
                  <a:pt x="77724" y="33337"/>
                </a:lnTo>
                <a:lnTo>
                  <a:pt x="65912" y="28295"/>
                </a:lnTo>
                <a:lnTo>
                  <a:pt x="65192" y="28016"/>
                </a:lnTo>
                <a:lnTo>
                  <a:pt x="55756" y="24159"/>
                </a:lnTo>
                <a:lnTo>
                  <a:pt x="24340" y="8136"/>
                </a:lnTo>
                <a:lnTo>
                  <a:pt x="23854" y="7816"/>
                </a:lnTo>
                <a:lnTo>
                  <a:pt x="23175" y="7225"/>
                </a:lnTo>
                <a:lnTo>
                  <a:pt x="18542" y="3530"/>
                </a:lnTo>
                <a:lnTo>
                  <a:pt x="14224" y="0"/>
                </a:lnTo>
                <a:close/>
              </a:path>
              <a:path w="281940" h="283210">
                <a:moveTo>
                  <a:pt x="274855" y="116455"/>
                </a:moveTo>
                <a:lnTo>
                  <a:pt x="278007" y="121272"/>
                </a:lnTo>
                <a:lnTo>
                  <a:pt x="280172" y="124675"/>
                </a:lnTo>
                <a:lnTo>
                  <a:pt x="280289" y="123012"/>
                </a:lnTo>
                <a:lnTo>
                  <a:pt x="276233" y="117030"/>
                </a:lnTo>
                <a:lnTo>
                  <a:pt x="274855" y="116455"/>
                </a:lnTo>
                <a:close/>
              </a:path>
              <a:path w="281940" h="283210">
                <a:moveTo>
                  <a:pt x="265939" y="111823"/>
                </a:moveTo>
                <a:lnTo>
                  <a:pt x="265432" y="111823"/>
                </a:lnTo>
                <a:lnTo>
                  <a:pt x="264223" y="112251"/>
                </a:lnTo>
                <a:lnTo>
                  <a:pt x="265937" y="112864"/>
                </a:lnTo>
                <a:lnTo>
                  <a:pt x="270128" y="114515"/>
                </a:lnTo>
                <a:lnTo>
                  <a:pt x="274855" y="116455"/>
                </a:lnTo>
                <a:lnTo>
                  <a:pt x="273582" y="114515"/>
                </a:lnTo>
                <a:lnTo>
                  <a:pt x="272901" y="114249"/>
                </a:lnTo>
                <a:lnTo>
                  <a:pt x="265939" y="11182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646292" y="4783201"/>
            <a:ext cx="521970" cy="43434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753222" y="5452541"/>
            <a:ext cx="497186" cy="49784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42605C89-CA12-E5C0-95A5-91C99A184E7E}"/>
              </a:ext>
            </a:extLst>
          </p:cNvPr>
          <p:cNvGrpSpPr/>
          <p:nvPr/>
        </p:nvGrpSpPr>
        <p:grpSpPr>
          <a:xfrm>
            <a:off x="3973248" y="4913496"/>
            <a:ext cx="1084320" cy="389520"/>
            <a:chOff x="3973248" y="4913496"/>
            <a:chExt cx="108432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499014-409E-0C7C-E16E-CBB1577949D1}"/>
                    </a:ext>
                  </a:extLst>
                </p14:cNvPr>
                <p14:cNvContentPartPr/>
                <p14:nvPr/>
              </p14:nvContentPartPr>
              <p14:xfrm>
                <a:off x="3973248" y="4913496"/>
                <a:ext cx="132480" cy="338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499014-409E-0C7C-E16E-CBB1577949D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67128" y="4907376"/>
                  <a:ext cx="144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C87753-00AB-9070-60AF-2EE38F67D344}"/>
                    </a:ext>
                  </a:extLst>
                </p14:cNvPr>
                <p14:cNvContentPartPr/>
                <p14:nvPr/>
              </p14:nvContentPartPr>
              <p14:xfrm>
                <a:off x="4135248" y="4914576"/>
                <a:ext cx="922320" cy="388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C87753-00AB-9070-60AF-2EE38F67D34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29128" y="4908456"/>
                  <a:ext cx="9345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55B0AB-EFE8-141F-BBAD-D3A1D995243C}"/>
                    </a:ext>
                  </a:extLst>
                </p14:cNvPr>
                <p14:cNvContentPartPr/>
                <p14:nvPr/>
              </p14:nvContentPartPr>
              <p14:xfrm>
                <a:off x="4906728" y="4943376"/>
                <a:ext cx="9000" cy="12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55B0AB-EFE8-141F-BBAD-D3A1D995243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00608" y="4937256"/>
                  <a:ext cx="2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6CB1894-E9F8-9E2E-6ADB-B75A9269DE27}"/>
                    </a:ext>
                  </a:extLst>
                </p14:cNvPr>
                <p14:cNvContentPartPr/>
                <p14:nvPr/>
              </p14:nvContentPartPr>
              <p14:xfrm>
                <a:off x="4280328" y="5001336"/>
                <a:ext cx="295560" cy="3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6CB1894-E9F8-9E2E-6ADB-B75A9269DE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74208" y="4995216"/>
                  <a:ext cx="3078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A76BFD7-8081-5C01-8768-C3C772C1FCAC}"/>
              </a:ext>
            </a:extLst>
          </p:cNvPr>
          <p:cNvGrpSpPr/>
          <p:nvPr/>
        </p:nvGrpSpPr>
        <p:grpSpPr>
          <a:xfrm>
            <a:off x="4186008" y="5728176"/>
            <a:ext cx="930960" cy="246240"/>
            <a:chOff x="4186008" y="5728176"/>
            <a:chExt cx="93096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916777B-607B-CE3C-3B60-2BB968A8B171}"/>
                    </a:ext>
                  </a:extLst>
                </p14:cNvPr>
                <p14:cNvContentPartPr/>
                <p14:nvPr/>
              </p14:nvContentPartPr>
              <p14:xfrm>
                <a:off x="4186008" y="5728176"/>
                <a:ext cx="197640" cy="246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916777B-607B-CE3C-3B60-2BB968A8B17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179888" y="5722056"/>
                  <a:ext cx="209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4D2EC7-38DC-E6B2-60BD-5918DCD1152D}"/>
                    </a:ext>
                  </a:extLst>
                </p14:cNvPr>
                <p14:cNvContentPartPr/>
                <p14:nvPr/>
              </p14:nvContentPartPr>
              <p14:xfrm>
                <a:off x="4237488" y="5871456"/>
                <a:ext cx="131040" cy="4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4D2EC7-38DC-E6B2-60BD-5918DCD1152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31368" y="5865336"/>
                  <a:ext cx="143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C2DCFE-0BF4-BD24-B6CA-B5A215DCFDF6}"/>
                    </a:ext>
                  </a:extLst>
                </p14:cNvPr>
                <p14:cNvContentPartPr/>
                <p14:nvPr/>
              </p14:nvContentPartPr>
              <p14:xfrm>
                <a:off x="4529088" y="5837616"/>
                <a:ext cx="65160" cy="113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C2DCFE-0BF4-BD24-B6CA-B5A215DCFDF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22968" y="5831496"/>
                  <a:ext cx="77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C2EDC4-E515-02B2-A5E6-B8A7381CDB02}"/>
                    </a:ext>
                  </a:extLst>
                </p14:cNvPr>
                <p14:cNvContentPartPr/>
                <p14:nvPr/>
              </p14:nvContentPartPr>
              <p14:xfrm>
                <a:off x="4703688" y="5826096"/>
                <a:ext cx="105840" cy="10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C2EDC4-E515-02B2-A5E6-B8A7381CDB0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97568" y="5819976"/>
                  <a:ext cx="118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A3025E-7696-4606-261C-61571C40E1AF}"/>
                    </a:ext>
                  </a:extLst>
                </p14:cNvPr>
                <p14:cNvContentPartPr/>
                <p14:nvPr/>
              </p14:nvContentPartPr>
              <p14:xfrm>
                <a:off x="5007888" y="5855616"/>
                <a:ext cx="109080" cy="6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A3025E-7696-4606-261C-61571C40E1A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01768" y="5849496"/>
                  <a:ext cx="121320" cy="1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4F921A6-50DA-7BAE-E371-827EBCA51B57}"/>
                  </a:ext>
                </a:extLst>
              </p14:cNvPr>
              <p14:cNvContentPartPr/>
              <p14:nvPr/>
            </p14:nvContentPartPr>
            <p14:xfrm>
              <a:off x="5323968" y="5133816"/>
              <a:ext cx="203400" cy="47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4F921A6-50DA-7BAE-E371-827EBCA51B5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317848" y="5127696"/>
                <a:ext cx="215640" cy="6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426" y="112521"/>
            <a:ext cx="1277429" cy="3403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6284" y="181990"/>
            <a:ext cx="1000793" cy="2788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5384" y="1978279"/>
            <a:ext cx="461648" cy="298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707" y="546988"/>
            <a:ext cx="2898928" cy="5735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3149" y="2063495"/>
            <a:ext cx="188252" cy="1597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121" y="2730880"/>
            <a:ext cx="564468" cy="2628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8807" y="4125976"/>
            <a:ext cx="543102" cy="2560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6838" y="4848605"/>
            <a:ext cx="335314" cy="2886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6418" y="4862321"/>
            <a:ext cx="130634" cy="2437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1705" y="5569077"/>
            <a:ext cx="651014" cy="27298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0378" y="1378966"/>
            <a:ext cx="242182" cy="214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6764" y="1369949"/>
            <a:ext cx="111946" cy="2317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23492" y="1404619"/>
            <a:ext cx="189425" cy="18415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530597" y="4742560"/>
            <a:ext cx="241300" cy="343535"/>
            <a:chOff x="4530597" y="4742560"/>
            <a:chExt cx="241300" cy="343535"/>
          </a:xfrm>
        </p:grpSpPr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31486" y="4742560"/>
              <a:ext cx="237362" cy="2457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30597" y="4809997"/>
              <a:ext cx="241300" cy="276225"/>
            </a:xfrm>
            <a:custGeom>
              <a:avLst/>
              <a:gdLst/>
              <a:ahLst/>
              <a:cxnLst/>
              <a:rect l="l" t="t" r="r" b="b"/>
              <a:pathLst>
                <a:path w="241300" h="276225">
                  <a:moveTo>
                    <a:pt x="65955" y="31876"/>
                  </a:moveTo>
                  <a:lnTo>
                    <a:pt x="23367" y="31876"/>
                  </a:lnTo>
                  <a:lnTo>
                    <a:pt x="32334" y="39369"/>
                  </a:lnTo>
                  <a:lnTo>
                    <a:pt x="32544" y="39624"/>
                  </a:lnTo>
                  <a:lnTo>
                    <a:pt x="42037" y="48640"/>
                  </a:lnTo>
                  <a:lnTo>
                    <a:pt x="54915" y="61849"/>
                  </a:lnTo>
                  <a:lnTo>
                    <a:pt x="62932" y="70413"/>
                  </a:lnTo>
                  <a:lnTo>
                    <a:pt x="63175" y="70560"/>
                  </a:lnTo>
                  <a:lnTo>
                    <a:pt x="65414" y="73063"/>
                  </a:lnTo>
                  <a:lnTo>
                    <a:pt x="66130" y="73829"/>
                  </a:lnTo>
                  <a:lnTo>
                    <a:pt x="73787" y="82295"/>
                  </a:lnTo>
                  <a:lnTo>
                    <a:pt x="101726" y="114426"/>
                  </a:lnTo>
                  <a:lnTo>
                    <a:pt x="133857" y="152653"/>
                  </a:lnTo>
                  <a:lnTo>
                    <a:pt x="170179" y="198246"/>
                  </a:lnTo>
                  <a:lnTo>
                    <a:pt x="178942" y="209550"/>
                  </a:lnTo>
                  <a:lnTo>
                    <a:pt x="186562" y="219201"/>
                  </a:lnTo>
                  <a:lnTo>
                    <a:pt x="186943" y="219709"/>
                  </a:lnTo>
                  <a:lnTo>
                    <a:pt x="194944" y="228981"/>
                  </a:lnTo>
                  <a:lnTo>
                    <a:pt x="203073" y="237362"/>
                  </a:lnTo>
                  <a:lnTo>
                    <a:pt x="203200" y="237616"/>
                  </a:lnTo>
                  <a:lnTo>
                    <a:pt x="226336" y="262077"/>
                  </a:lnTo>
                  <a:lnTo>
                    <a:pt x="230377" y="267588"/>
                  </a:lnTo>
                  <a:lnTo>
                    <a:pt x="235712" y="275335"/>
                  </a:lnTo>
                  <a:lnTo>
                    <a:pt x="237362" y="275716"/>
                  </a:lnTo>
                  <a:lnTo>
                    <a:pt x="240156" y="274446"/>
                  </a:lnTo>
                  <a:lnTo>
                    <a:pt x="240791" y="272795"/>
                  </a:lnTo>
                  <a:lnTo>
                    <a:pt x="240284" y="271399"/>
                  </a:lnTo>
                  <a:lnTo>
                    <a:pt x="233806" y="249935"/>
                  </a:lnTo>
                  <a:lnTo>
                    <a:pt x="233679" y="249681"/>
                  </a:lnTo>
                  <a:lnTo>
                    <a:pt x="230886" y="242315"/>
                  </a:lnTo>
                  <a:lnTo>
                    <a:pt x="230759" y="241934"/>
                  </a:lnTo>
                  <a:lnTo>
                    <a:pt x="222757" y="224027"/>
                  </a:lnTo>
                  <a:lnTo>
                    <a:pt x="217931" y="213994"/>
                  </a:lnTo>
                  <a:lnTo>
                    <a:pt x="211454" y="202437"/>
                  </a:lnTo>
                  <a:lnTo>
                    <a:pt x="211074" y="201802"/>
                  </a:lnTo>
                  <a:lnTo>
                    <a:pt x="204469" y="191515"/>
                  </a:lnTo>
                  <a:lnTo>
                    <a:pt x="204215" y="191007"/>
                  </a:lnTo>
                  <a:lnTo>
                    <a:pt x="195834" y="178943"/>
                  </a:lnTo>
                  <a:lnTo>
                    <a:pt x="187325" y="167385"/>
                  </a:lnTo>
                  <a:lnTo>
                    <a:pt x="187071" y="167004"/>
                  </a:lnTo>
                  <a:lnTo>
                    <a:pt x="178053" y="155194"/>
                  </a:lnTo>
                  <a:lnTo>
                    <a:pt x="177800" y="154939"/>
                  </a:lnTo>
                  <a:lnTo>
                    <a:pt x="168782" y="143637"/>
                  </a:lnTo>
                  <a:lnTo>
                    <a:pt x="168528" y="143382"/>
                  </a:lnTo>
                  <a:lnTo>
                    <a:pt x="158876" y="131825"/>
                  </a:lnTo>
                  <a:lnTo>
                    <a:pt x="158750" y="131571"/>
                  </a:lnTo>
                  <a:lnTo>
                    <a:pt x="148081" y="119252"/>
                  </a:lnTo>
                  <a:lnTo>
                    <a:pt x="110743" y="77469"/>
                  </a:lnTo>
                  <a:lnTo>
                    <a:pt x="84454" y="49529"/>
                  </a:lnTo>
                  <a:lnTo>
                    <a:pt x="72389" y="37845"/>
                  </a:lnTo>
                  <a:lnTo>
                    <a:pt x="65955" y="31876"/>
                  </a:lnTo>
                  <a:close/>
                </a:path>
                <a:path w="241300" h="276225">
                  <a:moveTo>
                    <a:pt x="225152" y="260426"/>
                  </a:moveTo>
                  <a:lnTo>
                    <a:pt x="226336" y="262077"/>
                  </a:lnTo>
                  <a:lnTo>
                    <a:pt x="226276" y="261800"/>
                  </a:lnTo>
                  <a:lnTo>
                    <a:pt x="225152" y="260426"/>
                  </a:lnTo>
                  <a:close/>
                </a:path>
                <a:path w="241300" h="276225">
                  <a:moveTo>
                    <a:pt x="10794" y="0"/>
                  </a:moveTo>
                  <a:lnTo>
                    <a:pt x="7112" y="888"/>
                  </a:lnTo>
                  <a:lnTo>
                    <a:pt x="4317" y="3301"/>
                  </a:lnTo>
                  <a:lnTo>
                    <a:pt x="1524" y="5587"/>
                  </a:lnTo>
                  <a:lnTo>
                    <a:pt x="0" y="9143"/>
                  </a:lnTo>
                  <a:lnTo>
                    <a:pt x="126" y="15239"/>
                  </a:lnTo>
                  <a:lnTo>
                    <a:pt x="308" y="17779"/>
                  </a:lnTo>
                  <a:lnTo>
                    <a:pt x="380" y="18795"/>
                  </a:lnTo>
                  <a:lnTo>
                    <a:pt x="507" y="23113"/>
                  </a:lnTo>
                  <a:lnTo>
                    <a:pt x="888" y="27431"/>
                  </a:lnTo>
                  <a:lnTo>
                    <a:pt x="1361" y="31876"/>
                  </a:lnTo>
                  <a:lnTo>
                    <a:pt x="1450" y="32714"/>
                  </a:lnTo>
                  <a:lnTo>
                    <a:pt x="1524" y="33781"/>
                  </a:lnTo>
                  <a:lnTo>
                    <a:pt x="2357" y="38988"/>
                  </a:lnTo>
                  <a:lnTo>
                    <a:pt x="3810" y="47751"/>
                  </a:lnTo>
                  <a:lnTo>
                    <a:pt x="4966" y="55846"/>
                  </a:lnTo>
                  <a:lnTo>
                    <a:pt x="5586" y="61849"/>
                  </a:lnTo>
                  <a:lnTo>
                    <a:pt x="5689" y="62867"/>
                  </a:lnTo>
                  <a:lnTo>
                    <a:pt x="5764" y="63604"/>
                  </a:lnTo>
                  <a:lnTo>
                    <a:pt x="10713" y="113283"/>
                  </a:lnTo>
                  <a:lnTo>
                    <a:pt x="14224" y="130047"/>
                  </a:lnTo>
                  <a:lnTo>
                    <a:pt x="17314" y="130047"/>
                  </a:lnTo>
                  <a:lnTo>
                    <a:pt x="18796" y="128269"/>
                  </a:lnTo>
                  <a:lnTo>
                    <a:pt x="17740" y="114426"/>
                  </a:lnTo>
                  <a:lnTo>
                    <a:pt x="17652" y="113283"/>
                  </a:lnTo>
                  <a:lnTo>
                    <a:pt x="17052" y="102107"/>
                  </a:lnTo>
                  <a:lnTo>
                    <a:pt x="16940" y="98170"/>
                  </a:lnTo>
                  <a:lnTo>
                    <a:pt x="16836" y="93599"/>
                  </a:lnTo>
                  <a:lnTo>
                    <a:pt x="16763" y="90424"/>
                  </a:lnTo>
                  <a:lnTo>
                    <a:pt x="16973" y="82295"/>
                  </a:lnTo>
                  <a:lnTo>
                    <a:pt x="17032" y="80518"/>
                  </a:lnTo>
                  <a:lnTo>
                    <a:pt x="17426" y="73829"/>
                  </a:lnTo>
                  <a:lnTo>
                    <a:pt x="17525" y="72135"/>
                  </a:lnTo>
                  <a:lnTo>
                    <a:pt x="18110" y="63604"/>
                  </a:lnTo>
                  <a:lnTo>
                    <a:pt x="18567" y="55846"/>
                  </a:lnTo>
                  <a:lnTo>
                    <a:pt x="18668" y="54101"/>
                  </a:lnTo>
                  <a:lnTo>
                    <a:pt x="18829" y="49529"/>
                  </a:lnTo>
                  <a:lnTo>
                    <a:pt x="18923" y="46862"/>
                  </a:lnTo>
                  <a:lnTo>
                    <a:pt x="19050" y="38988"/>
                  </a:lnTo>
                  <a:lnTo>
                    <a:pt x="19269" y="33781"/>
                  </a:lnTo>
                  <a:lnTo>
                    <a:pt x="19612" y="29590"/>
                  </a:lnTo>
                  <a:lnTo>
                    <a:pt x="18967" y="29112"/>
                  </a:lnTo>
                  <a:lnTo>
                    <a:pt x="11684" y="25526"/>
                  </a:lnTo>
                  <a:lnTo>
                    <a:pt x="11429" y="25526"/>
                  </a:lnTo>
                  <a:lnTo>
                    <a:pt x="6845" y="23113"/>
                  </a:lnTo>
                  <a:lnTo>
                    <a:pt x="6108" y="23113"/>
                  </a:lnTo>
                  <a:lnTo>
                    <a:pt x="21435" y="19187"/>
                  </a:lnTo>
                  <a:lnTo>
                    <a:pt x="21786" y="18414"/>
                  </a:lnTo>
                  <a:lnTo>
                    <a:pt x="50546" y="18414"/>
                  </a:lnTo>
                  <a:lnTo>
                    <a:pt x="49784" y="17779"/>
                  </a:lnTo>
                  <a:lnTo>
                    <a:pt x="15144" y="888"/>
                  </a:lnTo>
                  <a:lnTo>
                    <a:pt x="10794" y="0"/>
                  </a:lnTo>
                  <a:close/>
                </a:path>
                <a:path w="241300" h="276225">
                  <a:moveTo>
                    <a:pt x="18967" y="29112"/>
                  </a:moveTo>
                  <a:lnTo>
                    <a:pt x="24370" y="32714"/>
                  </a:lnTo>
                  <a:lnTo>
                    <a:pt x="23367" y="31876"/>
                  </a:lnTo>
                  <a:lnTo>
                    <a:pt x="65955" y="31876"/>
                  </a:lnTo>
                  <a:lnTo>
                    <a:pt x="63491" y="29590"/>
                  </a:lnTo>
                  <a:lnTo>
                    <a:pt x="19938" y="29590"/>
                  </a:lnTo>
                  <a:lnTo>
                    <a:pt x="18967" y="29112"/>
                  </a:lnTo>
                  <a:close/>
                </a:path>
                <a:path w="241300" h="276225">
                  <a:moveTo>
                    <a:pt x="19678" y="28828"/>
                  </a:moveTo>
                  <a:lnTo>
                    <a:pt x="18541" y="28828"/>
                  </a:lnTo>
                  <a:lnTo>
                    <a:pt x="19938" y="29590"/>
                  </a:lnTo>
                  <a:lnTo>
                    <a:pt x="19611" y="29590"/>
                  </a:lnTo>
                  <a:lnTo>
                    <a:pt x="19678" y="28828"/>
                  </a:lnTo>
                  <a:close/>
                </a:path>
                <a:path w="241300" h="276225">
                  <a:moveTo>
                    <a:pt x="51443" y="19187"/>
                  </a:moveTo>
                  <a:lnTo>
                    <a:pt x="21876" y="19187"/>
                  </a:lnTo>
                  <a:lnTo>
                    <a:pt x="21277" y="20059"/>
                  </a:lnTo>
                  <a:lnTo>
                    <a:pt x="21163" y="20413"/>
                  </a:lnTo>
                  <a:lnTo>
                    <a:pt x="20909" y="21081"/>
                  </a:lnTo>
                  <a:lnTo>
                    <a:pt x="20532" y="23113"/>
                  </a:lnTo>
                  <a:lnTo>
                    <a:pt x="20447" y="23875"/>
                  </a:lnTo>
                  <a:lnTo>
                    <a:pt x="19800" y="27431"/>
                  </a:lnTo>
                  <a:lnTo>
                    <a:pt x="19678" y="28828"/>
                  </a:lnTo>
                  <a:lnTo>
                    <a:pt x="19611" y="29590"/>
                  </a:lnTo>
                  <a:lnTo>
                    <a:pt x="63491" y="29590"/>
                  </a:lnTo>
                  <a:lnTo>
                    <a:pt x="61849" y="28066"/>
                  </a:lnTo>
                  <a:lnTo>
                    <a:pt x="61467" y="27812"/>
                  </a:lnTo>
                  <a:lnTo>
                    <a:pt x="51443" y="19187"/>
                  </a:lnTo>
                  <a:close/>
                </a:path>
                <a:path w="241300" h="276225">
                  <a:moveTo>
                    <a:pt x="21435" y="19187"/>
                  </a:moveTo>
                  <a:lnTo>
                    <a:pt x="6108" y="23113"/>
                  </a:lnTo>
                  <a:lnTo>
                    <a:pt x="6845" y="23113"/>
                  </a:lnTo>
                  <a:lnTo>
                    <a:pt x="11429" y="25526"/>
                  </a:lnTo>
                  <a:lnTo>
                    <a:pt x="11684" y="25526"/>
                  </a:lnTo>
                  <a:lnTo>
                    <a:pt x="18967" y="29112"/>
                  </a:lnTo>
                  <a:lnTo>
                    <a:pt x="18541" y="28828"/>
                  </a:lnTo>
                  <a:lnTo>
                    <a:pt x="19678" y="28828"/>
                  </a:lnTo>
                  <a:lnTo>
                    <a:pt x="19790" y="27431"/>
                  </a:lnTo>
                  <a:lnTo>
                    <a:pt x="20377" y="24256"/>
                  </a:lnTo>
                  <a:lnTo>
                    <a:pt x="20447" y="23875"/>
                  </a:lnTo>
                  <a:lnTo>
                    <a:pt x="20532" y="23113"/>
                  </a:lnTo>
                  <a:lnTo>
                    <a:pt x="20838" y="21462"/>
                  </a:lnTo>
                  <a:lnTo>
                    <a:pt x="20902" y="21081"/>
                  </a:lnTo>
                  <a:lnTo>
                    <a:pt x="20574" y="21081"/>
                  </a:lnTo>
                  <a:lnTo>
                    <a:pt x="21435" y="19187"/>
                  </a:lnTo>
                  <a:close/>
                </a:path>
                <a:path w="241300" h="276225">
                  <a:moveTo>
                    <a:pt x="21556" y="19187"/>
                  </a:moveTo>
                  <a:lnTo>
                    <a:pt x="21038" y="20059"/>
                  </a:lnTo>
                  <a:lnTo>
                    <a:pt x="20574" y="21081"/>
                  </a:lnTo>
                  <a:lnTo>
                    <a:pt x="21277" y="20059"/>
                  </a:lnTo>
                  <a:lnTo>
                    <a:pt x="21556" y="19187"/>
                  </a:lnTo>
                  <a:close/>
                </a:path>
                <a:path w="241300" h="276225">
                  <a:moveTo>
                    <a:pt x="21033" y="20413"/>
                  </a:moveTo>
                  <a:lnTo>
                    <a:pt x="20574" y="21081"/>
                  </a:lnTo>
                  <a:lnTo>
                    <a:pt x="20902" y="21081"/>
                  </a:lnTo>
                  <a:lnTo>
                    <a:pt x="21033" y="20413"/>
                  </a:lnTo>
                  <a:close/>
                </a:path>
                <a:path w="241300" h="276225">
                  <a:moveTo>
                    <a:pt x="21277" y="20059"/>
                  </a:moveTo>
                  <a:lnTo>
                    <a:pt x="21033" y="20413"/>
                  </a:lnTo>
                  <a:lnTo>
                    <a:pt x="20909" y="21081"/>
                  </a:lnTo>
                  <a:lnTo>
                    <a:pt x="21163" y="20413"/>
                  </a:lnTo>
                  <a:lnTo>
                    <a:pt x="21277" y="20059"/>
                  </a:lnTo>
                  <a:close/>
                </a:path>
                <a:path w="241300" h="276225">
                  <a:moveTo>
                    <a:pt x="50546" y="18414"/>
                  </a:moveTo>
                  <a:lnTo>
                    <a:pt x="21803" y="18414"/>
                  </a:lnTo>
                  <a:lnTo>
                    <a:pt x="21277" y="20059"/>
                  </a:lnTo>
                  <a:lnTo>
                    <a:pt x="21876" y="19187"/>
                  </a:lnTo>
                  <a:lnTo>
                    <a:pt x="51443" y="19187"/>
                  </a:lnTo>
                  <a:lnTo>
                    <a:pt x="50546" y="1841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4589399" y="5421629"/>
            <a:ext cx="281305" cy="295910"/>
          </a:xfrm>
          <a:custGeom>
            <a:avLst/>
            <a:gdLst/>
            <a:ahLst/>
            <a:cxnLst/>
            <a:rect l="l" t="t" r="r" b="b"/>
            <a:pathLst>
              <a:path w="281304" h="295910">
                <a:moveTo>
                  <a:pt x="1028" y="85039"/>
                </a:moveTo>
                <a:lnTo>
                  <a:pt x="571" y="82994"/>
                </a:lnTo>
                <a:lnTo>
                  <a:pt x="635" y="84582"/>
                </a:lnTo>
                <a:lnTo>
                  <a:pt x="1028" y="85039"/>
                </a:lnTo>
                <a:close/>
              </a:path>
              <a:path w="281304" h="295910">
                <a:moveTo>
                  <a:pt x="281178" y="291211"/>
                </a:moveTo>
                <a:lnTo>
                  <a:pt x="280543" y="290004"/>
                </a:lnTo>
                <a:lnTo>
                  <a:pt x="278892" y="287312"/>
                </a:lnTo>
                <a:lnTo>
                  <a:pt x="277749" y="285127"/>
                </a:lnTo>
                <a:lnTo>
                  <a:pt x="276872" y="283870"/>
                </a:lnTo>
                <a:lnTo>
                  <a:pt x="274574" y="280631"/>
                </a:lnTo>
                <a:lnTo>
                  <a:pt x="271018" y="275958"/>
                </a:lnTo>
                <a:lnTo>
                  <a:pt x="268478" y="271678"/>
                </a:lnTo>
                <a:lnTo>
                  <a:pt x="238252" y="239268"/>
                </a:lnTo>
                <a:lnTo>
                  <a:pt x="237871" y="238887"/>
                </a:lnTo>
                <a:lnTo>
                  <a:pt x="228219" y="230771"/>
                </a:lnTo>
                <a:lnTo>
                  <a:pt x="227965" y="230505"/>
                </a:lnTo>
                <a:lnTo>
                  <a:pt x="216535" y="221424"/>
                </a:lnTo>
                <a:lnTo>
                  <a:pt x="204851" y="212267"/>
                </a:lnTo>
                <a:lnTo>
                  <a:pt x="192151" y="202526"/>
                </a:lnTo>
                <a:lnTo>
                  <a:pt x="180428" y="193687"/>
                </a:lnTo>
                <a:lnTo>
                  <a:pt x="166306" y="182613"/>
                </a:lnTo>
                <a:lnTo>
                  <a:pt x="180301" y="143129"/>
                </a:lnTo>
                <a:lnTo>
                  <a:pt x="193802" y="126111"/>
                </a:lnTo>
                <a:lnTo>
                  <a:pt x="207391" y="108204"/>
                </a:lnTo>
                <a:lnTo>
                  <a:pt x="220726" y="89027"/>
                </a:lnTo>
                <a:lnTo>
                  <a:pt x="229958" y="75272"/>
                </a:lnTo>
                <a:lnTo>
                  <a:pt x="241808" y="57150"/>
                </a:lnTo>
                <a:lnTo>
                  <a:pt x="241935" y="57023"/>
                </a:lnTo>
                <a:lnTo>
                  <a:pt x="249555" y="44704"/>
                </a:lnTo>
                <a:lnTo>
                  <a:pt x="249809" y="44450"/>
                </a:lnTo>
                <a:lnTo>
                  <a:pt x="255143" y="34925"/>
                </a:lnTo>
                <a:lnTo>
                  <a:pt x="255524" y="34290"/>
                </a:lnTo>
                <a:lnTo>
                  <a:pt x="259461" y="26035"/>
                </a:lnTo>
                <a:lnTo>
                  <a:pt x="259588" y="25527"/>
                </a:lnTo>
                <a:lnTo>
                  <a:pt x="262509" y="18288"/>
                </a:lnTo>
                <a:lnTo>
                  <a:pt x="264922" y="12192"/>
                </a:lnTo>
                <a:lnTo>
                  <a:pt x="265049" y="11938"/>
                </a:lnTo>
                <a:lnTo>
                  <a:pt x="266446" y="7747"/>
                </a:lnTo>
                <a:lnTo>
                  <a:pt x="267335" y="5334"/>
                </a:lnTo>
                <a:lnTo>
                  <a:pt x="266446" y="2667"/>
                </a:lnTo>
                <a:lnTo>
                  <a:pt x="264287" y="1270"/>
                </a:lnTo>
                <a:lnTo>
                  <a:pt x="262001" y="0"/>
                </a:lnTo>
                <a:lnTo>
                  <a:pt x="259207" y="254"/>
                </a:lnTo>
                <a:lnTo>
                  <a:pt x="257429" y="2159"/>
                </a:lnTo>
                <a:lnTo>
                  <a:pt x="254381" y="5334"/>
                </a:lnTo>
                <a:lnTo>
                  <a:pt x="249809" y="11176"/>
                </a:lnTo>
                <a:lnTo>
                  <a:pt x="249682" y="11430"/>
                </a:lnTo>
                <a:lnTo>
                  <a:pt x="245237" y="17780"/>
                </a:lnTo>
                <a:lnTo>
                  <a:pt x="240715" y="24168"/>
                </a:lnTo>
                <a:lnTo>
                  <a:pt x="233426" y="33528"/>
                </a:lnTo>
                <a:lnTo>
                  <a:pt x="224663" y="44958"/>
                </a:lnTo>
                <a:lnTo>
                  <a:pt x="219227" y="51866"/>
                </a:lnTo>
                <a:lnTo>
                  <a:pt x="201523" y="74917"/>
                </a:lnTo>
                <a:lnTo>
                  <a:pt x="201434" y="75082"/>
                </a:lnTo>
                <a:lnTo>
                  <a:pt x="186791" y="93675"/>
                </a:lnTo>
                <a:lnTo>
                  <a:pt x="172847" y="110324"/>
                </a:lnTo>
                <a:lnTo>
                  <a:pt x="158750" y="126619"/>
                </a:lnTo>
                <a:lnTo>
                  <a:pt x="144907" y="143002"/>
                </a:lnTo>
                <a:lnTo>
                  <a:pt x="144780" y="143129"/>
                </a:lnTo>
                <a:lnTo>
                  <a:pt x="134251" y="155803"/>
                </a:lnTo>
                <a:lnTo>
                  <a:pt x="133096" y="154813"/>
                </a:lnTo>
                <a:lnTo>
                  <a:pt x="132842" y="154686"/>
                </a:lnTo>
                <a:lnTo>
                  <a:pt x="101485" y="128879"/>
                </a:lnTo>
                <a:lnTo>
                  <a:pt x="101193" y="128676"/>
                </a:lnTo>
                <a:lnTo>
                  <a:pt x="84963" y="114808"/>
                </a:lnTo>
                <a:lnTo>
                  <a:pt x="72898" y="104648"/>
                </a:lnTo>
                <a:lnTo>
                  <a:pt x="72644" y="104521"/>
                </a:lnTo>
                <a:lnTo>
                  <a:pt x="60706" y="94996"/>
                </a:lnTo>
                <a:lnTo>
                  <a:pt x="59944" y="94488"/>
                </a:lnTo>
                <a:lnTo>
                  <a:pt x="48641" y="86487"/>
                </a:lnTo>
                <a:lnTo>
                  <a:pt x="40132" y="81407"/>
                </a:lnTo>
                <a:lnTo>
                  <a:pt x="39624" y="81153"/>
                </a:lnTo>
                <a:lnTo>
                  <a:pt x="32385" y="77089"/>
                </a:lnTo>
                <a:lnTo>
                  <a:pt x="23799" y="72771"/>
                </a:lnTo>
                <a:lnTo>
                  <a:pt x="23596" y="72669"/>
                </a:lnTo>
                <a:lnTo>
                  <a:pt x="23596" y="92290"/>
                </a:lnTo>
                <a:lnTo>
                  <a:pt x="23533" y="90551"/>
                </a:lnTo>
                <a:lnTo>
                  <a:pt x="23533" y="90424"/>
                </a:lnTo>
                <a:lnTo>
                  <a:pt x="23495" y="88315"/>
                </a:lnTo>
                <a:lnTo>
                  <a:pt x="23596" y="92290"/>
                </a:lnTo>
                <a:lnTo>
                  <a:pt x="23596" y="72669"/>
                </a:lnTo>
                <a:lnTo>
                  <a:pt x="23495" y="86487"/>
                </a:lnTo>
                <a:lnTo>
                  <a:pt x="23495" y="86868"/>
                </a:lnTo>
                <a:lnTo>
                  <a:pt x="23329" y="87122"/>
                </a:lnTo>
                <a:lnTo>
                  <a:pt x="23393" y="86868"/>
                </a:lnTo>
                <a:lnTo>
                  <a:pt x="23495" y="86487"/>
                </a:lnTo>
                <a:lnTo>
                  <a:pt x="23495" y="72618"/>
                </a:lnTo>
                <a:lnTo>
                  <a:pt x="18453" y="70078"/>
                </a:lnTo>
                <a:lnTo>
                  <a:pt x="18656" y="70167"/>
                </a:lnTo>
                <a:lnTo>
                  <a:pt x="23799" y="72771"/>
                </a:lnTo>
                <a:lnTo>
                  <a:pt x="23368" y="71882"/>
                </a:lnTo>
                <a:lnTo>
                  <a:pt x="19367" y="70383"/>
                </a:lnTo>
                <a:lnTo>
                  <a:pt x="18808" y="70167"/>
                </a:lnTo>
                <a:lnTo>
                  <a:pt x="18237" y="69977"/>
                </a:lnTo>
                <a:lnTo>
                  <a:pt x="17703" y="69621"/>
                </a:lnTo>
                <a:lnTo>
                  <a:pt x="13589" y="67564"/>
                </a:lnTo>
                <a:lnTo>
                  <a:pt x="12827" y="67741"/>
                </a:lnTo>
                <a:lnTo>
                  <a:pt x="12065" y="67437"/>
                </a:lnTo>
                <a:lnTo>
                  <a:pt x="8890" y="68618"/>
                </a:lnTo>
                <a:lnTo>
                  <a:pt x="7366" y="68961"/>
                </a:lnTo>
                <a:lnTo>
                  <a:pt x="7112" y="69291"/>
                </a:lnTo>
                <a:lnTo>
                  <a:pt x="5372" y="69938"/>
                </a:lnTo>
                <a:lnTo>
                  <a:pt x="5308" y="70383"/>
                </a:lnTo>
                <a:lnTo>
                  <a:pt x="3340" y="74129"/>
                </a:lnTo>
                <a:lnTo>
                  <a:pt x="1168" y="77089"/>
                </a:lnTo>
                <a:lnTo>
                  <a:pt x="546" y="77978"/>
                </a:lnTo>
                <a:lnTo>
                  <a:pt x="431" y="79692"/>
                </a:lnTo>
                <a:lnTo>
                  <a:pt x="0" y="80518"/>
                </a:lnTo>
                <a:lnTo>
                  <a:pt x="571" y="82994"/>
                </a:lnTo>
                <a:lnTo>
                  <a:pt x="927" y="84582"/>
                </a:lnTo>
                <a:lnTo>
                  <a:pt x="1028" y="85039"/>
                </a:lnTo>
                <a:lnTo>
                  <a:pt x="1371" y="86487"/>
                </a:lnTo>
                <a:lnTo>
                  <a:pt x="1460" y="86868"/>
                </a:lnTo>
                <a:lnTo>
                  <a:pt x="1524" y="87122"/>
                </a:lnTo>
                <a:lnTo>
                  <a:pt x="5092" y="89535"/>
                </a:lnTo>
                <a:lnTo>
                  <a:pt x="4686" y="89027"/>
                </a:lnTo>
                <a:lnTo>
                  <a:pt x="5295" y="89674"/>
                </a:lnTo>
                <a:lnTo>
                  <a:pt x="6819" y="91274"/>
                </a:lnTo>
                <a:lnTo>
                  <a:pt x="7988" y="92290"/>
                </a:lnTo>
                <a:lnTo>
                  <a:pt x="8216" y="92494"/>
                </a:lnTo>
                <a:lnTo>
                  <a:pt x="8356" y="92837"/>
                </a:lnTo>
                <a:lnTo>
                  <a:pt x="8369" y="92964"/>
                </a:lnTo>
                <a:lnTo>
                  <a:pt x="8559" y="93319"/>
                </a:lnTo>
                <a:lnTo>
                  <a:pt x="9779" y="96266"/>
                </a:lnTo>
                <a:lnTo>
                  <a:pt x="11315" y="99910"/>
                </a:lnTo>
                <a:lnTo>
                  <a:pt x="12979" y="104521"/>
                </a:lnTo>
                <a:lnTo>
                  <a:pt x="13716" y="106299"/>
                </a:lnTo>
                <a:lnTo>
                  <a:pt x="16256" y="114046"/>
                </a:lnTo>
                <a:lnTo>
                  <a:pt x="17018" y="116459"/>
                </a:lnTo>
                <a:lnTo>
                  <a:pt x="19558" y="117856"/>
                </a:lnTo>
                <a:lnTo>
                  <a:pt x="21971" y="117221"/>
                </a:lnTo>
                <a:lnTo>
                  <a:pt x="24384" y="116713"/>
                </a:lnTo>
                <a:lnTo>
                  <a:pt x="26035" y="114300"/>
                </a:lnTo>
                <a:lnTo>
                  <a:pt x="25781" y="111760"/>
                </a:lnTo>
                <a:lnTo>
                  <a:pt x="24765" y="104648"/>
                </a:lnTo>
                <a:lnTo>
                  <a:pt x="24638" y="103759"/>
                </a:lnTo>
                <a:lnTo>
                  <a:pt x="24523" y="102984"/>
                </a:lnTo>
                <a:lnTo>
                  <a:pt x="25654" y="103759"/>
                </a:lnTo>
                <a:lnTo>
                  <a:pt x="33197" y="109232"/>
                </a:lnTo>
                <a:lnTo>
                  <a:pt x="42570" y="116713"/>
                </a:lnTo>
                <a:lnTo>
                  <a:pt x="50800" y="123964"/>
                </a:lnTo>
                <a:lnTo>
                  <a:pt x="65278" y="137160"/>
                </a:lnTo>
                <a:lnTo>
                  <a:pt x="81534" y="151638"/>
                </a:lnTo>
                <a:lnTo>
                  <a:pt x="81661" y="151892"/>
                </a:lnTo>
                <a:lnTo>
                  <a:pt x="112776" y="178638"/>
                </a:lnTo>
                <a:lnTo>
                  <a:pt x="114388" y="180060"/>
                </a:lnTo>
                <a:lnTo>
                  <a:pt x="105295" y="190919"/>
                </a:lnTo>
                <a:lnTo>
                  <a:pt x="105130" y="191084"/>
                </a:lnTo>
                <a:lnTo>
                  <a:pt x="94919" y="203034"/>
                </a:lnTo>
                <a:lnTo>
                  <a:pt x="85013" y="214363"/>
                </a:lnTo>
                <a:lnTo>
                  <a:pt x="75946" y="224370"/>
                </a:lnTo>
                <a:lnTo>
                  <a:pt x="68580" y="232422"/>
                </a:lnTo>
                <a:lnTo>
                  <a:pt x="60706" y="240830"/>
                </a:lnTo>
                <a:lnTo>
                  <a:pt x="53136" y="249174"/>
                </a:lnTo>
                <a:lnTo>
                  <a:pt x="50101" y="252412"/>
                </a:lnTo>
                <a:lnTo>
                  <a:pt x="50165" y="252679"/>
                </a:lnTo>
                <a:lnTo>
                  <a:pt x="50380" y="253123"/>
                </a:lnTo>
                <a:lnTo>
                  <a:pt x="50419" y="253657"/>
                </a:lnTo>
                <a:lnTo>
                  <a:pt x="50355" y="253466"/>
                </a:lnTo>
                <a:lnTo>
                  <a:pt x="50253" y="253123"/>
                </a:lnTo>
                <a:lnTo>
                  <a:pt x="50165" y="252831"/>
                </a:lnTo>
                <a:lnTo>
                  <a:pt x="50114" y="252679"/>
                </a:lnTo>
                <a:lnTo>
                  <a:pt x="50038" y="252412"/>
                </a:lnTo>
                <a:lnTo>
                  <a:pt x="49771" y="252679"/>
                </a:lnTo>
                <a:lnTo>
                  <a:pt x="49657" y="252831"/>
                </a:lnTo>
                <a:lnTo>
                  <a:pt x="49339" y="253123"/>
                </a:lnTo>
                <a:lnTo>
                  <a:pt x="49771" y="252679"/>
                </a:lnTo>
                <a:lnTo>
                  <a:pt x="50012" y="252412"/>
                </a:lnTo>
                <a:lnTo>
                  <a:pt x="49110" y="248564"/>
                </a:lnTo>
                <a:lnTo>
                  <a:pt x="48387" y="245656"/>
                </a:lnTo>
                <a:lnTo>
                  <a:pt x="46355" y="237007"/>
                </a:lnTo>
                <a:lnTo>
                  <a:pt x="46189" y="235978"/>
                </a:lnTo>
                <a:lnTo>
                  <a:pt x="46101" y="235407"/>
                </a:lnTo>
                <a:lnTo>
                  <a:pt x="44716" y="234416"/>
                </a:lnTo>
                <a:lnTo>
                  <a:pt x="44691" y="257746"/>
                </a:lnTo>
                <a:lnTo>
                  <a:pt x="43446" y="258432"/>
                </a:lnTo>
                <a:lnTo>
                  <a:pt x="44665" y="257746"/>
                </a:lnTo>
                <a:lnTo>
                  <a:pt x="44691" y="234416"/>
                </a:lnTo>
                <a:lnTo>
                  <a:pt x="43510" y="234416"/>
                </a:lnTo>
                <a:lnTo>
                  <a:pt x="41275" y="234632"/>
                </a:lnTo>
                <a:lnTo>
                  <a:pt x="40005" y="235978"/>
                </a:lnTo>
                <a:lnTo>
                  <a:pt x="39878" y="237617"/>
                </a:lnTo>
                <a:lnTo>
                  <a:pt x="39547" y="245237"/>
                </a:lnTo>
                <a:lnTo>
                  <a:pt x="39497" y="246430"/>
                </a:lnTo>
                <a:lnTo>
                  <a:pt x="39116" y="252412"/>
                </a:lnTo>
                <a:lnTo>
                  <a:pt x="39039" y="253657"/>
                </a:lnTo>
                <a:lnTo>
                  <a:pt x="39217" y="253466"/>
                </a:lnTo>
                <a:lnTo>
                  <a:pt x="39192" y="253657"/>
                </a:lnTo>
                <a:lnTo>
                  <a:pt x="39090" y="254139"/>
                </a:lnTo>
                <a:lnTo>
                  <a:pt x="38989" y="254660"/>
                </a:lnTo>
                <a:lnTo>
                  <a:pt x="39014" y="254139"/>
                </a:lnTo>
                <a:lnTo>
                  <a:pt x="37465" y="259194"/>
                </a:lnTo>
                <a:lnTo>
                  <a:pt x="37439" y="259435"/>
                </a:lnTo>
                <a:lnTo>
                  <a:pt x="34036" y="271970"/>
                </a:lnTo>
                <a:lnTo>
                  <a:pt x="44958" y="285089"/>
                </a:lnTo>
                <a:lnTo>
                  <a:pt x="52959" y="284480"/>
                </a:lnTo>
                <a:lnTo>
                  <a:pt x="54267" y="284480"/>
                </a:lnTo>
                <a:lnTo>
                  <a:pt x="84848" y="261124"/>
                </a:lnTo>
                <a:lnTo>
                  <a:pt x="99187" y="245478"/>
                </a:lnTo>
                <a:lnTo>
                  <a:pt x="99441" y="245237"/>
                </a:lnTo>
                <a:lnTo>
                  <a:pt x="108839" y="234416"/>
                </a:lnTo>
                <a:lnTo>
                  <a:pt x="108966" y="234175"/>
                </a:lnTo>
                <a:lnTo>
                  <a:pt x="119126" y="221983"/>
                </a:lnTo>
                <a:lnTo>
                  <a:pt x="119253" y="221754"/>
                </a:lnTo>
                <a:lnTo>
                  <a:pt x="128524" y="210121"/>
                </a:lnTo>
                <a:lnTo>
                  <a:pt x="128651" y="209981"/>
                </a:lnTo>
                <a:lnTo>
                  <a:pt x="136728" y="199555"/>
                </a:lnTo>
                <a:lnTo>
                  <a:pt x="145034" y="206730"/>
                </a:lnTo>
                <a:lnTo>
                  <a:pt x="145415" y="206997"/>
                </a:lnTo>
                <a:lnTo>
                  <a:pt x="159639" y="218643"/>
                </a:lnTo>
                <a:lnTo>
                  <a:pt x="159893" y="218821"/>
                </a:lnTo>
                <a:lnTo>
                  <a:pt x="184658" y="238264"/>
                </a:lnTo>
                <a:lnTo>
                  <a:pt x="226822" y="270332"/>
                </a:lnTo>
                <a:lnTo>
                  <a:pt x="260743" y="289725"/>
                </a:lnTo>
                <a:lnTo>
                  <a:pt x="265811" y="291795"/>
                </a:lnTo>
                <a:lnTo>
                  <a:pt x="270510" y="293458"/>
                </a:lnTo>
                <a:lnTo>
                  <a:pt x="271272" y="293674"/>
                </a:lnTo>
                <a:lnTo>
                  <a:pt x="273939" y="294220"/>
                </a:lnTo>
                <a:lnTo>
                  <a:pt x="276606" y="295021"/>
                </a:lnTo>
                <a:lnTo>
                  <a:pt x="277876" y="295427"/>
                </a:lnTo>
                <a:lnTo>
                  <a:pt x="279184" y="295021"/>
                </a:lnTo>
                <a:lnTo>
                  <a:pt x="279349" y="295021"/>
                </a:lnTo>
                <a:lnTo>
                  <a:pt x="281178" y="292735"/>
                </a:lnTo>
                <a:lnTo>
                  <a:pt x="281178" y="29121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17695" y="1263522"/>
            <a:ext cx="283845" cy="330835"/>
          </a:xfrm>
          <a:custGeom>
            <a:avLst/>
            <a:gdLst/>
            <a:ahLst/>
            <a:cxnLst/>
            <a:rect l="l" t="t" r="r" b="b"/>
            <a:pathLst>
              <a:path w="283845" h="330834">
                <a:moveTo>
                  <a:pt x="283337" y="325882"/>
                </a:moveTo>
                <a:lnTo>
                  <a:pt x="282448" y="324358"/>
                </a:lnTo>
                <a:lnTo>
                  <a:pt x="280162" y="320548"/>
                </a:lnTo>
                <a:lnTo>
                  <a:pt x="279908" y="320167"/>
                </a:lnTo>
                <a:lnTo>
                  <a:pt x="275844" y="314591"/>
                </a:lnTo>
                <a:lnTo>
                  <a:pt x="275755" y="314464"/>
                </a:lnTo>
                <a:lnTo>
                  <a:pt x="273329" y="309880"/>
                </a:lnTo>
                <a:lnTo>
                  <a:pt x="273177" y="309651"/>
                </a:lnTo>
                <a:lnTo>
                  <a:pt x="272923" y="309118"/>
                </a:lnTo>
                <a:lnTo>
                  <a:pt x="249301" y="270129"/>
                </a:lnTo>
                <a:lnTo>
                  <a:pt x="249047" y="269748"/>
                </a:lnTo>
                <a:lnTo>
                  <a:pt x="233299" y="252488"/>
                </a:lnTo>
                <a:lnTo>
                  <a:pt x="225298" y="243459"/>
                </a:lnTo>
                <a:lnTo>
                  <a:pt x="215773" y="232918"/>
                </a:lnTo>
                <a:lnTo>
                  <a:pt x="205613" y="221869"/>
                </a:lnTo>
                <a:lnTo>
                  <a:pt x="205486" y="221615"/>
                </a:lnTo>
                <a:lnTo>
                  <a:pt x="194310" y="209931"/>
                </a:lnTo>
                <a:lnTo>
                  <a:pt x="181864" y="197231"/>
                </a:lnTo>
                <a:lnTo>
                  <a:pt x="172364" y="187909"/>
                </a:lnTo>
                <a:lnTo>
                  <a:pt x="166624" y="182245"/>
                </a:lnTo>
                <a:lnTo>
                  <a:pt x="150787" y="167043"/>
                </a:lnTo>
                <a:lnTo>
                  <a:pt x="161671" y="154305"/>
                </a:lnTo>
                <a:lnTo>
                  <a:pt x="161925" y="153924"/>
                </a:lnTo>
                <a:lnTo>
                  <a:pt x="177292" y="134747"/>
                </a:lnTo>
                <a:lnTo>
                  <a:pt x="177546" y="134493"/>
                </a:lnTo>
                <a:lnTo>
                  <a:pt x="191262" y="116332"/>
                </a:lnTo>
                <a:lnTo>
                  <a:pt x="191389" y="116078"/>
                </a:lnTo>
                <a:lnTo>
                  <a:pt x="202577" y="100596"/>
                </a:lnTo>
                <a:lnTo>
                  <a:pt x="217932" y="79502"/>
                </a:lnTo>
                <a:lnTo>
                  <a:pt x="218059" y="79248"/>
                </a:lnTo>
                <a:lnTo>
                  <a:pt x="227711" y="65278"/>
                </a:lnTo>
                <a:lnTo>
                  <a:pt x="235458" y="53721"/>
                </a:lnTo>
                <a:lnTo>
                  <a:pt x="235585" y="53467"/>
                </a:lnTo>
                <a:lnTo>
                  <a:pt x="241808" y="43307"/>
                </a:lnTo>
                <a:lnTo>
                  <a:pt x="241935" y="43053"/>
                </a:lnTo>
                <a:lnTo>
                  <a:pt x="247650" y="33147"/>
                </a:lnTo>
                <a:lnTo>
                  <a:pt x="247777" y="32766"/>
                </a:lnTo>
                <a:lnTo>
                  <a:pt x="251460" y="25654"/>
                </a:lnTo>
                <a:lnTo>
                  <a:pt x="255143" y="18415"/>
                </a:lnTo>
                <a:lnTo>
                  <a:pt x="255270" y="18034"/>
                </a:lnTo>
                <a:lnTo>
                  <a:pt x="257302" y="13335"/>
                </a:lnTo>
                <a:lnTo>
                  <a:pt x="259461" y="8763"/>
                </a:lnTo>
                <a:lnTo>
                  <a:pt x="260604" y="6223"/>
                </a:lnTo>
                <a:lnTo>
                  <a:pt x="259715" y="3175"/>
                </a:lnTo>
                <a:lnTo>
                  <a:pt x="257429" y="1651"/>
                </a:lnTo>
                <a:lnTo>
                  <a:pt x="255016" y="0"/>
                </a:lnTo>
                <a:lnTo>
                  <a:pt x="251968" y="381"/>
                </a:lnTo>
                <a:lnTo>
                  <a:pt x="249936" y="2413"/>
                </a:lnTo>
                <a:lnTo>
                  <a:pt x="242824" y="10033"/>
                </a:lnTo>
                <a:lnTo>
                  <a:pt x="242570" y="10414"/>
                </a:lnTo>
                <a:lnTo>
                  <a:pt x="237490" y="16891"/>
                </a:lnTo>
                <a:lnTo>
                  <a:pt x="232664" y="23114"/>
                </a:lnTo>
                <a:lnTo>
                  <a:pt x="225679" y="32258"/>
                </a:lnTo>
                <a:lnTo>
                  <a:pt x="218440" y="41529"/>
                </a:lnTo>
                <a:lnTo>
                  <a:pt x="170040" y="101854"/>
                </a:lnTo>
                <a:lnTo>
                  <a:pt x="140563" y="136588"/>
                </a:lnTo>
                <a:lnTo>
                  <a:pt x="129984" y="147891"/>
                </a:lnTo>
                <a:lnTo>
                  <a:pt x="121793" y="140335"/>
                </a:lnTo>
                <a:lnTo>
                  <a:pt x="107950" y="127762"/>
                </a:lnTo>
                <a:lnTo>
                  <a:pt x="107823" y="127762"/>
                </a:lnTo>
                <a:lnTo>
                  <a:pt x="92075" y="113665"/>
                </a:lnTo>
                <a:lnTo>
                  <a:pt x="91821" y="113411"/>
                </a:lnTo>
                <a:lnTo>
                  <a:pt x="79248" y="102997"/>
                </a:lnTo>
                <a:lnTo>
                  <a:pt x="78994" y="102743"/>
                </a:lnTo>
                <a:lnTo>
                  <a:pt x="67056" y="93218"/>
                </a:lnTo>
                <a:lnTo>
                  <a:pt x="66675" y="92964"/>
                </a:lnTo>
                <a:lnTo>
                  <a:pt x="65112" y="91821"/>
                </a:lnTo>
                <a:lnTo>
                  <a:pt x="57023" y="85852"/>
                </a:lnTo>
                <a:lnTo>
                  <a:pt x="56769" y="85598"/>
                </a:lnTo>
                <a:lnTo>
                  <a:pt x="48133" y="79629"/>
                </a:lnTo>
                <a:lnTo>
                  <a:pt x="47371" y="79248"/>
                </a:lnTo>
                <a:lnTo>
                  <a:pt x="38862" y="74295"/>
                </a:lnTo>
                <a:lnTo>
                  <a:pt x="36703" y="73406"/>
                </a:lnTo>
                <a:lnTo>
                  <a:pt x="27432" y="70485"/>
                </a:lnTo>
                <a:lnTo>
                  <a:pt x="22733" y="70231"/>
                </a:lnTo>
                <a:lnTo>
                  <a:pt x="18288" y="71120"/>
                </a:lnTo>
                <a:lnTo>
                  <a:pt x="14859" y="71755"/>
                </a:lnTo>
                <a:lnTo>
                  <a:pt x="12319" y="74549"/>
                </a:lnTo>
                <a:lnTo>
                  <a:pt x="11303" y="81407"/>
                </a:lnTo>
                <a:lnTo>
                  <a:pt x="13081" y="84836"/>
                </a:lnTo>
                <a:lnTo>
                  <a:pt x="16129" y="86487"/>
                </a:lnTo>
                <a:lnTo>
                  <a:pt x="20066" y="88519"/>
                </a:lnTo>
                <a:lnTo>
                  <a:pt x="28092" y="92430"/>
                </a:lnTo>
                <a:lnTo>
                  <a:pt x="33464" y="96469"/>
                </a:lnTo>
                <a:lnTo>
                  <a:pt x="62484" y="122174"/>
                </a:lnTo>
                <a:lnTo>
                  <a:pt x="102489" y="160782"/>
                </a:lnTo>
                <a:lnTo>
                  <a:pt x="110490" y="168732"/>
                </a:lnTo>
                <a:lnTo>
                  <a:pt x="109855" y="169418"/>
                </a:lnTo>
                <a:lnTo>
                  <a:pt x="94869" y="185166"/>
                </a:lnTo>
                <a:lnTo>
                  <a:pt x="79756" y="201549"/>
                </a:lnTo>
                <a:lnTo>
                  <a:pt x="67818" y="214630"/>
                </a:lnTo>
                <a:lnTo>
                  <a:pt x="48387" y="235458"/>
                </a:lnTo>
                <a:lnTo>
                  <a:pt x="40132" y="244094"/>
                </a:lnTo>
                <a:lnTo>
                  <a:pt x="25730" y="259651"/>
                </a:lnTo>
                <a:lnTo>
                  <a:pt x="20637" y="264985"/>
                </a:lnTo>
                <a:lnTo>
                  <a:pt x="19304" y="266230"/>
                </a:lnTo>
                <a:lnTo>
                  <a:pt x="19304" y="275336"/>
                </a:lnTo>
                <a:lnTo>
                  <a:pt x="19215" y="275196"/>
                </a:lnTo>
                <a:lnTo>
                  <a:pt x="19215" y="273265"/>
                </a:lnTo>
                <a:lnTo>
                  <a:pt x="18872" y="272973"/>
                </a:lnTo>
                <a:lnTo>
                  <a:pt x="19265" y="273265"/>
                </a:lnTo>
                <a:lnTo>
                  <a:pt x="19304" y="275336"/>
                </a:lnTo>
                <a:lnTo>
                  <a:pt x="19304" y="266230"/>
                </a:lnTo>
                <a:lnTo>
                  <a:pt x="18707" y="266814"/>
                </a:lnTo>
                <a:lnTo>
                  <a:pt x="18389" y="267093"/>
                </a:lnTo>
                <a:lnTo>
                  <a:pt x="18681" y="266814"/>
                </a:lnTo>
                <a:lnTo>
                  <a:pt x="18313" y="266319"/>
                </a:lnTo>
                <a:lnTo>
                  <a:pt x="17907" y="265811"/>
                </a:lnTo>
                <a:lnTo>
                  <a:pt x="14732" y="265303"/>
                </a:lnTo>
                <a:lnTo>
                  <a:pt x="13335" y="266319"/>
                </a:lnTo>
                <a:lnTo>
                  <a:pt x="12700" y="267716"/>
                </a:lnTo>
                <a:lnTo>
                  <a:pt x="10922" y="272923"/>
                </a:lnTo>
                <a:lnTo>
                  <a:pt x="10807" y="273265"/>
                </a:lnTo>
                <a:lnTo>
                  <a:pt x="11430" y="272542"/>
                </a:lnTo>
                <a:lnTo>
                  <a:pt x="11201" y="272923"/>
                </a:lnTo>
                <a:lnTo>
                  <a:pt x="10807" y="273265"/>
                </a:lnTo>
                <a:lnTo>
                  <a:pt x="10541" y="274066"/>
                </a:lnTo>
                <a:lnTo>
                  <a:pt x="10807" y="273265"/>
                </a:lnTo>
                <a:lnTo>
                  <a:pt x="9156" y="275196"/>
                </a:lnTo>
                <a:lnTo>
                  <a:pt x="9029" y="275336"/>
                </a:lnTo>
                <a:lnTo>
                  <a:pt x="8509" y="275717"/>
                </a:lnTo>
                <a:lnTo>
                  <a:pt x="5715" y="278892"/>
                </a:lnTo>
                <a:lnTo>
                  <a:pt x="4699" y="280377"/>
                </a:lnTo>
                <a:lnTo>
                  <a:pt x="1397" y="284226"/>
                </a:lnTo>
                <a:lnTo>
                  <a:pt x="1270" y="285394"/>
                </a:lnTo>
                <a:lnTo>
                  <a:pt x="0" y="287274"/>
                </a:lnTo>
                <a:lnTo>
                  <a:pt x="1524" y="296037"/>
                </a:lnTo>
                <a:lnTo>
                  <a:pt x="5397" y="298831"/>
                </a:lnTo>
                <a:lnTo>
                  <a:pt x="6350" y="300609"/>
                </a:lnTo>
                <a:lnTo>
                  <a:pt x="6578" y="300990"/>
                </a:lnTo>
                <a:lnTo>
                  <a:pt x="6832" y="301294"/>
                </a:lnTo>
                <a:lnTo>
                  <a:pt x="12623" y="304025"/>
                </a:lnTo>
                <a:lnTo>
                  <a:pt x="14097" y="305054"/>
                </a:lnTo>
                <a:lnTo>
                  <a:pt x="22860" y="303657"/>
                </a:lnTo>
                <a:lnTo>
                  <a:pt x="24638" y="301294"/>
                </a:lnTo>
                <a:lnTo>
                  <a:pt x="25527" y="300990"/>
                </a:lnTo>
                <a:lnTo>
                  <a:pt x="49911" y="281305"/>
                </a:lnTo>
                <a:lnTo>
                  <a:pt x="56134" y="274447"/>
                </a:lnTo>
                <a:lnTo>
                  <a:pt x="80899" y="246888"/>
                </a:lnTo>
                <a:lnTo>
                  <a:pt x="91059" y="235458"/>
                </a:lnTo>
                <a:lnTo>
                  <a:pt x="102616" y="221996"/>
                </a:lnTo>
                <a:lnTo>
                  <a:pt x="117094" y="205359"/>
                </a:lnTo>
                <a:lnTo>
                  <a:pt x="131279" y="189344"/>
                </a:lnTo>
                <a:lnTo>
                  <a:pt x="137795" y="195783"/>
                </a:lnTo>
                <a:lnTo>
                  <a:pt x="145669" y="203708"/>
                </a:lnTo>
                <a:lnTo>
                  <a:pt x="156273" y="214706"/>
                </a:lnTo>
                <a:lnTo>
                  <a:pt x="159943" y="218643"/>
                </a:lnTo>
                <a:lnTo>
                  <a:pt x="159842" y="218414"/>
                </a:lnTo>
                <a:lnTo>
                  <a:pt x="192278" y="254000"/>
                </a:lnTo>
                <a:lnTo>
                  <a:pt x="201803" y="264795"/>
                </a:lnTo>
                <a:lnTo>
                  <a:pt x="209931" y="273558"/>
                </a:lnTo>
                <a:lnTo>
                  <a:pt x="210185" y="273939"/>
                </a:lnTo>
                <a:lnTo>
                  <a:pt x="218821" y="282829"/>
                </a:lnTo>
                <a:lnTo>
                  <a:pt x="227203" y="291084"/>
                </a:lnTo>
                <a:lnTo>
                  <a:pt x="234950" y="298323"/>
                </a:lnTo>
                <a:lnTo>
                  <a:pt x="235712" y="299085"/>
                </a:lnTo>
                <a:lnTo>
                  <a:pt x="241935" y="304165"/>
                </a:lnTo>
                <a:lnTo>
                  <a:pt x="254952" y="315264"/>
                </a:lnTo>
                <a:lnTo>
                  <a:pt x="255270" y="315468"/>
                </a:lnTo>
                <a:lnTo>
                  <a:pt x="260731" y="319786"/>
                </a:lnTo>
                <a:lnTo>
                  <a:pt x="266446" y="323977"/>
                </a:lnTo>
                <a:lnTo>
                  <a:pt x="267030" y="324358"/>
                </a:lnTo>
                <a:lnTo>
                  <a:pt x="272999" y="328041"/>
                </a:lnTo>
                <a:lnTo>
                  <a:pt x="273304" y="328041"/>
                </a:lnTo>
                <a:lnTo>
                  <a:pt x="277241" y="330073"/>
                </a:lnTo>
                <a:lnTo>
                  <a:pt x="278892" y="330835"/>
                </a:lnTo>
                <a:lnTo>
                  <a:pt x="280797" y="330454"/>
                </a:lnTo>
                <a:lnTo>
                  <a:pt x="281940" y="329057"/>
                </a:lnTo>
                <a:lnTo>
                  <a:pt x="282854" y="328041"/>
                </a:lnTo>
                <a:lnTo>
                  <a:pt x="283044" y="328041"/>
                </a:lnTo>
                <a:lnTo>
                  <a:pt x="283337" y="3258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44289" y="1943861"/>
            <a:ext cx="297815" cy="354330"/>
          </a:xfrm>
          <a:custGeom>
            <a:avLst/>
            <a:gdLst/>
            <a:ahLst/>
            <a:cxnLst/>
            <a:rect l="l" t="t" r="r" b="b"/>
            <a:pathLst>
              <a:path w="297814" h="354330">
                <a:moveTo>
                  <a:pt x="125422" y="150517"/>
                </a:moveTo>
                <a:lnTo>
                  <a:pt x="108351" y="167423"/>
                </a:lnTo>
                <a:lnTo>
                  <a:pt x="105929" y="169865"/>
                </a:lnTo>
                <a:lnTo>
                  <a:pt x="117475" y="186943"/>
                </a:lnTo>
                <a:lnTo>
                  <a:pt x="131190" y="207010"/>
                </a:lnTo>
                <a:lnTo>
                  <a:pt x="131409" y="207517"/>
                </a:lnTo>
                <a:lnTo>
                  <a:pt x="145287" y="226822"/>
                </a:lnTo>
                <a:lnTo>
                  <a:pt x="159131" y="245490"/>
                </a:lnTo>
                <a:lnTo>
                  <a:pt x="172596" y="263930"/>
                </a:lnTo>
                <a:lnTo>
                  <a:pt x="173788" y="265507"/>
                </a:lnTo>
                <a:lnTo>
                  <a:pt x="186149" y="282193"/>
                </a:lnTo>
                <a:lnTo>
                  <a:pt x="186309" y="282193"/>
                </a:lnTo>
                <a:lnTo>
                  <a:pt x="197612" y="296799"/>
                </a:lnTo>
                <a:lnTo>
                  <a:pt x="197738" y="297052"/>
                </a:lnTo>
                <a:lnTo>
                  <a:pt x="207390" y="308737"/>
                </a:lnTo>
                <a:lnTo>
                  <a:pt x="207772" y="309245"/>
                </a:lnTo>
                <a:lnTo>
                  <a:pt x="216281" y="318897"/>
                </a:lnTo>
                <a:lnTo>
                  <a:pt x="216915" y="319532"/>
                </a:lnTo>
                <a:lnTo>
                  <a:pt x="224916" y="327787"/>
                </a:lnTo>
                <a:lnTo>
                  <a:pt x="258508" y="349885"/>
                </a:lnTo>
                <a:lnTo>
                  <a:pt x="258652" y="349885"/>
                </a:lnTo>
                <a:lnTo>
                  <a:pt x="268350" y="352551"/>
                </a:lnTo>
                <a:lnTo>
                  <a:pt x="275589" y="353567"/>
                </a:lnTo>
                <a:lnTo>
                  <a:pt x="281050" y="353949"/>
                </a:lnTo>
                <a:lnTo>
                  <a:pt x="282194" y="353949"/>
                </a:lnTo>
                <a:lnTo>
                  <a:pt x="286638" y="353567"/>
                </a:lnTo>
                <a:lnTo>
                  <a:pt x="287574" y="353567"/>
                </a:lnTo>
                <a:lnTo>
                  <a:pt x="292226" y="351916"/>
                </a:lnTo>
                <a:lnTo>
                  <a:pt x="292481" y="351916"/>
                </a:lnTo>
                <a:lnTo>
                  <a:pt x="295275" y="350520"/>
                </a:lnTo>
                <a:lnTo>
                  <a:pt x="296799" y="349885"/>
                </a:lnTo>
                <a:lnTo>
                  <a:pt x="297688" y="348488"/>
                </a:lnTo>
                <a:lnTo>
                  <a:pt x="297688" y="345439"/>
                </a:lnTo>
                <a:lnTo>
                  <a:pt x="296799" y="344042"/>
                </a:lnTo>
                <a:lnTo>
                  <a:pt x="295275" y="343408"/>
                </a:lnTo>
                <a:lnTo>
                  <a:pt x="292735" y="342264"/>
                </a:lnTo>
                <a:lnTo>
                  <a:pt x="292226" y="342011"/>
                </a:lnTo>
                <a:lnTo>
                  <a:pt x="290652" y="341502"/>
                </a:lnTo>
                <a:lnTo>
                  <a:pt x="289813" y="341502"/>
                </a:lnTo>
                <a:lnTo>
                  <a:pt x="288289" y="340740"/>
                </a:lnTo>
                <a:lnTo>
                  <a:pt x="288670" y="340740"/>
                </a:lnTo>
                <a:lnTo>
                  <a:pt x="286160" y="339080"/>
                </a:lnTo>
                <a:lnTo>
                  <a:pt x="282833" y="336423"/>
                </a:lnTo>
                <a:lnTo>
                  <a:pt x="282701" y="336423"/>
                </a:lnTo>
                <a:lnTo>
                  <a:pt x="282194" y="335914"/>
                </a:lnTo>
                <a:lnTo>
                  <a:pt x="281697" y="335534"/>
                </a:lnTo>
                <a:lnTo>
                  <a:pt x="277749" y="332104"/>
                </a:lnTo>
                <a:lnTo>
                  <a:pt x="271652" y="327025"/>
                </a:lnTo>
                <a:lnTo>
                  <a:pt x="266064" y="322579"/>
                </a:lnTo>
                <a:lnTo>
                  <a:pt x="265811" y="322325"/>
                </a:lnTo>
                <a:lnTo>
                  <a:pt x="260556" y="318408"/>
                </a:lnTo>
                <a:lnTo>
                  <a:pt x="254051" y="313003"/>
                </a:lnTo>
                <a:lnTo>
                  <a:pt x="253471" y="312569"/>
                </a:lnTo>
                <a:lnTo>
                  <a:pt x="246125" y="305815"/>
                </a:lnTo>
                <a:lnTo>
                  <a:pt x="239196" y="298646"/>
                </a:lnTo>
                <a:lnTo>
                  <a:pt x="238952" y="298273"/>
                </a:lnTo>
                <a:lnTo>
                  <a:pt x="238721" y="298115"/>
                </a:lnTo>
                <a:lnTo>
                  <a:pt x="231823" y="290399"/>
                </a:lnTo>
                <a:lnTo>
                  <a:pt x="221844" y="278760"/>
                </a:lnTo>
                <a:lnTo>
                  <a:pt x="211295" y="265668"/>
                </a:lnTo>
                <a:lnTo>
                  <a:pt x="210717" y="264922"/>
                </a:lnTo>
                <a:lnTo>
                  <a:pt x="209901" y="263930"/>
                </a:lnTo>
                <a:lnTo>
                  <a:pt x="209712" y="263624"/>
                </a:lnTo>
                <a:lnTo>
                  <a:pt x="196850" y="247014"/>
                </a:lnTo>
                <a:lnTo>
                  <a:pt x="168372" y="209930"/>
                </a:lnTo>
                <a:lnTo>
                  <a:pt x="155608" y="192839"/>
                </a:lnTo>
                <a:lnTo>
                  <a:pt x="154937" y="191897"/>
                </a:lnTo>
                <a:lnTo>
                  <a:pt x="154263" y="191038"/>
                </a:lnTo>
                <a:lnTo>
                  <a:pt x="154182" y="190880"/>
                </a:lnTo>
                <a:lnTo>
                  <a:pt x="152316" y="188213"/>
                </a:lnTo>
                <a:lnTo>
                  <a:pt x="140208" y="171196"/>
                </a:lnTo>
                <a:lnTo>
                  <a:pt x="140081" y="171068"/>
                </a:lnTo>
                <a:lnTo>
                  <a:pt x="126237" y="151637"/>
                </a:lnTo>
                <a:lnTo>
                  <a:pt x="125984" y="151257"/>
                </a:lnTo>
                <a:lnTo>
                  <a:pt x="125422" y="150517"/>
                </a:lnTo>
                <a:close/>
              </a:path>
              <a:path w="297814" h="354330">
                <a:moveTo>
                  <a:pt x="288289" y="340740"/>
                </a:moveTo>
                <a:lnTo>
                  <a:pt x="289813" y="341502"/>
                </a:lnTo>
                <a:lnTo>
                  <a:pt x="289052" y="340995"/>
                </a:lnTo>
                <a:lnTo>
                  <a:pt x="288289" y="340740"/>
                </a:lnTo>
                <a:close/>
              </a:path>
              <a:path w="297814" h="354330">
                <a:moveTo>
                  <a:pt x="289077" y="340995"/>
                </a:moveTo>
                <a:lnTo>
                  <a:pt x="289813" y="341502"/>
                </a:lnTo>
                <a:lnTo>
                  <a:pt x="290652" y="341502"/>
                </a:lnTo>
                <a:lnTo>
                  <a:pt x="289077" y="340995"/>
                </a:lnTo>
                <a:close/>
              </a:path>
              <a:path w="297814" h="354330">
                <a:moveTo>
                  <a:pt x="288670" y="340740"/>
                </a:moveTo>
                <a:lnTo>
                  <a:pt x="288289" y="340740"/>
                </a:lnTo>
                <a:lnTo>
                  <a:pt x="289077" y="340995"/>
                </a:lnTo>
                <a:lnTo>
                  <a:pt x="288670" y="340740"/>
                </a:lnTo>
                <a:close/>
              </a:path>
              <a:path w="297814" h="354330">
                <a:moveTo>
                  <a:pt x="238848" y="298115"/>
                </a:moveTo>
                <a:lnTo>
                  <a:pt x="238862" y="298273"/>
                </a:lnTo>
                <a:lnTo>
                  <a:pt x="239196" y="298646"/>
                </a:lnTo>
                <a:lnTo>
                  <a:pt x="241321" y="300838"/>
                </a:lnTo>
                <a:lnTo>
                  <a:pt x="239330" y="298646"/>
                </a:lnTo>
                <a:lnTo>
                  <a:pt x="238862" y="298273"/>
                </a:lnTo>
                <a:lnTo>
                  <a:pt x="238992" y="298273"/>
                </a:lnTo>
                <a:lnTo>
                  <a:pt x="238848" y="298115"/>
                </a:lnTo>
                <a:close/>
              </a:path>
              <a:path w="297814" h="354330">
                <a:moveTo>
                  <a:pt x="25882" y="204961"/>
                </a:moveTo>
                <a:lnTo>
                  <a:pt x="23368" y="207517"/>
                </a:lnTo>
                <a:lnTo>
                  <a:pt x="17399" y="213487"/>
                </a:lnTo>
                <a:lnTo>
                  <a:pt x="12638" y="217997"/>
                </a:lnTo>
                <a:lnTo>
                  <a:pt x="12246" y="218312"/>
                </a:lnTo>
                <a:lnTo>
                  <a:pt x="11049" y="219837"/>
                </a:lnTo>
                <a:lnTo>
                  <a:pt x="10795" y="220090"/>
                </a:lnTo>
                <a:lnTo>
                  <a:pt x="2666" y="231393"/>
                </a:lnTo>
                <a:lnTo>
                  <a:pt x="1602" y="232790"/>
                </a:lnTo>
                <a:lnTo>
                  <a:pt x="540" y="234044"/>
                </a:lnTo>
                <a:lnTo>
                  <a:pt x="635" y="238505"/>
                </a:lnTo>
                <a:lnTo>
                  <a:pt x="691" y="239864"/>
                </a:lnTo>
                <a:lnTo>
                  <a:pt x="1015" y="240918"/>
                </a:lnTo>
                <a:lnTo>
                  <a:pt x="2013" y="244348"/>
                </a:lnTo>
                <a:lnTo>
                  <a:pt x="4299" y="247014"/>
                </a:lnTo>
                <a:lnTo>
                  <a:pt x="4479" y="247014"/>
                </a:lnTo>
                <a:lnTo>
                  <a:pt x="8762" y="248920"/>
                </a:lnTo>
                <a:lnTo>
                  <a:pt x="14266" y="250189"/>
                </a:lnTo>
                <a:lnTo>
                  <a:pt x="17525" y="250189"/>
                </a:lnTo>
                <a:lnTo>
                  <a:pt x="20193" y="249554"/>
                </a:lnTo>
                <a:lnTo>
                  <a:pt x="20631" y="249300"/>
                </a:lnTo>
                <a:lnTo>
                  <a:pt x="17776" y="249300"/>
                </a:lnTo>
                <a:lnTo>
                  <a:pt x="22860" y="244348"/>
                </a:lnTo>
                <a:lnTo>
                  <a:pt x="22989" y="241300"/>
                </a:lnTo>
                <a:lnTo>
                  <a:pt x="23108" y="238505"/>
                </a:lnTo>
                <a:lnTo>
                  <a:pt x="23207" y="235838"/>
                </a:lnTo>
                <a:lnTo>
                  <a:pt x="23319" y="232790"/>
                </a:lnTo>
                <a:lnTo>
                  <a:pt x="23435" y="229615"/>
                </a:lnTo>
                <a:lnTo>
                  <a:pt x="23495" y="217297"/>
                </a:lnTo>
                <a:lnTo>
                  <a:pt x="23799" y="216338"/>
                </a:lnTo>
                <a:lnTo>
                  <a:pt x="25146" y="210185"/>
                </a:lnTo>
                <a:lnTo>
                  <a:pt x="25146" y="209930"/>
                </a:lnTo>
                <a:lnTo>
                  <a:pt x="25882" y="204961"/>
                </a:lnTo>
                <a:close/>
              </a:path>
              <a:path w="297814" h="354330">
                <a:moveTo>
                  <a:pt x="691" y="239864"/>
                </a:moveTo>
                <a:lnTo>
                  <a:pt x="751" y="241300"/>
                </a:lnTo>
                <a:lnTo>
                  <a:pt x="878" y="244348"/>
                </a:lnTo>
                <a:lnTo>
                  <a:pt x="888" y="244601"/>
                </a:lnTo>
                <a:lnTo>
                  <a:pt x="5969" y="249300"/>
                </a:lnTo>
                <a:lnTo>
                  <a:pt x="10413" y="249300"/>
                </a:lnTo>
                <a:lnTo>
                  <a:pt x="8762" y="248920"/>
                </a:lnTo>
                <a:lnTo>
                  <a:pt x="4479" y="247014"/>
                </a:lnTo>
                <a:lnTo>
                  <a:pt x="4299" y="247014"/>
                </a:lnTo>
                <a:lnTo>
                  <a:pt x="2013" y="244348"/>
                </a:lnTo>
                <a:lnTo>
                  <a:pt x="691" y="239864"/>
                </a:lnTo>
                <a:close/>
              </a:path>
              <a:path w="297814" h="354330">
                <a:moveTo>
                  <a:pt x="88132" y="145436"/>
                </a:moveTo>
                <a:lnTo>
                  <a:pt x="50164" y="180975"/>
                </a:lnTo>
                <a:lnTo>
                  <a:pt x="42831" y="188213"/>
                </a:lnTo>
                <a:lnTo>
                  <a:pt x="40005" y="190880"/>
                </a:lnTo>
                <a:lnTo>
                  <a:pt x="30987" y="199771"/>
                </a:lnTo>
                <a:lnTo>
                  <a:pt x="25882" y="204961"/>
                </a:lnTo>
                <a:lnTo>
                  <a:pt x="25146" y="209930"/>
                </a:lnTo>
                <a:lnTo>
                  <a:pt x="25146" y="210185"/>
                </a:lnTo>
                <a:lnTo>
                  <a:pt x="23590" y="217297"/>
                </a:lnTo>
                <a:lnTo>
                  <a:pt x="23538" y="226822"/>
                </a:lnTo>
                <a:lnTo>
                  <a:pt x="22860" y="244348"/>
                </a:lnTo>
                <a:lnTo>
                  <a:pt x="17776" y="249300"/>
                </a:lnTo>
                <a:lnTo>
                  <a:pt x="20631" y="249300"/>
                </a:lnTo>
                <a:lnTo>
                  <a:pt x="22386" y="248285"/>
                </a:lnTo>
                <a:lnTo>
                  <a:pt x="26415" y="246125"/>
                </a:lnTo>
                <a:lnTo>
                  <a:pt x="28321" y="244855"/>
                </a:lnTo>
                <a:lnTo>
                  <a:pt x="32765" y="241300"/>
                </a:lnTo>
                <a:lnTo>
                  <a:pt x="33337" y="240918"/>
                </a:lnTo>
                <a:lnTo>
                  <a:pt x="34558" y="239864"/>
                </a:lnTo>
                <a:lnTo>
                  <a:pt x="38608" y="236220"/>
                </a:lnTo>
                <a:lnTo>
                  <a:pt x="39115" y="235838"/>
                </a:lnTo>
                <a:lnTo>
                  <a:pt x="45593" y="229615"/>
                </a:lnTo>
                <a:lnTo>
                  <a:pt x="53212" y="221996"/>
                </a:lnTo>
                <a:lnTo>
                  <a:pt x="62102" y="212978"/>
                </a:lnTo>
                <a:lnTo>
                  <a:pt x="105870" y="169865"/>
                </a:lnTo>
                <a:lnTo>
                  <a:pt x="104278" y="167423"/>
                </a:lnTo>
                <a:lnTo>
                  <a:pt x="103990" y="167098"/>
                </a:lnTo>
                <a:lnTo>
                  <a:pt x="102983" y="165616"/>
                </a:lnTo>
                <a:lnTo>
                  <a:pt x="90199" y="147996"/>
                </a:lnTo>
                <a:lnTo>
                  <a:pt x="88132" y="145436"/>
                </a:lnTo>
                <a:close/>
              </a:path>
              <a:path w="297814" h="354330">
                <a:moveTo>
                  <a:pt x="381" y="234950"/>
                </a:moveTo>
                <a:lnTo>
                  <a:pt x="269" y="235838"/>
                </a:lnTo>
                <a:lnTo>
                  <a:pt x="211" y="236220"/>
                </a:lnTo>
                <a:lnTo>
                  <a:pt x="96" y="236982"/>
                </a:lnTo>
                <a:lnTo>
                  <a:pt x="0" y="237616"/>
                </a:lnTo>
                <a:lnTo>
                  <a:pt x="691" y="239864"/>
                </a:lnTo>
                <a:lnTo>
                  <a:pt x="635" y="238505"/>
                </a:lnTo>
                <a:lnTo>
                  <a:pt x="508" y="236982"/>
                </a:lnTo>
                <a:lnTo>
                  <a:pt x="381" y="234950"/>
                </a:lnTo>
                <a:close/>
              </a:path>
              <a:path w="297814" h="354330">
                <a:moveTo>
                  <a:pt x="9607" y="221741"/>
                </a:moveTo>
                <a:lnTo>
                  <a:pt x="8889" y="221741"/>
                </a:lnTo>
                <a:lnTo>
                  <a:pt x="5587" y="224662"/>
                </a:lnTo>
                <a:lnTo>
                  <a:pt x="540" y="234044"/>
                </a:lnTo>
                <a:lnTo>
                  <a:pt x="1602" y="232790"/>
                </a:lnTo>
                <a:lnTo>
                  <a:pt x="2666" y="231393"/>
                </a:lnTo>
                <a:lnTo>
                  <a:pt x="9607" y="221741"/>
                </a:lnTo>
                <a:close/>
              </a:path>
              <a:path w="297814" h="354330">
                <a:moveTo>
                  <a:pt x="12076" y="218529"/>
                </a:moveTo>
                <a:lnTo>
                  <a:pt x="10660" y="219837"/>
                </a:lnTo>
                <a:lnTo>
                  <a:pt x="8509" y="221996"/>
                </a:lnTo>
                <a:lnTo>
                  <a:pt x="8889" y="221741"/>
                </a:lnTo>
                <a:lnTo>
                  <a:pt x="9607" y="221741"/>
                </a:lnTo>
                <a:lnTo>
                  <a:pt x="10795" y="220090"/>
                </a:lnTo>
                <a:lnTo>
                  <a:pt x="11049" y="219837"/>
                </a:lnTo>
                <a:lnTo>
                  <a:pt x="12076" y="218529"/>
                </a:lnTo>
                <a:close/>
              </a:path>
              <a:path w="297814" h="354330">
                <a:moveTo>
                  <a:pt x="14923" y="214905"/>
                </a:moveTo>
                <a:lnTo>
                  <a:pt x="12246" y="218312"/>
                </a:lnTo>
                <a:lnTo>
                  <a:pt x="12638" y="217997"/>
                </a:lnTo>
                <a:lnTo>
                  <a:pt x="14388" y="216338"/>
                </a:lnTo>
                <a:lnTo>
                  <a:pt x="14923" y="214905"/>
                </a:lnTo>
                <a:close/>
              </a:path>
              <a:path w="297814" h="354330">
                <a:moveTo>
                  <a:pt x="23507" y="217997"/>
                </a:moveTo>
                <a:lnTo>
                  <a:pt x="23368" y="218312"/>
                </a:lnTo>
                <a:lnTo>
                  <a:pt x="23512" y="218312"/>
                </a:lnTo>
                <a:lnTo>
                  <a:pt x="23507" y="217997"/>
                </a:lnTo>
                <a:close/>
              </a:path>
              <a:path w="297814" h="354330">
                <a:moveTo>
                  <a:pt x="15239" y="214502"/>
                </a:moveTo>
                <a:lnTo>
                  <a:pt x="14923" y="214905"/>
                </a:lnTo>
                <a:lnTo>
                  <a:pt x="14460" y="216146"/>
                </a:lnTo>
                <a:lnTo>
                  <a:pt x="14388" y="216338"/>
                </a:lnTo>
                <a:lnTo>
                  <a:pt x="14591" y="216146"/>
                </a:lnTo>
                <a:lnTo>
                  <a:pt x="15239" y="214502"/>
                </a:lnTo>
                <a:close/>
              </a:path>
              <a:path w="297814" h="354330">
                <a:moveTo>
                  <a:pt x="16326" y="214502"/>
                </a:moveTo>
                <a:lnTo>
                  <a:pt x="15239" y="214502"/>
                </a:lnTo>
                <a:lnTo>
                  <a:pt x="14591" y="216146"/>
                </a:lnTo>
                <a:lnTo>
                  <a:pt x="16326" y="214502"/>
                </a:lnTo>
                <a:close/>
              </a:path>
              <a:path w="297814" h="354330">
                <a:moveTo>
                  <a:pt x="34798" y="72516"/>
                </a:moveTo>
                <a:lnTo>
                  <a:pt x="20827" y="83947"/>
                </a:lnTo>
                <a:lnTo>
                  <a:pt x="19303" y="88900"/>
                </a:lnTo>
                <a:lnTo>
                  <a:pt x="17379" y="110871"/>
                </a:lnTo>
                <a:lnTo>
                  <a:pt x="16637" y="120776"/>
                </a:lnTo>
                <a:lnTo>
                  <a:pt x="16373" y="125716"/>
                </a:lnTo>
                <a:lnTo>
                  <a:pt x="16287" y="127325"/>
                </a:lnTo>
                <a:lnTo>
                  <a:pt x="16203" y="128904"/>
                </a:lnTo>
                <a:lnTo>
                  <a:pt x="16128" y="130301"/>
                </a:lnTo>
                <a:lnTo>
                  <a:pt x="15748" y="140842"/>
                </a:lnTo>
                <a:lnTo>
                  <a:pt x="15632" y="153166"/>
                </a:lnTo>
                <a:lnTo>
                  <a:pt x="16078" y="163195"/>
                </a:lnTo>
                <a:lnTo>
                  <a:pt x="16117" y="164084"/>
                </a:lnTo>
                <a:lnTo>
                  <a:pt x="16219" y="165616"/>
                </a:lnTo>
                <a:lnTo>
                  <a:pt x="17100" y="175640"/>
                </a:lnTo>
                <a:lnTo>
                  <a:pt x="17826" y="186943"/>
                </a:lnTo>
                <a:lnTo>
                  <a:pt x="17750" y="199771"/>
                </a:lnTo>
                <a:lnTo>
                  <a:pt x="16851" y="207010"/>
                </a:lnTo>
                <a:lnTo>
                  <a:pt x="16788" y="207517"/>
                </a:lnTo>
                <a:lnTo>
                  <a:pt x="16719" y="208294"/>
                </a:lnTo>
                <a:lnTo>
                  <a:pt x="16560" y="208787"/>
                </a:lnTo>
                <a:lnTo>
                  <a:pt x="15031" y="214502"/>
                </a:lnTo>
                <a:lnTo>
                  <a:pt x="14923" y="214905"/>
                </a:lnTo>
                <a:lnTo>
                  <a:pt x="15239" y="214502"/>
                </a:lnTo>
                <a:lnTo>
                  <a:pt x="16326" y="214502"/>
                </a:lnTo>
                <a:lnTo>
                  <a:pt x="27305" y="188213"/>
                </a:lnTo>
                <a:lnTo>
                  <a:pt x="27183" y="176149"/>
                </a:lnTo>
                <a:lnTo>
                  <a:pt x="27101" y="163195"/>
                </a:lnTo>
                <a:lnTo>
                  <a:pt x="27542" y="153166"/>
                </a:lnTo>
                <a:lnTo>
                  <a:pt x="27622" y="151257"/>
                </a:lnTo>
                <a:lnTo>
                  <a:pt x="28503" y="142513"/>
                </a:lnTo>
                <a:lnTo>
                  <a:pt x="28549" y="141983"/>
                </a:lnTo>
                <a:lnTo>
                  <a:pt x="28743" y="140842"/>
                </a:lnTo>
                <a:lnTo>
                  <a:pt x="29830" y="133480"/>
                </a:lnTo>
                <a:lnTo>
                  <a:pt x="31727" y="122682"/>
                </a:lnTo>
                <a:lnTo>
                  <a:pt x="31895" y="121265"/>
                </a:lnTo>
                <a:lnTo>
                  <a:pt x="35083" y="104521"/>
                </a:lnTo>
                <a:lnTo>
                  <a:pt x="35178" y="104012"/>
                </a:lnTo>
                <a:lnTo>
                  <a:pt x="36332" y="99187"/>
                </a:lnTo>
                <a:lnTo>
                  <a:pt x="36195" y="99187"/>
                </a:lnTo>
                <a:lnTo>
                  <a:pt x="37010" y="96958"/>
                </a:lnTo>
                <a:lnTo>
                  <a:pt x="34544" y="95630"/>
                </a:lnTo>
                <a:lnTo>
                  <a:pt x="29972" y="93217"/>
                </a:lnTo>
                <a:lnTo>
                  <a:pt x="38818" y="92902"/>
                </a:lnTo>
                <a:lnTo>
                  <a:pt x="39370" y="92328"/>
                </a:lnTo>
                <a:lnTo>
                  <a:pt x="73104" y="92328"/>
                </a:lnTo>
                <a:lnTo>
                  <a:pt x="68961" y="88900"/>
                </a:lnTo>
                <a:lnTo>
                  <a:pt x="48768" y="77597"/>
                </a:lnTo>
                <a:lnTo>
                  <a:pt x="43434" y="75564"/>
                </a:lnTo>
                <a:lnTo>
                  <a:pt x="34798" y="72516"/>
                </a:lnTo>
                <a:close/>
              </a:path>
              <a:path w="297814" h="354330">
                <a:moveTo>
                  <a:pt x="107390" y="127325"/>
                </a:moveTo>
                <a:lnTo>
                  <a:pt x="88132" y="145436"/>
                </a:lnTo>
                <a:lnTo>
                  <a:pt x="90203" y="147996"/>
                </a:lnTo>
                <a:lnTo>
                  <a:pt x="104278" y="167423"/>
                </a:lnTo>
                <a:lnTo>
                  <a:pt x="105929" y="169865"/>
                </a:lnTo>
                <a:lnTo>
                  <a:pt x="108351" y="167423"/>
                </a:lnTo>
                <a:lnTo>
                  <a:pt x="125422" y="150517"/>
                </a:lnTo>
                <a:lnTo>
                  <a:pt x="111130" y="131706"/>
                </a:lnTo>
                <a:lnTo>
                  <a:pt x="107390" y="127325"/>
                </a:lnTo>
                <a:close/>
              </a:path>
              <a:path w="297814" h="354330">
                <a:moveTo>
                  <a:pt x="231394" y="14986"/>
                </a:moveTo>
                <a:lnTo>
                  <a:pt x="210438" y="14986"/>
                </a:lnTo>
                <a:lnTo>
                  <a:pt x="209941" y="15815"/>
                </a:lnTo>
                <a:lnTo>
                  <a:pt x="209600" y="16255"/>
                </a:lnTo>
                <a:lnTo>
                  <a:pt x="206401" y="21099"/>
                </a:lnTo>
                <a:lnTo>
                  <a:pt x="205927" y="21666"/>
                </a:lnTo>
                <a:lnTo>
                  <a:pt x="198829" y="30954"/>
                </a:lnTo>
                <a:lnTo>
                  <a:pt x="143099" y="91979"/>
                </a:lnTo>
                <a:lnTo>
                  <a:pt x="109099" y="125716"/>
                </a:lnTo>
                <a:lnTo>
                  <a:pt x="107390" y="127325"/>
                </a:lnTo>
                <a:lnTo>
                  <a:pt x="111130" y="131706"/>
                </a:lnTo>
                <a:lnTo>
                  <a:pt x="125422" y="150517"/>
                </a:lnTo>
                <a:lnTo>
                  <a:pt x="129539" y="146430"/>
                </a:lnTo>
                <a:lnTo>
                  <a:pt x="146558" y="128904"/>
                </a:lnTo>
                <a:lnTo>
                  <a:pt x="176665" y="95758"/>
                </a:lnTo>
                <a:lnTo>
                  <a:pt x="209169" y="57785"/>
                </a:lnTo>
                <a:lnTo>
                  <a:pt x="230250" y="23495"/>
                </a:lnTo>
                <a:lnTo>
                  <a:pt x="231394" y="18541"/>
                </a:lnTo>
                <a:lnTo>
                  <a:pt x="231394" y="14986"/>
                </a:lnTo>
                <a:close/>
              </a:path>
              <a:path w="297814" h="354330">
                <a:moveTo>
                  <a:pt x="53059" y="107396"/>
                </a:moveTo>
                <a:lnTo>
                  <a:pt x="88132" y="145436"/>
                </a:lnTo>
                <a:lnTo>
                  <a:pt x="107390" y="127325"/>
                </a:lnTo>
                <a:lnTo>
                  <a:pt x="96265" y="114300"/>
                </a:lnTo>
                <a:lnTo>
                  <a:pt x="90042" y="108076"/>
                </a:lnTo>
                <a:lnTo>
                  <a:pt x="53975" y="108076"/>
                </a:lnTo>
                <a:lnTo>
                  <a:pt x="53059" y="107396"/>
                </a:lnTo>
                <a:close/>
              </a:path>
              <a:path w="297814" h="354330">
                <a:moveTo>
                  <a:pt x="112208" y="122682"/>
                </a:moveTo>
                <a:lnTo>
                  <a:pt x="108966" y="125716"/>
                </a:lnTo>
                <a:lnTo>
                  <a:pt x="109099" y="125716"/>
                </a:lnTo>
                <a:lnTo>
                  <a:pt x="112208" y="122682"/>
                </a:lnTo>
                <a:close/>
              </a:path>
              <a:path w="297814" h="354330">
                <a:moveTo>
                  <a:pt x="83058" y="101091"/>
                </a:moveTo>
                <a:lnTo>
                  <a:pt x="44576" y="101091"/>
                </a:lnTo>
                <a:lnTo>
                  <a:pt x="45325" y="101590"/>
                </a:lnTo>
                <a:lnTo>
                  <a:pt x="45602" y="101853"/>
                </a:lnTo>
                <a:lnTo>
                  <a:pt x="49190" y="104521"/>
                </a:lnTo>
                <a:lnTo>
                  <a:pt x="52832" y="107187"/>
                </a:lnTo>
                <a:lnTo>
                  <a:pt x="53975" y="108076"/>
                </a:lnTo>
                <a:lnTo>
                  <a:pt x="90042" y="108076"/>
                </a:lnTo>
                <a:lnTo>
                  <a:pt x="83058" y="101091"/>
                </a:lnTo>
                <a:close/>
              </a:path>
              <a:path w="297814" h="354330">
                <a:moveTo>
                  <a:pt x="73796" y="92902"/>
                </a:moveTo>
                <a:lnTo>
                  <a:pt x="40538" y="92902"/>
                </a:lnTo>
                <a:lnTo>
                  <a:pt x="37785" y="94660"/>
                </a:lnTo>
                <a:lnTo>
                  <a:pt x="37935" y="94660"/>
                </a:lnTo>
                <a:lnTo>
                  <a:pt x="37727" y="94997"/>
                </a:lnTo>
                <a:lnTo>
                  <a:pt x="37010" y="96958"/>
                </a:lnTo>
                <a:lnTo>
                  <a:pt x="39497" y="98298"/>
                </a:lnTo>
                <a:lnTo>
                  <a:pt x="39343" y="98298"/>
                </a:lnTo>
                <a:lnTo>
                  <a:pt x="45248" y="101590"/>
                </a:lnTo>
                <a:lnTo>
                  <a:pt x="44576" y="101091"/>
                </a:lnTo>
                <a:lnTo>
                  <a:pt x="83058" y="101091"/>
                </a:lnTo>
                <a:lnTo>
                  <a:pt x="80264" y="98298"/>
                </a:lnTo>
                <a:lnTo>
                  <a:pt x="78698" y="96958"/>
                </a:lnTo>
                <a:lnTo>
                  <a:pt x="73796" y="92902"/>
                </a:lnTo>
                <a:close/>
              </a:path>
              <a:path w="297814" h="354330">
                <a:moveTo>
                  <a:pt x="36545" y="98298"/>
                </a:moveTo>
                <a:lnTo>
                  <a:pt x="36195" y="99187"/>
                </a:lnTo>
                <a:lnTo>
                  <a:pt x="36332" y="99187"/>
                </a:lnTo>
                <a:lnTo>
                  <a:pt x="36545" y="98298"/>
                </a:lnTo>
                <a:close/>
              </a:path>
              <a:path w="297814" h="354330">
                <a:moveTo>
                  <a:pt x="38818" y="92902"/>
                </a:moveTo>
                <a:lnTo>
                  <a:pt x="29972" y="93217"/>
                </a:lnTo>
                <a:lnTo>
                  <a:pt x="34544" y="95630"/>
                </a:lnTo>
                <a:lnTo>
                  <a:pt x="37010" y="96958"/>
                </a:lnTo>
                <a:lnTo>
                  <a:pt x="37449" y="95758"/>
                </a:lnTo>
                <a:lnTo>
                  <a:pt x="36068" y="95758"/>
                </a:lnTo>
                <a:lnTo>
                  <a:pt x="38818" y="92902"/>
                </a:lnTo>
                <a:close/>
              </a:path>
              <a:path w="297814" h="354330">
                <a:moveTo>
                  <a:pt x="37785" y="94660"/>
                </a:moveTo>
                <a:lnTo>
                  <a:pt x="36068" y="95758"/>
                </a:lnTo>
                <a:lnTo>
                  <a:pt x="37449" y="95758"/>
                </a:lnTo>
                <a:lnTo>
                  <a:pt x="37455" y="95376"/>
                </a:lnTo>
                <a:lnTo>
                  <a:pt x="37785" y="94660"/>
                </a:lnTo>
                <a:close/>
              </a:path>
              <a:path w="297814" h="354330">
                <a:moveTo>
                  <a:pt x="39370" y="92328"/>
                </a:moveTo>
                <a:lnTo>
                  <a:pt x="36190" y="95630"/>
                </a:lnTo>
                <a:lnTo>
                  <a:pt x="36664" y="95376"/>
                </a:lnTo>
                <a:lnTo>
                  <a:pt x="37785" y="94660"/>
                </a:lnTo>
                <a:lnTo>
                  <a:pt x="38100" y="93979"/>
                </a:lnTo>
                <a:lnTo>
                  <a:pt x="38354" y="93979"/>
                </a:lnTo>
                <a:lnTo>
                  <a:pt x="39370" y="92328"/>
                </a:lnTo>
                <a:close/>
              </a:path>
              <a:path w="297814" h="354330">
                <a:moveTo>
                  <a:pt x="37588" y="95376"/>
                </a:moveTo>
                <a:lnTo>
                  <a:pt x="37337" y="95630"/>
                </a:lnTo>
                <a:lnTo>
                  <a:pt x="37495" y="95630"/>
                </a:lnTo>
                <a:lnTo>
                  <a:pt x="37588" y="95376"/>
                </a:lnTo>
                <a:close/>
              </a:path>
              <a:path w="297814" h="354330">
                <a:moveTo>
                  <a:pt x="38354" y="93979"/>
                </a:moveTo>
                <a:lnTo>
                  <a:pt x="38100" y="93979"/>
                </a:lnTo>
                <a:lnTo>
                  <a:pt x="37960" y="94361"/>
                </a:lnTo>
                <a:lnTo>
                  <a:pt x="37851" y="94660"/>
                </a:lnTo>
                <a:lnTo>
                  <a:pt x="38119" y="94361"/>
                </a:lnTo>
                <a:lnTo>
                  <a:pt x="38354" y="93979"/>
                </a:lnTo>
                <a:close/>
              </a:path>
              <a:path w="297814" h="354330">
                <a:moveTo>
                  <a:pt x="73104" y="92328"/>
                </a:moveTo>
                <a:lnTo>
                  <a:pt x="39370" y="92328"/>
                </a:lnTo>
                <a:lnTo>
                  <a:pt x="37935" y="94660"/>
                </a:lnTo>
                <a:lnTo>
                  <a:pt x="37785" y="94660"/>
                </a:lnTo>
                <a:lnTo>
                  <a:pt x="40538" y="92902"/>
                </a:lnTo>
                <a:lnTo>
                  <a:pt x="73796" y="92902"/>
                </a:lnTo>
                <a:lnTo>
                  <a:pt x="73104" y="92328"/>
                </a:lnTo>
                <a:close/>
              </a:path>
              <a:path w="297814" h="354330">
                <a:moveTo>
                  <a:pt x="219837" y="0"/>
                </a:moveTo>
                <a:lnTo>
                  <a:pt x="215773" y="2286"/>
                </a:lnTo>
                <a:lnTo>
                  <a:pt x="214122" y="6223"/>
                </a:lnTo>
                <a:lnTo>
                  <a:pt x="211962" y="11557"/>
                </a:lnTo>
                <a:lnTo>
                  <a:pt x="209891" y="15815"/>
                </a:lnTo>
                <a:lnTo>
                  <a:pt x="210438" y="14986"/>
                </a:lnTo>
                <a:lnTo>
                  <a:pt x="231394" y="14986"/>
                </a:lnTo>
                <a:lnTo>
                  <a:pt x="231394" y="5079"/>
                </a:lnTo>
                <a:lnTo>
                  <a:pt x="228219" y="1524"/>
                </a:lnTo>
                <a:lnTo>
                  <a:pt x="219837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79976" y="2594101"/>
            <a:ext cx="262890" cy="285750"/>
          </a:xfrm>
          <a:custGeom>
            <a:avLst/>
            <a:gdLst/>
            <a:ahLst/>
            <a:cxnLst/>
            <a:rect l="l" t="t" r="r" b="b"/>
            <a:pathLst>
              <a:path w="262889" h="285750">
                <a:moveTo>
                  <a:pt x="262763" y="281686"/>
                </a:moveTo>
                <a:lnTo>
                  <a:pt x="262509" y="279781"/>
                </a:lnTo>
                <a:lnTo>
                  <a:pt x="261112" y="278638"/>
                </a:lnTo>
                <a:lnTo>
                  <a:pt x="255295" y="273558"/>
                </a:lnTo>
                <a:lnTo>
                  <a:pt x="252488" y="270637"/>
                </a:lnTo>
                <a:lnTo>
                  <a:pt x="249072" y="267030"/>
                </a:lnTo>
                <a:lnTo>
                  <a:pt x="244487" y="261531"/>
                </a:lnTo>
                <a:lnTo>
                  <a:pt x="241376" y="256794"/>
                </a:lnTo>
                <a:lnTo>
                  <a:pt x="240538" y="255524"/>
                </a:lnTo>
                <a:lnTo>
                  <a:pt x="237617" y="249682"/>
                </a:lnTo>
                <a:lnTo>
                  <a:pt x="235077" y="243967"/>
                </a:lnTo>
                <a:lnTo>
                  <a:pt x="229235" y="234696"/>
                </a:lnTo>
                <a:lnTo>
                  <a:pt x="228854" y="234061"/>
                </a:lnTo>
                <a:lnTo>
                  <a:pt x="223266" y="225933"/>
                </a:lnTo>
                <a:lnTo>
                  <a:pt x="222758" y="225298"/>
                </a:lnTo>
                <a:lnTo>
                  <a:pt x="215138" y="215392"/>
                </a:lnTo>
                <a:lnTo>
                  <a:pt x="214630" y="214630"/>
                </a:lnTo>
                <a:lnTo>
                  <a:pt x="206121" y="204851"/>
                </a:lnTo>
                <a:lnTo>
                  <a:pt x="205740" y="204470"/>
                </a:lnTo>
                <a:lnTo>
                  <a:pt x="196469" y="194564"/>
                </a:lnTo>
                <a:lnTo>
                  <a:pt x="196342" y="194564"/>
                </a:lnTo>
                <a:lnTo>
                  <a:pt x="185674" y="183261"/>
                </a:lnTo>
                <a:lnTo>
                  <a:pt x="174625" y="171831"/>
                </a:lnTo>
                <a:lnTo>
                  <a:pt x="174625" y="171704"/>
                </a:lnTo>
                <a:lnTo>
                  <a:pt x="162941" y="159893"/>
                </a:lnTo>
                <a:lnTo>
                  <a:pt x="147447" y="144526"/>
                </a:lnTo>
                <a:lnTo>
                  <a:pt x="126771" y="124358"/>
                </a:lnTo>
                <a:lnTo>
                  <a:pt x="128143" y="122682"/>
                </a:lnTo>
                <a:lnTo>
                  <a:pt x="187706" y="50419"/>
                </a:lnTo>
                <a:lnTo>
                  <a:pt x="212217" y="19431"/>
                </a:lnTo>
                <a:lnTo>
                  <a:pt x="217297" y="8382"/>
                </a:lnTo>
                <a:lnTo>
                  <a:pt x="218249" y="6350"/>
                </a:lnTo>
                <a:lnTo>
                  <a:pt x="217805" y="3683"/>
                </a:lnTo>
                <a:lnTo>
                  <a:pt x="214503" y="381"/>
                </a:lnTo>
                <a:lnTo>
                  <a:pt x="211963" y="0"/>
                </a:lnTo>
                <a:lnTo>
                  <a:pt x="209931" y="1016"/>
                </a:lnTo>
                <a:lnTo>
                  <a:pt x="198882" y="6350"/>
                </a:lnTo>
                <a:lnTo>
                  <a:pt x="196215" y="8128"/>
                </a:lnTo>
                <a:lnTo>
                  <a:pt x="189865" y="14224"/>
                </a:lnTo>
                <a:lnTo>
                  <a:pt x="189611" y="14605"/>
                </a:lnTo>
                <a:lnTo>
                  <a:pt x="180975" y="23622"/>
                </a:lnTo>
                <a:lnTo>
                  <a:pt x="170307" y="35306"/>
                </a:lnTo>
                <a:lnTo>
                  <a:pt x="170180" y="35306"/>
                </a:lnTo>
                <a:lnTo>
                  <a:pt x="139065" y="70231"/>
                </a:lnTo>
                <a:lnTo>
                  <a:pt x="123444" y="88011"/>
                </a:lnTo>
                <a:lnTo>
                  <a:pt x="107835" y="105994"/>
                </a:lnTo>
                <a:lnTo>
                  <a:pt x="98933" y="97409"/>
                </a:lnTo>
                <a:lnTo>
                  <a:pt x="82169" y="82042"/>
                </a:lnTo>
                <a:lnTo>
                  <a:pt x="82042" y="82042"/>
                </a:lnTo>
                <a:lnTo>
                  <a:pt x="69850" y="70993"/>
                </a:lnTo>
                <a:lnTo>
                  <a:pt x="69850" y="70866"/>
                </a:lnTo>
                <a:lnTo>
                  <a:pt x="60464" y="62611"/>
                </a:lnTo>
                <a:lnTo>
                  <a:pt x="57721" y="60198"/>
                </a:lnTo>
                <a:lnTo>
                  <a:pt x="57150" y="59690"/>
                </a:lnTo>
                <a:lnTo>
                  <a:pt x="56642" y="59182"/>
                </a:lnTo>
                <a:lnTo>
                  <a:pt x="47244" y="51689"/>
                </a:lnTo>
                <a:lnTo>
                  <a:pt x="46482" y="51181"/>
                </a:lnTo>
                <a:lnTo>
                  <a:pt x="36957" y="44577"/>
                </a:lnTo>
                <a:lnTo>
                  <a:pt x="35306" y="43688"/>
                </a:lnTo>
                <a:lnTo>
                  <a:pt x="17526" y="38315"/>
                </a:lnTo>
                <a:lnTo>
                  <a:pt x="17526" y="51181"/>
                </a:lnTo>
                <a:lnTo>
                  <a:pt x="17411" y="51689"/>
                </a:lnTo>
                <a:lnTo>
                  <a:pt x="17246" y="52451"/>
                </a:lnTo>
                <a:lnTo>
                  <a:pt x="17018" y="52806"/>
                </a:lnTo>
                <a:lnTo>
                  <a:pt x="16802" y="53187"/>
                </a:lnTo>
                <a:lnTo>
                  <a:pt x="16802" y="54381"/>
                </a:lnTo>
                <a:lnTo>
                  <a:pt x="16764" y="54610"/>
                </a:lnTo>
                <a:lnTo>
                  <a:pt x="16687" y="55130"/>
                </a:lnTo>
                <a:lnTo>
                  <a:pt x="16751" y="54610"/>
                </a:lnTo>
                <a:lnTo>
                  <a:pt x="16802" y="54381"/>
                </a:lnTo>
                <a:lnTo>
                  <a:pt x="16802" y="53187"/>
                </a:lnTo>
                <a:lnTo>
                  <a:pt x="16637" y="53467"/>
                </a:lnTo>
                <a:lnTo>
                  <a:pt x="16891" y="52806"/>
                </a:lnTo>
                <a:lnTo>
                  <a:pt x="17208" y="52451"/>
                </a:lnTo>
                <a:lnTo>
                  <a:pt x="17411" y="51689"/>
                </a:lnTo>
                <a:lnTo>
                  <a:pt x="17030" y="52438"/>
                </a:lnTo>
                <a:lnTo>
                  <a:pt x="17526" y="51181"/>
                </a:lnTo>
                <a:lnTo>
                  <a:pt x="17526" y="38315"/>
                </a:lnTo>
                <a:lnTo>
                  <a:pt x="14325" y="38176"/>
                </a:lnTo>
                <a:lnTo>
                  <a:pt x="11607" y="38176"/>
                </a:lnTo>
                <a:lnTo>
                  <a:pt x="10160" y="37338"/>
                </a:lnTo>
                <a:lnTo>
                  <a:pt x="4826" y="38735"/>
                </a:lnTo>
                <a:lnTo>
                  <a:pt x="4229" y="39763"/>
                </a:lnTo>
                <a:lnTo>
                  <a:pt x="3302" y="40005"/>
                </a:lnTo>
                <a:lnTo>
                  <a:pt x="1689" y="42570"/>
                </a:lnTo>
                <a:lnTo>
                  <a:pt x="1689" y="50927"/>
                </a:lnTo>
                <a:lnTo>
                  <a:pt x="1587" y="50419"/>
                </a:lnTo>
                <a:lnTo>
                  <a:pt x="1397" y="48895"/>
                </a:lnTo>
                <a:lnTo>
                  <a:pt x="1651" y="50419"/>
                </a:lnTo>
                <a:lnTo>
                  <a:pt x="1689" y="50927"/>
                </a:lnTo>
                <a:lnTo>
                  <a:pt x="1689" y="42570"/>
                </a:lnTo>
                <a:lnTo>
                  <a:pt x="977" y="43688"/>
                </a:lnTo>
                <a:lnTo>
                  <a:pt x="533" y="44577"/>
                </a:lnTo>
                <a:lnTo>
                  <a:pt x="762" y="45783"/>
                </a:lnTo>
                <a:lnTo>
                  <a:pt x="0" y="47117"/>
                </a:lnTo>
                <a:lnTo>
                  <a:pt x="1270" y="52451"/>
                </a:lnTo>
                <a:lnTo>
                  <a:pt x="1866" y="52806"/>
                </a:lnTo>
                <a:lnTo>
                  <a:pt x="1930" y="53467"/>
                </a:lnTo>
                <a:lnTo>
                  <a:pt x="2032" y="54229"/>
                </a:lnTo>
                <a:lnTo>
                  <a:pt x="2095" y="54864"/>
                </a:lnTo>
                <a:lnTo>
                  <a:pt x="2197" y="55880"/>
                </a:lnTo>
                <a:lnTo>
                  <a:pt x="2311" y="57023"/>
                </a:lnTo>
                <a:lnTo>
                  <a:pt x="2425" y="58280"/>
                </a:lnTo>
                <a:lnTo>
                  <a:pt x="2463" y="58547"/>
                </a:lnTo>
                <a:lnTo>
                  <a:pt x="2565" y="59690"/>
                </a:lnTo>
                <a:lnTo>
                  <a:pt x="2667" y="60960"/>
                </a:lnTo>
                <a:lnTo>
                  <a:pt x="3352" y="66421"/>
                </a:lnTo>
                <a:lnTo>
                  <a:pt x="4902" y="77419"/>
                </a:lnTo>
                <a:lnTo>
                  <a:pt x="5029" y="77787"/>
                </a:lnTo>
                <a:lnTo>
                  <a:pt x="7239" y="79502"/>
                </a:lnTo>
                <a:lnTo>
                  <a:pt x="12319" y="79502"/>
                </a:lnTo>
                <a:lnTo>
                  <a:pt x="15303" y="65239"/>
                </a:lnTo>
                <a:lnTo>
                  <a:pt x="15849" y="60960"/>
                </a:lnTo>
                <a:lnTo>
                  <a:pt x="15963" y="60198"/>
                </a:lnTo>
                <a:lnTo>
                  <a:pt x="16027" y="59690"/>
                </a:lnTo>
                <a:lnTo>
                  <a:pt x="16154" y="58851"/>
                </a:lnTo>
                <a:lnTo>
                  <a:pt x="14655" y="58280"/>
                </a:lnTo>
                <a:lnTo>
                  <a:pt x="9652" y="57023"/>
                </a:lnTo>
                <a:lnTo>
                  <a:pt x="14732" y="58280"/>
                </a:lnTo>
                <a:lnTo>
                  <a:pt x="16230" y="58280"/>
                </a:lnTo>
                <a:lnTo>
                  <a:pt x="16192" y="58547"/>
                </a:lnTo>
                <a:lnTo>
                  <a:pt x="15875" y="58547"/>
                </a:lnTo>
                <a:lnTo>
                  <a:pt x="15392" y="58547"/>
                </a:lnTo>
                <a:lnTo>
                  <a:pt x="16154" y="58851"/>
                </a:lnTo>
                <a:lnTo>
                  <a:pt x="18859" y="59880"/>
                </a:lnTo>
                <a:lnTo>
                  <a:pt x="24244" y="63347"/>
                </a:lnTo>
                <a:lnTo>
                  <a:pt x="23368" y="62611"/>
                </a:lnTo>
                <a:lnTo>
                  <a:pt x="24295" y="63347"/>
                </a:lnTo>
                <a:lnTo>
                  <a:pt x="24447" y="63500"/>
                </a:lnTo>
                <a:lnTo>
                  <a:pt x="32702" y="70243"/>
                </a:lnTo>
                <a:lnTo>
                  <a:pt x="40805" y="77787"/>
                </a:lnTo>
                <a:lnTo>
                  <a:pt x="64135" y="100965"/>
                </a:lnTo>
                <a:lnTo>
                  <a:pt x="80137" y="116459"/>
                </a:lnTo>
                <a:lnTo>
                  <a:pt x="90055" y="126466"/>
                </a:lnTo>
                <a:lnTo>
                  <a:pt x="63119" y="157480"/>
                </a:lnTo>
                <a:lnTo>
                  <a:pt x="62992" y="157734"/>
                </a:lnTo>
                <a:lnTo>
                  <a:pt x="51562" y="171450"/>
                </a:lnTo>
                <a:lnTo>
                  <a:pt x="51308" y="171704"/>
                </a:lnTo>
                <a:lnTo>
                  <a:pt x="43053" y="182245"/>
                </a:lnTo>
                <a:lnTo>
                  <a:pt x="42799" y="182626"/>
                </a:lnTo>
                <a:lnTo>
                  <a:pt x="35306" y="192913"/>
                </a:lnTo>
                <a:lnTo>
                  <a:pt x="28702" y="202565"/>
                </a:lnTo>
                <a:lnTo>
                  <a:pt x="28575" y="202692"/>
                </a:lnTo>
                <a:lnTo>
                  <a:pt x="23787" y="209918"/>
                </a:lnTo>
                <a:lnTo>
                  <a:pt x="22479" y="211836"/>
                </a:lnTo>
                <a:lnTo>
                  <a:pt x="7213" y="241808"/>
                </a:lnTo>
                <a:lnTo>
                  <a:pt x="7112" y="242316"/>
                </a:lnTo>
                <a:lnTo>
                  <a:pt x="6985" y="246761"/>
                </a:lnTo>
                <a:lnTo>
                  <a:pt x="7366" y="248539"/>
                </a:lnTo>
                <a:lnTo>
                  <a:pt x="8013" y="250063"/>
                </a:lnTo>
                <a:lnTo>
                  <a:pt x="8636" y="251587"/>
                </a:lnTo>
                <a:lnTo>
                  <a:pt x="10795" y="256032"/>
                </a:lnTo>
                <a:lnTo>
                  <a:pt x="15621" y="258572"/>
                </a:lnTo>
                <a:lnTo>
                  <a:pt x="20447" y="257556"/>
                </a:lnTo>
                <a:lnTo>
                  <a:pt x="21717" y="257175"/>
                </a:lnTo>
                <a:lnTo>
                  <a:pt x="23749" y="256794"/>
                </a:lnTo>
                <a:lnTo>
                  <a:pt x="37338" y="241300"/>
                </a:lnTo>
                <a:lnTo>
                  <a:pt x="41529" y="235331"/>
                </a:lnTo>
                <a:lnTo>
                  <a:pt x="41656" y="235204"/>
                </a:lnTo>
                <a:lnTo>
                  <a:pt x="46609" y="227965"/>
                </a:lnTo>
                <a:lnTo>
                  <a:pt x="52832" y="218948"/>
                </a:lnTo>
                <a:lnTo>
                  <a:pt x="52705" y="218948"/>
                </a:lnTo>
                <a:lnTo>
                  <a:pt x="58889" y="209918"/>
                </a:lnTo>
                <a:lnTo>
                  <a:pt x="59080" y="209702"/>
                </a:lnTo>
                <a:lnTo>
                  <a:pt x="66090" y="199809"/>
                </a:lnTo>
                <a:lnTo>
                  <a:pt x="66243" y="199491"/>
                </a:lnTo>
                <a:lnTo>
                  <a:pt x="73863" y="189331"/>
                </a:lnTo>
                <a:lnTo>
                  <a:pt x="74079" y="189141"/>
                </a:lnTo>
                <a:lnTo>
                  <a:pt x="84658" y="175615"/>
                </a:lnTo>
                <a:lnTo>
                  <a:pt x="84874" y="175437"/>
                </a:lnTo>
                <a:lnTo>
                  <a:pt x="98171" y="159131"/>
                </a:lnTo>
                <a:lnTo>
                  <a:pt x="109105" y="145935"/>
                </a:lnTo>
                <a:lnTo>
                  <a:pt x="142240" y="180086"/>
                </a:lnTo>
                <a:lnTo>
                  <a:pt x="174371" y="215011"/>
                </a:lnTo>
                <a:lnTo>
                  <a:pt x="182930" y="224294"/>
                </a:lnTo>
                <a:lnTo>
                  <a:pt x="190766" y="233299"/>
                </a:lnTo>
                <a:lnTo>
                  <a:pt x="199263" y="243840"/>
                </a:lnTo>
                <a:lnTo>
                  <a:pt x="205232" y="251460"/>
                </a:lnTo>
                <a:lnTo>
                  <a:pt x="211201" y="258953"/>
                </a:lnTo>
                <a:lnTo>
                  <a:pt x="233426" y="276098"/>
                </a:lnTo>
                <a:lnTo>
                  <a:pt x="239903" y="278892"/>
                </a:lnTo>
                <a:lnTo>
                  <a:pt x="240411" y="279146"/>
                </a:lnTo>
                <a:lnTo>
                  <a:pt x="246253" y="281178"/>
                </a:lnTo>
                <a:lnTo>
                  <a:pt x="246507" y="281305"/>
                </a:lnTo>
                <a:lnTo>
                  <a:pt x="251904" y="282841"/>
                </a:lnTo>
                <a:lnTo>
                  <a:pt x="257556" y="284861"/>
                </a:lnTo>
                <a:lnTo>
                  <a:pt x="259207" y="285496"/>
                </a:lnTo>
                <a:lnTo>
                  <a:pt x="260794" y="284861"/>
                </a:lnTo>
                <a:lnTo>
                  <a:pt x="261048" y="284861"/>
                </a:lnTo>
                <a:lnTo>
                  <a:pt x="261874" y="283210"/>
                </a:lnTo>
                <a:lnTo>
                  <a:pt x="262763" y="2816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345886" y="862202"/>
            <a:ext cx="4885055" cy="5940425"/>
            <a:chOff x="345886" y="862202"/>
            <a:chExt cx="4885055" cy="5940425"/>
          </a:xfrm>
        </p:grpSpPr>
        <p:sp>
          <p:nvSpPr>
            <p:cNvPr id="23" name="object 23"/>
            <p:cNvSpPr/>
            <p:nvPr/>
          </p:nvSpPr>
          <p:spPr>
            <a:xfrm>
              <a:off x="4527676" y="3977513"/>
              <a:ext cx="292735" cy="326390"/>
            </a:xfrm>
            <a:custGeom>
              <a:avLst/>
              <a:gdLst/>
              <a:ahLst/>
              <a:cxnLst/>
              <a:rect l="l" t="t" r="r" b="b"/>
              <a:pathLst>
                <a:path w="292735" h="326389">
                  <a:moveTo>
                    <a:pt x="226949" y="237489"/>
                  </a:moveTo>
                  <a:lnTo>
                    <a:pt x="175006" y="237489"/>
                  </a:lnTo>
                  <a:lnTo>
                    <a:pt x="185800" y="248919"/>
                  </a:lnTo>
                  <a:lnTo>
                    <a:pt x="196214" y="260350"/>
                  </a:lnTo>
                  <a:lnTo>
                    <a:pt x="212471" y="276859"/>
                  </a:lnTo>
                  <a:lnTo>
                    <a:pt x="220090" y="285750"/>
                  </a:lnTo>
                  <a:lnTo>
                    <a:pt x="226949" y="292100"/>
                  </a:lnTo>
                  <a:lnTo>
                    <a:pt x="232918" y="299719"/>
                  </a:lnTo>
                  <a:lnTo>
                    <a:pt x="238251" y="304800"/>
                  </a:lnTo>
                  <a:lnTo>
                    <a:pt x="244856" y="312419"/>
                  </a:lnTo>
                  <a:lnTo>
                    <a:pt x="247396" y="313689"/>
                  </a:lnTo>
                  <a:lnTo>
                    <a:pt x="252349" y="317500"/>
                  </a:lnTo>
                  <a:lnTo>
                    <a:pt x="255397" y="318769"/>
                  </a:lnTo>
                  <a:lnTo>
                    <a:pt x="260223" y="321309"/>
                  </a:lnTo>
                  <a:lnTo>
                    <a:pt x="261620" y="321309"/>
                  </a:lnTo>
                  <a:lnTo>
                    <a:pt x="266573" y="322579"/>
                  </a:lnTo>
                  <a:lnTo>
                    <a:pt x="267715" y="323850"/>
                  </a:lnTo>
                  <a:lnTo>
                    <a:pt x="275209" y="323850"/>
                  </a:lnTo>
                  <a:lnTo>
                    <a:pt x="280670" y="326389"/>
                  </a:lnTo>
                  <a:lnTo>
                    <a:pt x="290957" y="326389"/>
                  </a:lnTo>
                  <a:lnTo>
                    <a:pt x="292226" y="323850"/>
                  </a:lnTo>
                  <a:lnTo>
                    <a:pt x="292226" y="322579"/>
                  </a:lnTo>
                  <a:lnTo>
                    <a:pt x="289813" y="318769"/>
                  </a:lnTo>
                  <a:lnTo>
                    <a:pt x="287274" y="316229"/>
                  </a:lnTo>
                  <a:lnTo>
                    <a:pt x="287020" y="316229"/>
                  </a:lnTo>
                  <a:lnTo>
                    <a:pt x="284162" y="312419"/>
                  </a:lnTo>
                  <a:lnTo>
                    <a:pt x="283972" y="312419"/>
                  </a:lnTo>
                  <a:lnTo>
                    <a:pt x="283210" y="311150"/>
                  </a:lnTo>
                  <a:lnTo>
                    <a:pt x="282532" y="309879"/>
                  </a:lnTo>
                  <a:lnTo>
                    <a:pt x="282194" y="309879"/>
                  </a:lnTo>
                  <a:lnTo>
                    <a:pt x="280035" y="306069"/>
                  </a:lnTo>
                  <a:lnTo>
                    <a:pt x="280288" y="306069"/>
                  </a:lnTo>
                  <a:lnTo>
                    <a:pt x="278002" y="302259"/>
                  </a:lnTo>
                  <a:lnTo>
                    <a:pt x="278384" y="302259"/>
                  </a:lnTo>
                  <a:lnTo>
                    <a:pt x="276351" y="298450"/>
                  </a:lnTo>
                  <a:lnTo>
                    <a:pt x="275717" y="295909"/>
                  </a:lnTo>
                  <a:lnTo>
                    <a:pt x="272796" y="290829"/>
                  </a:lnTo>
                  <a:lnTo>
                    <a:pt x="271907" y="289559"/>
                  </a:lnTo>
                  <a:lnTo>
                    <a:pt x="266953" y="281939"/>
                  </a:lnTo>
                  <a:lnTo>
                    <a:pt x="266700" y="281939"/>
                  </a:lnTo>
                  <a:lnTo>
                    <a:pt x="262127" y="275589"/>
                  </a:lnTo>
                  <a:lnTo>
                    <a:pt x="261493" y="274319"/>
                  </a:lnTo>
                  <a:lnTo>
                    <a:pt x="255905" y="267969"/>
                  </a:lnTo>
                  <a:lnTo>
                    <a:pt x="255270" y="266700"/>
                  </a:lnTo>
                  <a:lnTo>
                    <a:pt x="248538" y="259079"/>
                  </a:lnTo>
                  <a:lnTo>
                    <a:pt x="248031" y="259079"/>
                  </a:lnTo>
                  <a:lnTo>
                    <a:pt x="240411" y="250189"/>
                  </a:lnTo>
                  <a:lnTo>
                    <a:pt x="240157" y="250189"/>
                  </a:lnTo>
                  <a:lnTo>
                    <a:pt x="232028" y="242569"/>
                  </a:lnTo>
                  <a:lnTo>
                    <a:pt x="226949" y="237489"/>
                  </a:lnTo>
                  <a:close/>
                </a:path>
                <a:path w="292735" h="326389">
                  <a:moveTo>
                    <a:pt x="275209" y="323850"/>
                  </a:moveTo>
                  <a:lnTo>
                    <a:pt x="272161" y="323850"/>
                  </a:lnTo>
                  <a:lnTo>
                    <a:pt x="276098" y="325119"/>
                  </a:lnTo>
                  <a:lnTo>
                    <a:pt x="275209" y="323850"/>
                  </a:lnTo>
                  <a:close/>
                </a:path>
                <a:path w="292735" h="326389">
                  <a:moveTo>
                    <a:pt x="283383" y="311380"/>
                  </a:moveTo>
                  <a:lnTo>
                    <a:pt x="283972" y="312419"/>
                  </a:lnTo>
                  <a:lnTo>
                    <a:pt x="284162" y="312419"/>
                  </a:lnTo>
                  <a:lnTo>
                    <a:pt x="283383" y="311380"/>
                  </a:lnTo>
                  <a:close/>
                </a:path>
                <a:path w="292735" h="326389">
                  <a:moveTo>
                    <a:pt x="281813" y="308609"/>
                  </a:moveTo>
                  <a:lnTo>
                    <a:pt x="282194" y="309879"/>
                  </a:lnTo>
                  <a:lnTo>
                    <a:pt x="282532" y="309879"/>
                  </a:lnTo>
                  <a:lnTo>
                    <a:pt x="281813" y="308609"/>
                  </a:lnTo>
                  <a:close/>
                </a:path>
                <a:path w="292735" h="326389">
                  <a:moveTo>
                    <a:pt x="174853" y="186689"/>
                  </a:moveTo>
                  <a:lnTo>
                    <a:pt x="123444" y="186689"/>
                  </a:lnTo>
                  <a:lnTo>
                    <a:pt x="139446" y="203200"/>
                  </a:lnTo>
                  <a:lnTo>
                    <a:pt x="175133" y="238759"/>
                  </a:lnTo>
                  <a:lnTo>
                    <a:pt x="175006" y="237489"/>
                  </a:lnTo>
                  <a:lnTo>
                    <a:pt x="226949" y="237489"/>
                  </a:lnTo>
                  <a:lnTo>
                    <a:pt x="223138" y="233679"/>
                  </a:lnTo>
                  <a:lnTo>
                    <a:pt x="212217" y="222250"/>
                  </a:lnTo>
                  <a:lnTo>
                    <a:pt x="201040" y="212089"/>
                  </a:lnTo>
                  <a:lnTo>
                    <a:pt x="188849" y="199389"/>
                  </a:lnTo>
                  <a:lnTo>
                    <a:pt x="177546" y="189229"/>
                  </a:lnTo>
                  <a:lnTo>
                    <a:pt x="174853" y="186689"/>
                  </a:lnTo>
                  <a:close/>
                </a:path>
                <a:path w="292735" h="326389">
                  <a:moveTo>
                    <a:pt x="37846" y="199389"/>
                  </a:moveTo>
                  <a:lnTo>
                    <a:pt x="34417" y="204469"/>
                  </a:lnTo>
                  <a:lnTo>
                    <a:pt x="34289" y="204469"/>
                  </a:lnTo>
                  <a:lnTo>
                    <a:pt x="32385" y="207009"/>
                  </a:lnTo>
                  <a:lnTo>
                    <a:pt x="30099" y="210819"/>
                  </a:lnTo>
                  <a:lnTo>
                    <a:pt x="28701" y="213359"/>
                  </a:lnTo>
                  <a:lnTo>
                    <a:pt x="26183" y="216958"/>
                  </a:lnTo>
                  <a:lnTo>
                    <a:pt x="27258" y="226059"/>
                  </a:lnTo>
                  <a:lnTo>
                    <a:pt x="27385" y="227129"/>
                  </a:lnTo>
                  <a:lnTo>
                    <a:pt x="31496" y="231139"/>
                  </a:lnTo>
                  <a:lnTo>
                    <a:pt x="36575" y="234950"/>
                  </a:lnTo>
                  <a:lnTo>
                    <a:pt x="44069" y="234950"/>
                  </a:lnTo>
                  <a:lnTo>
                    <a:pt x="49149" y="229869"/>
                  </a:lnTo>
                  <a:lnTo>
                    <a:pt x="54101" y="226059"/>
                  </a:lnTo>
                  <a:lnTo>
                    <a:pt x="55118" y="218439"/>
                  </a:lnTo>
                  <a:lnTo>
                    <a:pt x="51308" y="212089"/>
                  </a:lnTo>
                  <a:lnTo>
                    <a:pt x="47371" y="207009"/>
                  </a:lnTo>
                  <a:lnTo>
                    <a:pt x="46651" y="205739"/>
                  </a:lnTo>
                  <a:lnTo>
                    <a:pt x="46355" y="205739"/>
                  </a:lnTo>
                  <a:lnTo>
                    <a:pt x="45212" y="203200"/>
                  </a:lnTo>
                  <a:lnTo>
                    <a:pt x="45339" y="203200"/>
                  </a:lnTo>
                  <a:lnTo>
                    <a:pt x="44323" y="200659"/>
                  </a:lnTo>
                  <a:lnTo>
                    <a:pt x="37592" y="200659"/>
                  </a:lnTo>
                  <a:lnTo>
                    <a:pt x="37846" y="199389"/>
                  </a:lnTo>
                  <a:close/>
                </a:path>
                <a:path w="292735" h="326389">
                  <a:moveTo>
                    <a:pt x="27385" y="227129"/>
                  </a:moveTo>
                  <a:lnTo>
                    <a:pt x="27559" y="228600"/>
                  </a:lnTo>
                  <a:lnTo>
                    <a:pt x="33527" y="233679"/>
                  </a:lnTo>
                  <a:lnTo>
                    <a:pt x="34882" y="233679"/>
                  </a:lnTo>
                  <a:lnTo>
                    <a:pt x="31496" y="231139"/>
                  </a:lnTo>
                  <a:lnTo>
                    <a:pt x="27385" y="227129"/>
                  </a:lnTo>
                  <a:close/>
                </a:path>
                <a:path w="292735" h="326389">
                  <a:moveTo>
                    <a:pt x="82169" y="194309"/>
                  </a:moveTo>
                  <a:lnTo>
                    <a:pt x="42163" y="194309"/>
                  </a:lnTo>
                  <a:lnTo>
                    <a:pt x="44323" y="200659"/>
                  </a:lnTo>
                  <a:lnTo>
                    <a:pt x="45643" y="203962"/>
                  </a:lnTo>
                  <a:lnTo>
                    <a:pt x="47371" y="207009"/>
                  </a:lnTo>
                  <a:lnTo>
                    <a:pt x="51308" y="212089"/>
                  </a:lnTo>
                  <a:lnTo>
                    <a:pt x="55118" y="218439"/>
                  </a:lnTo>
                  <a:lnTo>
                    <a:pt x="54101" y="226059"/>
                  </a:lnTo>
                  <a:lnTo>
                    <a:pt x="49149" y="229869"/>
                  </a:lnTo>
                  <a:lnTo>
                    <a:pt x="45339" y="233679"/>
                  </a:lnTo>
                  <a:lnTo>
                    <a:pt x="45847" y="233679"/>
                  </a:lnTo>
                  <a:lnTo>
                    <a:pt x="48513" y="232409"/>
                  </a:lnTo>
                  <a:lnTo>
                    <a:pt x="50800" y="231139"/>
                  </a:lnTo>
                  <a:lnTo>
                    <a:pt x="53339" y="229869"/>
                  </a:lnTo>
                  <a:lnTo>
                    <a:pt x="55245" y="228600"/>
                  </a:lnTo>
                  <a:lnTo>
                    <a:pt x="57658" y="226059"/>
                  </a:lnTo>
                  <a:lnTo>
                    <a:pt x="62737" y="220979"/>
                  </a:lnTo>
                  <a:lnTo>
                    <a:pt x="63119" y="219709"/>
                  </a:lnTo>
                  <a:lnTo>
                    <a:pt x="66801" y="215900"/>
                  </a:lnTo>
                  <a:lnTo>
                    <a:pt x="67056" y="214629"/>
                  </a:lnTo>
                  <a:lnTo>
                    <a:pt x="71755" y="209550"/>
                  </a:lnTo>
                  <a:lnTo>
                    <a:pt x="71882" y="208279"/>
                  </a:lnTo>
                  <a:lnTo>
                    <a:pt x="76581" y="201929"/>
                  </a:lnTo>
                  <a:lnTo>
                    <a:pt x="82169" y="194309"/>
                  </a:lnTo>
                  <a:close/>
                </a:path>
                <a:path w="292735" h="326389">
                  <a:moveTo>
                    <a:pt x="26183" y="216958"/>
                  </a:moveTo>
                  <a:lnTo>
                    <a:pt x="25146" y="218439"/>
                  </a:lnTo>
                  <a:lnTo>
                    <a:pt x="26288" y="226059"/>
                  </a:lnTo>
                  <a:lnTo>
                    <a:pt x="27385" y="227129"/>
                  </a:lnTo>
                  <a:lnTo>
                    <a:pt x="26183" y="216958"/>
                  </a:lnTo>
                  <a:close/>
                </a:path>
                <a:path w="292735" h="326389">
                  <a:moveTo>
                    <a:pt x="34230" y="156209"/>
                  </a:moveTo>
                  <a:lnTo>
                    <a:pt x="13081" y="156209"/>
                  </a:lnTo>
                  <a:lnTo>
                    <a:pt x="14986" y="165100"/>
                  </a:lnTo>
                  <a:lnTo>
                    <a:pt x="17018" y="173989"/>
                  </a:lnTo>
                  <a:lnTo>
                    <a:pt x="18923" y="182879"/>
                  </a:lnTo>
                  <a:lnTo>
                    <a:pt x="20700" y="191769"/>
                  </a:lnTo>
                  <a:lnTo>
                    <a:pt x="22733" y="199389"/>
                  </a:lnTo>
                  <a:lnTo>
                    <a:pt x="24511" y="207009"/>
                  </a:lnTo>
                  <a:lnTo>
                    <a:pt x="25209" y="209550"/>
                  </a:lnTo>
                  <a:lnTo>
                    <a:pt x="25653" y="210819"/>
                  </a:lnTo>
                  <a:lnTo>
                    <a:pt x="25908" y="212089"/>
                  </a:lnTo>
                  <a:lnTo>
                    <a:pt x="25908" y="214629"/>
                  </a:lnTo>
                  <a:lnTo>
                    <a:pt x="26058" y="215900"/>
                  </a:lnTo>
                  <a:lnTo>
                    <a:pt x="26183" y="216958"/>
                  </a:lnTo>
                  <a:lnTo>
                    <a:pt x="28701" y="213359"/>
                  </a:lnTo>
                  <a:lnTo>
                    <a:pt x="29400" y="212089"/>
                  </a:lnTo>
                  <a:lnTo>
                    <a:pt x="25908" y="212089"/>
                  </a:lnTo>
                  <a:lnTo>
                    <a:pt x="25684" y="211277"/>
                  </a:lnTo>
                  <a:lnTo>
                    <a:pt x="29847" y="211277"/>
                  </a:lnTo>
                  <a:lnTo>
                    <a:pt x="30099" y="210819"/>
                  </a:lnTo>
                  <a:lnTo>
                    <a:pt x="32385" y="207009"/>
                  </a:lnTo>
                  <a:lnTo>
                    <a:pt x="34289" y="204469"/>
                  </a:lnTo>
                  <a:lnTo>
                    <a:pt x="34417" y="204469"/>
                  </a:lnTo>
                  <a:lnTo>
                    <a:pt x="37846" y="199389"/>
                  </a:lnTo>
                  <a:lnTo>
                    <a:pt x="38449" y="199389"/>
                  </a:lnTo>
                  <a:lnTo>
                    <a:pt x="41021" y="195579"/>
                  </a:lnTo>
                  <a:lnTo>
                    <a:pt x="41917" y="194309"/>
                  </a:lnTo>
                  <a:lnTo>
                    <a:pt x="41365" y="191769"/>
                  </a:lnTo>
                  <a:lnTo>
                    <a:pt x="40132" y="186689"/>
                  </a:lnTo>
                  <a:lnTo>
                    <a:pt x="38481" y="179069"/>
                  </a:lnTo>
                  <a:lnTo>
                    <a:pt x="36702" y="170179"/>
                  </a:lnTo>
                  <a:lnTo>
                    <a:pt x="35178" y="161289"/>
                  </a:lnTo>
                  <a:lnTo>
                    <a:pt x="34230" y="156209"/>
                  </a:lnTo>
                  <a:close/>
                </a:path>
                <a:path w="292735" h="326389">
                  <a:moveTo>
                    <a:pt x="45931" y="204469"/>
                  </a:moveTo>
                  <a:lnTo>
                    <a:pt x="46355" y="205739"/>
                  </a:lnTo>
                  <a:lnTo>
                    <a:pt x="46651" y="205739"/>
                  </a:lnTo>
                  <a:lnTo>
                    <a:pt x="45931" y="204469"/>
                  </a:lnTo>
                  <a:close/>
                </a:path>
                <a:path w="292735" h="326389">
                  <a:moveTo>
                    <a:pt x="45339" y="203200"/>
                  </a:moveTo>
                  <a:lnTo>
                    <a:pt x="45212" y="203200"/>
                  </a:lnTo>
                  <a:lnTo>
                    <a:pt x="45643" y="203962"/>
                  </a:lnTo>
                  <a:lnTo>
                    <a:pt x="45339" y="203200"/>
                  </a:lnTo>
                  <a:close/>
                </a:path>
                <a:path w="292735" h="326389">
                  <a:moveTo>
                    <a:pt x="38449" y="199389"/>
                  </a:moveTo>
                  <a:lnTo>
                    <a:pt x="37846" y="199389"/>
                  </a:lnTo>
                  <a:lnTo>
                    <a:pt x="37592" y="200659"/>
                  </a:lnTo>
                  <a:lnTo>
                    <a:pt x="38449" y="199389"/>
                  </a:lnTo>
                  <a:close/>
                </a:path>
                <a:path w="292735" h="326389">
                  <a:moveTo>
                    <a:pt x="42163" y="194309"/>
                  </a:moveTo>
                  <a:lnTo>
                    <a:pt x="42290" y="195579"/>
                  </a:lnTo>
                  <a:lnTo>
                    <a:pt x="41021" y="195579"/>
                  </a:lnTo>
                  <a:lnTo>
                    <a:pt x="37592" y="200659"/>
                  </a:lnTo>
                  <a:lnTo>
                    <a:pt x="44323" y="200659"/>
                  </a:lnTo>
                  <a:lnTo>
                    <a:pt x="42595" y="195579"/>
                  </a:lnTo>
                  <a:lnTo>
                    <a:pt x="42290" y="195579"/>
                  </a:lnTo>
                  <a:lnTo>
                    <a:pt x="41982" y="194309"/>
                  </a:lnTo>
                  <a:lnTo>
                    <a:pt x="42163" y="194309"/>
                  </a:lnTo>
                  <a:close/>
                </a:path>
                <a:path w="292735" h="326389">
                  <a:moveTo>
                    <a:pt x="77444" y="147159"/>
                  </a:moveTo>
                  <a:lnTo>
                    <a:pt x="70103" y="156209"/>
                  </a:lnTo>
                  <a:lnTo>
                    <a:pt x="69850" y="156209"/>
                  </a:lnTo>
                  <a:lnTo>
                    <a:pt x="62484" y="166369"/>
                  </a:lnTo>
                  <a:lnTo>
                    <a:pt x="62230" y="166369"/>
                  </a:lnTo>
                  <a:lnTo>
                    <a:pt x="55625" y="175259"/>
                  </a:lnTo>
                  <a:lnTo>
                    <a:pt x="55372" y="175259"/>
                  </a:lnTo>
                  <a:lnTo>
                    <a:pt x="43711" y="191769"/>
                  </a:lnTo>
                  <a:lnTo>
                    <a:pt x="41982" y="194309"/>
                  </a:lnTo>
                  <a:lnTo>
                    <a:pt x="42290" y="195579"/>
                  </a:lnTo>
                  <a:lnTo>
                    <a:pt x="42163" y="194309"/>
                  </a:lnTo>
                  <a:lnTo>
                    <a:pt x="82169" y="194309"/>
                  </a:lnTo>
                  <a:lnTo>
                    <a:pt x="86704" y="187960"/>
                  </a:lnTo>
                  <a:lnTo>
                    <a:pt x="86486" y="187960"/>
                  </a:lnTo>
                  <a:lnTo>
                    <a:pt x="102169" y="168080"/>
                  </a:lnTo>
                  <a:lnTo>
                    <a:pt x="101853" y="167639"/>
                  </a:lnTo>
                  <a:lnTo>
                    <a:pt x="91852" y="158750"/>
                  </a:lnTo>
                  <a:lnTo>
                    <a:pt x="90932" y="158750"/>
                  </a:lnTo>
                  <a:lnTo>
                    <a:pt x="77444" y="147159"/>
                  </a:lnTo>
                  <a:close/>
                </a:path>
                <a:path w="292735" h="326389">
                  <a:moveTo>
                    <a:pt x="87611" y="186689"/>
                  </a:moveTo>
                  <a:lnTo>
                    <a:pt x="86486" y="187960"/>
                  </a:lnTo>
                  <a:lnTo>
                    <a:pt x="86704" y="187960"/>
                  </a:lnTo>
                  <a:lnTo>
                    <a:pt x="87611" y="186689"/>
                  </a:lnTo>
                  <a:close/>
                </a:path>
                <a:path w="292735" h="326389">
                  <a:moveTo>
                    <a:pt x="154930" y="168080"/>
                  </a:moveTo>
                  <a:lnTo>
                    <a:pt x="102349" y="168080"/>
                  </a:lnTo>
                  <a:lnTo>
                    <a:pt x="107694" y="172846"/>
                  </a:lnTo>
                  <a:lnTo>
                    <a:pt x="123698" y="187960"/>
                  </a:lnTo>
                  <a:lnTo>
                    <a:pt x="123444" y="186689"/>
                  </a:lnTo>
                  <a:lnTo>
                    <a:pt x="174853" y="186689"/>
                  </a:lnTo>
                  <a:lnTo>
                    <a:pt x="164084" y="176529"/>
                  </a:lnTo>
                  <a:lnTo>
                    <a:pt x="154930" y="168080"/>
                  </a:lnTo>
                  <a:close/>
                </a:path>
                <a:path w="292735" h="326389">
                  <a:moveTo>
                    <a:pt x="123161" y="140661"/>
                  </a:moveTo>
                  <a:lnTo>
                    <a:pt x="122936" y="140969"/>
                  </a:lnTo>
                  <a:lnTo>
                    <a:pt x="122682" y="140969"/>
                  </a:lnTo>
                  <a:lnTo>
                    <a:pt x="113537" y="153669"/>
                  </a:lnTo>
                  <a:lnTo>
                    <a:pt x="102169" y="168080"/>
                  </a:lnTo>
                  <a:lnTo>
                    <a:pt x="107451" y="172846"/>
                  </a:lnTo>
                  <a:lnTo>
                    <a:pt x="107702" y="172846"/>
                  </a:lnTo>
                  <a:lnTo>
                    <a:pt x="101853" y="167639"/>
                  </a:lnTo>
                  <a:lnTo>
                    <a:pt x="154930" y="168080"/>
                  </a:lnTo>
                  <a:lnTo>
                    <a:pt x="147574" y="161289"/>
                  </a:lnTo>
                  <a:lnTo>
                    <a:pt x="147193" y="161289"/>
                  </a:lnTo>
                  <a:lnTo>
                    <a:pt x="130301" y="147319"/>
                  </a:lnTo>
                  <a:lnTo>
                    <a:pt x="129921" y="146050"/>
                  </a:lnTo>
                  <a:lnTo>
                    <a:pt x="123161" y="140661"/>
                  </a:lnTo>
                  <a:close/>
                </a:path>
                <a:path w="292735" h="326389">
                  <a:moveTo>
                    <a:pt x="110532" y="157479"/>
                  </a:moveTo>
                  <a:lnTo>
                    <a:pt x="90424" y="157479"/>
                  </a:lnTo>
                  <a:lnTo>
                    <a:pt x="102349" y="168080"/>
                  </a:lnTo>
                  <a:lnTo>
                    <a:pt x="102169" y="168080"/>
                  </a:lnTo>
                  <a:lnTo>
                    <a:pt x="110532" y="157479"/>
                  </a:lnTo>
                  <a:close/>
                </a:path>
                <a:path w="292735" h="326389">
                  <a:moveTo>
                    <a:pt x="98786" y="121301"/>
                  </a:moveTo>
                  <a:lnTo>
                    <a:pt x="98298" y="121919"/>
                  </a:lnTo>
                  <a:lnTo>
                    <a:pt x="88773" y="133350"/>
                  </a:lnTo>
                  <a:lnTo>
                    <a:pt x="79273" y="144905"/>
                  </a:lnTo>
                  <a:lnTo>
                    <a:pt x="77444" y="147159"/>
                  </a:lnTo>
                  <a:lnTo>
                    <a:pt x="90932" y="158750"/>
                  </a:lnTo>
                  <a:lnTo>
                    <a:pt x="90424" y="157479"/>
                  </a:lnTo>
                  <a:lnTo>
                    <a:pt x="110532" y="157479"/>
                  </a:lnTo>
                  <a:lnTo>
                    <a:pt x="113537" y="153669"/>
                  </a:lnTo>
                  <a:lnTo>
                    <a:pt x="122682" y="140969"/>
                  </a:lnTo>
                  <a:lnTo>
                    <a:pt x="122936" y="140969"/>
                  </a:lnTo>
                  <a:lnTo>
                    <a:pt x="123161" y="140661"/>
                  </a:lnTo>
                  <a:lnTo>
                    <a:pt x="112395" y="132079"/>
                  </a:lnTo>
                  <a:lnTo>
                    <a:pt x="112013" y="132079"/>
                  </a:lnTo>
                  <a:lnTo>
                    <a:pt x="98786" y="121301"/>
                  </a:lnTo>
                  <a:close/>
                </a:path>
                <a:path w="292735" h="326389">
                  <a:moveTo>
                    <a:pt x="90424" y="157479"/>
                  </a:moveTo>
                  <a:lnTo>
                    <a:pt x="90932" y="158750"/>
                  </a:lnTo>
                  <a:lnTo>
                    <a:pt x="91852" y="158750"/>
                  </a:lnTo>
                  <a:lnTo>
                    <a:pt x="90424" y="157479"/>
                  </a:lnTo>
                  <a:close/>
                </a:path>
                <a:path w="292735" h="326389">
                  <a:moveTo>
                    <a:pt x="44703" y="87629"/>
                  </a:moveTo>
                  <a:lnTo>
                    <a:pt x="6731" y="87629"/>
                  </a:lnTo>
                  <a:lnTo>
                    <a:pt x="5841" y="88900"/>
                  </a:lnTo>
                  <a:lnTo>
                    <a:pt x="4818" y="90186"/>
                  </a:lnTo>
                  <a:lnTo>
                    <a:pt x="4572" y="90714"/>
                  </a:lnTo>
                  <a:lnTo>
                    <a:pt x="4267" y="90714"/>
                  </a:lnTo>
                  <a:lnTo>
                    <a:pt x="3556" y="91439"/>
                  </a:lnTo>
                  <a:lnTo>
                    <a:pt x="508" y="97789"/>
                  </a:lnTo>
                  <a:lnTo>
                    <a:pt x="0" y="99059"/>
                  </a:lnTo>
                  <a:lnTo>
                    <a:pt x="126" y="101600"/>
                  </a:lnTo>
                  <a:lnTo>
                    <a:pt x="232" y="104774"/>
                  </a:lnTo>
                  <a:lnTo>
                    <a:pt x="3301" y="119379"/>
                  </a:lnTo>
                  <a:lnTo>
                    <a:pt x="4952" y="125729"/>
                  </a:lnTo>
                  <a:lnTo>
                    <a:pt x="6476" y="132079"/>
                  </a:lnTo>
                  <a:lnTo>
                    <a:pt x="10623" y="147159"/>
                  </a:lnTo>
                  <a:lnTo>
                    <a:pt x="13081" y="157479"/>
                  </a:lnTo>
                  <a:lnTo>
                    <a:pt x="13081" y="156209"/>
                  </a:lnTo>
                  <a:lnTo>
                    <a:pt x="34230" y="156209"/>
                  </a:lnTo>
                  <a:lnTo>
                    <a:pt x="31860" y="143509"/>
                  </a:lnTo>
                  <a:lnTo>
                    <a:pt x="31671" y="142729"/>
                  </a:lnTo>
                  <a:lnTo>
                    <a:pt x="31514" y="142239"/>
                  </a:lnTo>
                  <a:lnTo>
                    <a:pt x="30121" y="134743"/>
                  </a:lnTo>
                  <a:lnTo>
                    <a:pt x="28828" y="127000"/>
                  </a:lnTo>
                  <a:lnTo>
                    <a:pt x="28956" y="127000"/>
                  </a:lnTo>
                  <a:lnTo>
                    <a:pt x="28244" y="121919"/>
                  </a:lnTo>
                  <a:lnTo>
                    <a:pt x="27050" y="114300"/>
                  </a:lnTo>
                  <a:lnTo>
                    <a:pt x="26942" y="113574"/>
                  </a:lnTo>
                  <a:lnTo>
                    <a:pt x="26906" y="113335"/>
                  </a:lnTo>
                  <a:lnTo>
                    <a:pt x="26374" y="113149"/>
                  </a:lnTo>
                  <a:lnTo>
                    <a:pt x="26671" y="113149"/>
                  </a:lnTo>
                  <a:lnTo>
                    <a:pt x="20955" y="110489"/>
                  </a:lnTo>
                  <a:lnTo>
                    <a:pt x="21462" y="110489"/>
                  </a:lnTo>
                  <a:lnTo>
                    <a:pt x="13678" y="108018"/>
                  </a:lnTo>
                  <a:lnTo>
                    <a:pt x="13087" y="108018"/>
                  </a:lnTo>
                  <a:lnTo>
                    <a:pt x="24966" y="105839"/>
                  </a:lnTo>
                  <a:lnTo>
                    <a:pt x="26035" y="102869"/>
                  </a:lnTo>
                  <a:lnTo>
                    <a:pt x="72117" y="102869"/>
                  </a:lnTo>
                  <a:lnTo>
                    <a:pt x="68452" y="100329"/>
                  </a:lnTo>
                  <a:lnTo>
                    <a:pt x="57023" y="93979"/>
                  </a:lnTo>
                  <a:lnTo>
                    <a:pt x="49838" y="90714"/>
                  </a:lnTo>
                  <a:lnTo>
                    <a:pt x="4572" y="90714"/>
                  </a:lnTo>
                  <a:lnTo>
                    <a:pt x="4818" y="90186"/>
                  </a:lnTo>
                  <a:lnTo>
                    <a:pt x="48676" y="90186"/>
                  </a:lnTo>
                  <a:lnTo>
                    <a:pt x="45847" y="88900"/>
                  </a:lnTo>
                  <a:lnTo>
                    <a:pt x="44703" y="87629"/>
                  </a:lnTo>
                  <a:close/>
                </a:path>
                <a:path w="292735" h="326389">
                  <a:moveTo>
                    <a:pt x="95123" y="125729"/>
                  </a:moveTo>
                  <a:lnTo>
                    <a:pt x="50164" y="125729"/>
                  </a:lnTo>
                  <a:lnTo>
                    <a:pt x="62248" y="134743"/>
                  </a:lnTo>
                  <a:lnTo>
                    <a:pt x="71720" y="142239"/>
                  </a:lnTo>
                  <a:lnTo>
                    <a:pt x="72289" y="142729"/>
                  </a:lnTo>
                  <a:lnTo>
                    <a:pt x="75046" y="144905"/>
                  </a:lnTo>
                  <a:lnTo>
                    <a:pt x="77444" y="147159"/>
                  </a:lnTo>
                  <a:lnTo>
                    <a:pt x="79273" y="144905"/>
                  </a:lnTo>
                  <a:lnTo>
                    <a:pt x="88773" y="133350"/>
                  </a:lnTo>
                  <a:lnTo>
                    <a:pt x="95123" y="125729"/>
                  </a:lnTo>
                  <a:close/>
                </a:path>
                <a:path w="292735" h="326389">
                  <a:moveTo>
                    <a:pt x="73288" y="143509"/>
                  </a:moveTo>
                  <a:lnTo>
                    <a:pt x="74822" y="144905"/>
                  </a:lnTo>
                  <a:lnTo>
                    <a:pt x="75073" y="144905"/>
                  </a:lnTo>
                  <a:lnTo>
                    <a:pt x="73288" y="143509"/>
                  </a:lnTo>
                  <a:close/>
                </a:path>
                <a:path w="292735" h="326389">
                  <a:moveTo>
                    <a:pt x="184658" y="15239"/>
                  </a:moveTo>
                  <a:lnTo>
                    <a:pt x="180212" y="21589"/>
                  </a:lnTo>
                  <a:lnTo>
                    <a:pt x="180594" y="21589"/>
                  </a:lnTo>
                  <a:lnTo>
                    <a:pt x="173862" y="30479"/>
                  </a:lnTo>
                  <a:lnTo>
                    <a:pt x="174117" y="30479"/>
                  </a:lnTo>
                  <a:lnTo>
                    <a:pt x="169827" y="35559"/>
                  </a:lnTo>
                  <a:lnTo>
                    <a:pt x="164535" y="41973"/>
                  </a:lnTo>
                  <a:lnTo>
                    <a:pt x="154305" y="53339"/>
                  </a:lnTo>
                  <a:lnTo>
                    <a:pt x="154177" y="53339"/>
                  </a:lnTo>
                  <a:lnTo>
                    <a:pt x="144399" y="64769"/>
                  </a:lnTo>
                  <a:lnTo>
                    <a:pt x="144145" y="64769"/>
                  </a:lnTo>
                  <a:lnTo>
                    <a:pt x="133350" y="78739"/>
                  </a:lnTo>
                  <a:lnTo>
                    <a:pt x="108331" y="109219"/>
                  </a:lnTo>
                  <a:lnTo>
                    <a:pt x="98786" y="121301"/>
                  </a:lnTo>
                  <a:lnTo>
                    <a:pt x="112013" y="132079"/>
                  </a:lnTo>
                  <a:lnTo>
                    <a:pt x="112395" y="132079"/>
                  </a:lnTo>
                  <a:lnTo>
                    <a:pt x="123161" y="140661"/>
                  </a:lnTo>
                  <a:lnTo>
                    <a:pt x="143295" y="113149"/>
                  </a:lnTo>
                  <a:lnTo>
                    <a:pt x="156210" y="96519"/>
                  </a:lnTo>
                  <a:lnTo>
                    <a:pt x="166243" y="82550"/>
                  </a:lnTo>
                  <a:lnTo>
                    <a:pt x="166115" y="82550"/>
                  </a:lnTo>
                  <a:lnTo>
                    <a:pt x="184785" y="58419"/>
                  </a:lnTo>
                  <a:lnTo>
                    <a:pt x="193801" y="45719"/>
                  </a:lnTo>
                  <a:lnTo>
                    <a:pt x="194310" y="44450"/>
                  </a:lnTo>
                  <a:lnTo>
                    <a:pt x="200025" y="35559"/>
                  </a:lnTo>
                  <a:lnTo>
                    <a:pt x="200533" y="34289"/>
                  </a:lnTo>
                  <a:lnTo>
                    <a:pt x="203835" y="26669"/>
                  </a:lnTo>
                  <a:lnTo>
                    <a:pt x="204343" y="25400"/>
                  </a:lnTo>
                  <a:lnTo>
                    <a:pt x="206628" y="19050"/>
                  </a:lnTo>
                  <a:lnTo>
                    <a:pt x="207327" y="16509"/>
                  </a:lnTo>
                  <a:lnTo>
                    <a:pt x="184276" y="16509"/>
                  </a:lnTo>
                  <a:lnTo>
                    <a:pt x="184658" y="15239"/>
                  </a:lnTo>
                  <a:close/>
                </a:path>
                <a:path w="292735" h="326389">
                  <a:moveTo>
                    <a:pt x="58687" y="132079"/>
                  </a:moveTo>
                  <a:lnTo>
                    <a:pt x="60213" y="133350"/>
                  </a:lnTo>
                  <a:lnTo>
                    <a:pt x="62007" y="134743"/>
                  </a:lnTo>
                  <a:lnTo>
                    <a:pt x="62258" y="134743"/>
                  </a:lnTo>
                  <a:lnTo>
                    <a:pt x="58687" y="132079"/>
                  </a:lnTo>
                  <a:close/>
                </a:path>
                <a:path w="292735" h="326389">
                  <a:moveTo>
                    <a:pt x="75782" y="105409"/>
                  </a:moveTo>
                  <a:lnTo>
                    <a:pt x="27305" y="105409"/>
                  </a:lnTo>
                  <a:lnTo>
                    <a:pt x="26007" y="106407"/>
                  </a:lnTo>
                  <a:lnTo>
                    <a:pt x="26086" y="107199"/>
                  </a:lnTo>
                  <a:lnTo>
                    <a:pt x="26168" y="108018"/>
                  </a:lnTo>
                  <a:lnTo>
                    <a:pt x="26288" y="109219"/>
                  </a:lnTo>
                  <a:lnTo>
                    <a:pt x="26878" y="113149"/>
                  </a:lnTo>
                  <a:lnTo>
                    <a:pt x="26906" y="113335"/>
                  </a:lnTo>
                  <a:lnTo>
                    <a:pt x="27073" y="113335"/>
                  </a:lnTo>
                  <a:lnTo>
                    <a:pt x="27586" y="113574"/>
                  </a:lnTo>
                  <a:lnTo>
                    <a:pt x="33274" y="115569"/>
                  </a:lnTo>
                  <a:lnTo>
                    <a:pt x="32512" y="115569"/>
                  </a:lnTo>
                  <a:lnTo>
                    <a:pt x="41910" y="120650"/>
                  </a:lnTo>
                  <a:lnTo>
                    <a:pt x="40639" y="120650"/>
                  </a:lnTo>
                  <a:lnTo>
                    <a:pt x="50800" y="127000"/>
                  </a:lnTo>
                  <a:lnTo>
                    <a:pt x="50164" y="125729"/>
                  </a:lnTo>
                  <a:lnTo>
                    <a:pt x="95123" y="125729"/>
                  </a:lnTo>
                  <a:lnTo>
                    <a:pt x="98298" y="121919"/>
                  </a:lnTo>
                  <a:lnTo>
                    <a:pt x="98786" y="121301"/>
                  </a:lnTo>
                  <a:lnTo>
                    <a:pt x="94869" y="118109"/>
                  </a:lnTo>
                  <a:lnTo>
                    <a:pt x="81280" y="109219"/>
                  </a:lnTo>
                  <a:lnTo>
                    <a:pt x="75782" y="105409"/>
                  </a:lnTo>
                  <a:close/>
                </a:path>
                <a:path w="292735" h="326389">
                  <a:moveTo>
                    <a:pt x="26671" y="113149"/>
                  </a:moveTo>
                  <a:lnTo>
                    <a:pt x="26374" y="113149"/>
                  </a:lnTo>
                  <a:lnTo>
                    <a:pt x="26906" y="113335"/>
                  </a:lnTo>
                  <a:lnTo>
                    <a:pt x="27073" y="113335"/>
                  </a:lnTo>
                  <a:lnTo>
                    <a:pt x="26671" y="113149"/>
                  </a:lnTo>
                  <a:close/>
                </a:path>
                <a:path w="292735" h="326389">
                  <a:moveTo>
                    <a:pt x="24966" y="105839"/>
                  </a:moveTo>
                  <a:lnTo>
                    <a:pt x="13087" y="108018"/>
                  </a:lnTo>
                  <a:lnTo>
                    <a:pt x="13678" y="108018"/>
                  </a:lnTo>
                  <a:lnTo>
                    <a:pt x="21462" y="110489"/>
                  </a:lnTo>
                  <a:lnTo>
                    <a:pt x="20955" y="110489"/>
                  </a:lnTo>
                  <a:lnTo>
                    <a:pt x="27073" y="113335"/>
                  </a:lnTo>
                  <a:lnTo>
                    <a:pt x="26906" y="113335"/>
                  </a:lnTo>
                  <a:lnTo>
                    <a:pt x="26288" y="109219"/>
                  </a:lnTo>
                  <a:lnTo>
                    <a:pt x="22860" y="109219"/>
                  </a:lnTo>
                  <a:lnTo>
                    <a:pt x="24476" y="107199"/>
                  </a:lnTo>
                  <a:lnTo>
                    <a:pt x="24966" y="105839"/>
                  </a:lnTo>
                  <a:close/>
                </a:path>
                <a:path w="292735" h="326389">
                  <a:moveTo>
                    <a:pt x="24476" y="107199"/>
                  </a:moveTo>
                  <a:lnTo>
                    <a:pt x="22860" y="109219"/>
                  </a:lnTo>
                  <a:lnTo>
                    <a:pt x="24181" y="108018"/>
                  </a:lnTo>
                  <a:lnTo>
                    <a:pt x="24476" y="107199"/>
                  </a:lnTo>
                  <a:close/>
                </a:path>
                <a:path w="292735" h="326389">
                  <a:moveTo>
                    <a:pt x="24181" y="108018"/>
                  </a:moveTo>
                  <a:lnTo>
                    <a:pt x="22860" y="109219"/>
                  </a:lnTo>
                  <a:lnTo>
                    <a:pt x="23749" y="109219"/>
                  </a:lnTo>
                  <a:lnTo>
                    <a:pt x="24181" y="108018"/>
                  </a:lnTo>
                  <a:close/>
                </a:path>
                <a:path w="292735" h="326389">
                  <a:moveTo>
                    <a:pt x="24693" y="107553"/>
                  </a:moveTo>
                  <a:lnTo>
                    <a:pt x="24181" y="108018"/>
                  </a:lnTo>
                  <a:lnTo>
                    <a:pt x="23749" y="109219"/>
                  </a:lnTo>
                  <a:lnTo>
                    <a:pt x="24693" y="107553"/>
                  </a:lnTo>
                  <a:close/>
                </a:path>
                <a:path w="292735" h="326389">
                  <a:moveTo>
                    <a:pt x="26007" y="106407"/>
                  </a:moveTo>
                  <a:lnTo>
                    <a:pt x="25653" y="106679"/>
                  </a:lnTo>
                  <a:lnTo>
                    <a:pt x="24693" y="107553"/>
                  </a:lnTo>
                  <a:lnTo>
                    <a:pt x="23749" y="109219"/>
                  </a:lnTo>
                  <a:lnTo>
                    <a:pt x="26288" y="109219"/>
                  </a:lnTo>
                  <a:lnTo>
                    <a:pt x="26168" y="108018"/>
                  </a:lnTo>
                  <a:lnTo>
                    <a:pt x="26086" y="107199"/>
                  </a:lnTo>
                  <a:lnTo>
                    <a:pt x="26007" y="106407"/>
                  </a:lnTo>
                  <a:close/>
                </a:path>
                <a:path w="292735" h="326389">
                  <a:moveTo>
                    <a:pt x="25664" y="105839"/>
                  </a:moveTo>
                  <a:lnTo>
                    <a:pt x="25109" y="106407"/>
                  </a:lnTo>
                  <a:lnTo>
                    <a:pt x="24476" y="107199"/>
                  </a:lnTo>
                  <a:lnTo>
                    <a:pt x="24181" y="108018"/>
                  </a:lnTo>
                  <a:lnTo>
                    <a:pt x="24693" y="107553"/>
                  </a:lnTo>
                  <a:lnTo>
                    <a:pt x="25664" y="105839"/>
                  </a:lnTo>
                  <a:close/>
                </a:path>
                <a:path w="292735" h="326389">
                  <a:moveTo>
                    <a:pt x="25696" y="105839"/>
                  </a:moveTo>
                  <a:lnTo>
                    <a:pt x="25342" y="106407"/>
                  </a:lnTo>
                  <a:lnTo>
                    <a:pt x="24693" y="107553"/>
                  </a:lnTo>
                  <a:lnTo>
                    <a:pt x="25653" y="106679"/>
                  </a:lnTo>
                  <a:lnTo>
                    <a:pt x="25696" y="105839"/>
                  </a:lnTo>
                  <a:close/>
                </a:path>
                <a:path w="292735" h="326389">
                  <a:moveTo>
                    <a:pt x="26035" y="102869"/>
                  </a:moveTo>
                  <a:lnTo>
                    <a:pt x="24476" y="107199"/>
                  </a:lnTo>
                  <a:lnTo>
                    <a:pt x="25564" y="105839"/>
                  </a:lnTo>
                  <a:lnTo>
                    <a:pt x="25696" y="105839"/>
                  </a:lnTo>
                  <a:lnTo>
                    <a:pt x="25781" y="104139"/>
                  </a:lnTo>
                  <a:lnTo>
                    <a:pt x="26035" y="102869"/>
                  </a:lnTo>
                  <a:close/>
                </a:path>
                <a:path w="292735" h="326389">
                  <a:moveTo>
                    <a:pt x="25908" y="105409"/>
                  </a:moveTo>
                  <a:lnTo>
                    <a:pt x="25738" y="105839"/>
                  </a:lnTo>
                  <a:lnTo>
                    <a:pt x="25653" y="106679"/>
                  </a:lnTo>
                  <a:lnTo>
                    <a:pt x="26007" y="106407"/>
                  </a:lnTo>
                  <a:lnTo>
                    <a:pt x="25908" y="105409"/>
                  </a:lnTo>
                  <a:close/>
                </a:path>
                <a:path w="292735" h="326389">
                  <a:moveTo>
                    <a:pt x="26747" y="105839"/>
                  </a:moveTo>
                  <a:lnTo>
                    <a:pt x="25950" y="105839"/>
                  </a:lnTo>
                  <a:lnTo>
                    <a:pt x="26007" y="106407"/>
                  </a:lnTo>
                  <a:lnTo>
                    <a:pt x="26747" y="105839"/>
                  </a:lnTo>
                  <a:close/>
                </a:path>
                <a:path w="292735" h="326389">
                  <a:moveTo>
                    <a:pt x="25844" y="104774"/>
                  </a:moveTo>
                  <a:lnTo>
                    <a:pt x="25738" y="105839"/>
                  </a:lnTo>
                  <a:lnTo>
                    <a:pt x="25564" y="105839"/>
                  </a:lnTo>
                  <a:lnTo>
                    <a:pt x="25908" y="105409"/>
                  </a:lnTo>
                  <a:lnTo>
                    <a:pt x="25844" y="104774"/>
                  </a:lnTo>
                  <a:close/>
                </a:path>
                <a:path w="292735" h="326389">
                  <a:moveTo>
                    <a:pt x="72117" y="102869"/>
                  </a:moveTo>
                  <a:lnTo>
                    <a:pt x="26035" y="102869"/>
                  </a:lnTo>
                  <a:lnTo>
                    <a:pt x="25950" y="105839"/>
                  </a:lnTo>
                  <a:lnTo>
                    <a:pt x="24966" y="105839"/>
                  </a:lnTo>
                  <a:lnTo>
                    <a:pt x="27305" y="105409"/>
                  </a:lnTo>
                  <a:lnTo>
                    <a:pt x="75782" y="105409"/>
                  </a:lnTo>
                  <a:lnTo>
                    <a:pt x="72117" y="102869"/>
                  </a:lnTo>
                  <a:close/>
                </a:path>
                <a:path w="292735" h="326389">
                  <a:moveTo>
                    <a:pt x="27305" y="105409"/>
                  </a:moveTo>
                  <a:lnTo>
                    <a:pt x="24966" y="105839"/>
                  </a:lnTo>
                  <a:lnTo>
                    <a:pt x="26747" y="105839"/>
                  </a:lnTo>
                  <a:lnTo>
                    <a:pt x="27305" y="105409"/>
                  </a:lnTo>
                  <a:close/>
                </a:path>
                <a:path w="292735" h="326389">
                  <a:moveTo>
                    <a:pt x="15494" y="78739"/>
                  </a:moveTo>
                  <a:lnTo>
                    <a:pt x="8382" y="82550"/>
                  </a:lnTo>
                  <a:lnTo>
                    <a:pt x="4818" y="90186"/>
                  </a:lnTo>
                  <a:lnTo>
                    <a:pt x="5841" y="88900"/>
                  </a:lnTo>
                  <a:lnTo>
                    <a:pt x="6731" y="87629"/>
                  </a:lnTo>
                  <a:lnTo>
                    <a:pt x="44703" y="87629"/>
                  </a:lnTo>
                  <a:lnTo>
                    <a:pt x="37211" y="85089"/>
                  </a:lnTo>
                  <a:lnTo>
                    <a:pt x="36449" y="85089"/>
                  </a:lnTo>
                  <a:lnTo>
                    <a:pt x="30734" y="83819"/>
                  </a:lnTo>
                  <a:lnTo>
                    <a:pt x="30480" y="83819"/>
                  </a:lnTo>
                  <a:lnTo>
                    <a:pt x="22225" y="81279"/>
                  </a:lnTo>
                  <a:lnTo>
                    <a:pt x="15494" y="78739"/>
                  </a:lnTo>
                  <a:close/>
                </a:path>
                <a:path w="292735" h="326389">
                  <a:moveTo>
                    <a:pt x="167155" y="81279"/>
                  </a:moveTo>
                  <a:lnTo>
                    <a:pt x="166115" y="82550"/>
                  </a:lnTo>
                  <a:lnTo>
                    <a:pt x="166243" y="82550"/>
                  </a:lnTo>
                  <a:lnTo>
                    <a:pt x="167155" y="81279"/>
                  </a:lnTo>
                  <a:close/>
                </a:path>
                <a:path w="292735" h="326389">
                  <a:moveTo>
                    <a:pt x="202946" y="0"/>
                  </a:moveTo>
                  <a:lnTo>
                    <a:pt x="199009" y="0"/>
                  </a:lnTo>
                  <a:lnTo>
                    <a:pt x="197358" y="1269"/>
                  </a:lnTo>
                  <a:lnTo>
                    <a:pt x="193421" y="3809"/>
                  </a:lnTo>
                  <a:lnTo>
                    <a:pt x="190246" y="6350"/>
                  </a:lnTo>
                  <a:lnTo>
                    <a:pt x="187833" y="10159"/>
                  </a:lnTo>
                  <a:lnTo>
                    <a:pt x="184276" y="16509"/>
                  </a:lnTo>
                  <a:lnTo>
                    <a:pt x="207327" y="16509"/>
                  </a:lnTo>
                  <a:lnTo>
                    <a:pt x="208025" y="13969"/>
                  </a:lnTo>
                  <a:lnTo>
                    <a:pt x="207899" y="8889"/>
                  </a:lnTo>
                  <a:lnTo>
                    <a:pt x="206628" y="5079"/>
                  </a:lnTo>
                  <a:lnTo>
                    <a:pt x="206121" y="2539"/>
                  </a:lnTo>
                  <a:lnTo>
                    <a:pt x="204724" y="1269"/>
                  </a:lnTo>
                  <a:lnTo>
                    <a:pt x="20294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5886" y="862202"/>
              <a:ext cx="4884989" cy="594011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550287" y="1313179"/>
              <a:ext cx="711835" cy="4414520"/>
            </a:xfrm>
            <a:custGeom>
              <a:avLst/>
              <a:gdLst/>
              <a:ahLst/>
              <a:cxnLst/>
              <a:rect l="l" t="t" r="r" b="b"/>
              <a:pathLst>
                <a:path w="711835" h="4414520">
                  <a:moveTo>
                    <a:pt x="1016" y="777494"/>
                  </a:moveTo>
                  <a:lnTo>
                    <a:pt x="774" y="777875"/>
                  </a:lnTo>
                  <a:lnTo>
                    <a:pt x="0" y="779526"/>
                  </a:lnTo>
                  <a:lnTo>
                    <a:pt x="1003" y="785241"/>
                  </a:lnTo>
                  <a:lnTo>
                    <a:pt x="1016" y="777494"/>
                  </a:lnTo>
                  <a:close/>
                </a:path>
                <a:path w="711835" h="4414520">
                  <a:moveTo>
                    <a:pt x="487984" y="4346295"/>
                  </a:moveTo>
                  <a:lnTo>
                    <a:pt x="382905" y="4346295"/>
                  </a:lnTo>
                  <a:lnTo>
                    <a:pt x="382714" y="4346295"/>
                  </a:lnTo>
                  <a:lnTo>
                    <a:pt x="344538" y="4358551"/>
                  </a:lnTo>
                  <a:lnTo>
                    <a:pt x="312877" y="4366730"/>
                  </a:lnTo>
                  <a:lnTo>
                    <a:pt x="312166" y="4366895"/>
                  </a:lnTo>
                  <a:lnTo>
                    <a:pt x="312826" y="4366730"/>
                  </a:lnTo>
                  <a:lnTo>
                    <a:pt x="281076" y="4373092"/>
                  </a:lnTo>
                  <a:lnTo>
                    <a:pt x="280035" y="4373270"/>
                  </a:lnTo>
                  <a:lnTo>
                    <a:pt x="280974" y="4373092"/>
                  </a:lnTo>
                  <a:lnTo>
                    <a:pt x="250431" y="4376864"/>
                  </a:lnTo>
                  <a:lnTo>
                    <a:pt x="247954" y="4376864"/>
                  </a:lnTo>
                  <a:lnTo>
                    <a:pt x="230657" y="4377398"/>
                  </a:lnTo>
                  <a:lnTo>
                    <a:pt x="217271" y="4376559"/>
                  </a:lnTo>
                  <a:lnTo>
                    <a:pt x="214731" y="4376407"/>
                  </a:lnTo>
                  <a:lnTo>
                    <a:pt x="204025" y="4374540"/>
                  </a:lnTo>
                  <a:lnTo>
                    <a:pt x="202069" y="4374210"/>
                  </a:lnTo>
                  <a:lnTo>
                    <a:pt x="201472" y="4374019"/>
                  </a:lnTo>
                  <a:lnTo>
                    <a:pt x="191566" y="4371022"/>
                  </a:lnTo>
                  <a:lnTo>
                    <a:pt x="190144" y="4370590"/>
                  </a:lnTo>
                  <a:lnTo>
                    <a:pt x="189509" y="4370311"/>
                  </a:lnTo>
                  <a:lnTo>
                    <a:pt x="181343" y="4366730"/>
                  </a:lnTo>
                  <a:lnTo>
                    <a:pt x="180086" y="4366184"/>
                  </a:lnTo>
                  <a:lnTo>
                    <a:pt x="181089" y="4366730"/>
                  </a:lnTo>
                  <a:lnTo>
                    <a:pt x="180086" y="4366184"/>
                  </a:lnTo>
                  <a:lnTo>
                    <a:pt x="179120" y="4365612"/>
                  </a:lnTo>
                  <a:lnTo>
                    <a:pt x="169557" y="4360037"/>
                  </a:lnTo>
                  <a:lnTo>
                    <a:pt x="168833" y="4359618"/>
                  </a:lnTo>
                  <a:lnTo>
                    <a:pt x="169418" y="4360037"/>
                  </a:lnTo>
                  <a:lnTo>
                    <a:pt x="168021" y="4359135"/>
                  </a:lnTo>
                  <a:lnTo>
                    <a:pt x="168833" y="4359618"/>
                  </a:lnTo>
                  <a:lnTo>
                    <a:pt x="168186" y="4359135"/>
                  </a:lnTo>
                  <a:lnTo>
                    <a:pt x="161150" y="4353966"/>
                  </a:lnTo>
                  <a:lnTo>
                    <a:pt x="160324" y="4353407"/>
                  </a:lnTo>
                  <a:lnTo>
                    <a:pt x="159893" y="4353039"/>
                  </a:lnTo>
                  <a:lnTo>
                    <a:pt x="159232" y="4352404"/>
                  </a:lnTo>
                  <a:lnTo>
                    <a:pt x="153149" y="4347134"/>
                  </a:lnTo>
                  <a:lnTo>
                    <a:pt x="146227" y="4340085"/>
                  </a:lnTo>
                  <a:lnTo>
                    <a:pt x="145796" y="4339679"/>
                  </a:lnTo>
                  <a:lnTo>
                    <a:pt x="145542" y="4339387"/>
                  </a:lnTo>
                  <a:lnTo>
                    <a:pt x="143408" y="4336859"/>
                  </a:lnTo>
                  <a:lnTo>
                    <a:pt x="139827" y="4332681"/>
                  </a:lnTo>
                  <a:lnTo>
                    <a:pt x="133565" y="4324566"/>
                  </a:lnTo>
                  <a:lnTo>
                    <a:pt x="128295" y="4317098"/>
                  </a:lnTo>
                  <a:lnTo>
                    <a:pt x="120777" y="4305274"/>
                  </a:lnTo>
                  <a:lnTo>
                    <a:pt x="117386" y="4300207"/>
                  </a:lnTo>
                  <a:lnTo>
                    <a:pt x="100711" y="4287837"/>
                  </a:lnTo>
                  <a:lnTo>
                    <a:pt x="92583" y="4292689"/>
                  </a:lnTo>
                  <a:lnTo>
                    <a:pt x="90678" y="4297477"/>
                  </a:lnTo>
                  <a:lnTo>
                    <a:pt x="91948" y="4302010"/>
                  </a:lnTo>
                  <a:lnTo>
                    <a:pt x="93599" y="4308386"/>
                  </a:lnTo>
                  <a:lnTo>
                    <a:pt x="94742" y="4311421"/>
                  </a:lnTo>
                  <a:lnTo>
                    <a:pt x="94996" y="4311955"/>
                  </a:lnTo>
                  <a:lnTo>
                    <a:pt x="99695" y="4323359"/>
                  </a:lnTo>
                  <a:lnTo>
                    <a:pt x="104140" y="4332338"/>
                  </a:lnTo>
                  <a:lnTo>
                    <a:pt x="109601" y="4341812"/>
                  </a:lnTo>
                  <a:lnTo>
                    <a:pt x="115443" y="4350905"/>
                  </a:lnTo>
                  <a:lnTo>
                    <a:pt x="115951" y="4351566"/>
                  </a:lnTo>
                  <a:lnTo>
                    <a:pt x="122301" y="4360405"/>
                  </a:lnTo>
                  <a:lnTo>
                    <a:pt x="150368" y="4387647"/>
                  </a:lnTo>
                  <a:lnTo>
                    <a:pt x="191897" y="4408436"/>
                  </a:lnTo>
                  <a:lnTo>
                    <a:pt x="229539" y="4414355"/>
                  </a:lnTo>
                  <a:lnTo>
                    <a:pt x="252285" y="4414355"/>
                  </a:lnTo>
                  <a:lnTo>
                    <a:pt x="320421" y="4404360"/>
                  </a:lnTo>
                  <a:lnTo>
                    <a:pt x="395605" y="4383290"/>
                  </a:lnTo>
                  <a:lnTo>
                    <a:pt x="422871" y="4373270"/>
                  </a:lnTo>
                  <a:lnTo>
                    <a:pt x="435102" y="4368762"/>
                  </a:lnTo>
                  <a:lnTo>
                    <a:pt x="439572" y="4366895"/>
                  </a:lnTo>
                  <a:lnTo>
                    <a:pt x="458927" y="4358830"/>
                  </a:lnTo>
                  <a:lnTo>
                    <a:pt x="474345" y="4352404"/>
                  </a:lnTo>
                  <a:lnTo>
                    <a:pt x="474726" y="4352214"/>
                  </a:lnTo>
                  <a:lnTo>
                    <a:pt x="487984" y="4346295"/>
                  </a:lnTo>
                  <a:close/>
                </a:path>
                <a:path w="711835" h="4414520">
                  <a:moveTo>
                    <a:pt x="537756" y="87922"/>
                  </a:moveTo>
                  <a:lnTo>
                    <a:pt x="537552" y="87922"/>
                  </a:lnTo>
                  <a:lnTo>
                    <a:pt x="532206" y="90817"/>
                  </a:lnTo>
                  <a:lnTo>
                    <a:pt x="537756" y="87922"/>
                  </a:lnTo>
                  <a:close/>
                </a:path>
                <a:path w="711835" h="4414520">
                  <a:moveTo>
                    <a:pt x="575564" y="1387983"/>
                  </a:moveTo>
                  <a:lnTo>
                    <a:pt x="574929" y="1385557"/>
                  </a:lnTo>
                  <a:lnTo>
                    <a:pt x="574929" y="1387729"/>
                  </a:lnTo>
                  <a:lnTo>
                    <a:pt x="574802" y="1385125"/>
                  </a:lnTo>
                  <a:lnTo>
                    <a:pt x="574929" y="1380363"/>
                  </a:lnTo>
                  <a:lnTo>
                    <a:pt x="572719" y="1376934"/>
                  </a:lnTo>
                  <a:lnTo>
                    <a:pt x="572744" y="1377188"/>
                  </a:lnTo>
                  <a:lnTo>
                    <a:pt x="572681" y="1376934"/>
                  </a:lnTo>
                  <a:lnTo>
                    <a:pt x="569137" y="1371320"/>
                  </a:lnTo>
                  <a:lnTo>
                    <a:pt x="571246" y="1374648"/>
                  </a:lnTo>
                  <a:lnTo>
                    <a:pt x="572719" y="1376934"/>
                  </a:lnTo>
                  <a:lnTo>
                    <a:pt x="572084" y="1374648"/>
                  </a:lnTo>
                  <a:lnTo>
                    <a:pt x="571246" y="1371346"/>
                  </a:lnTo>
                  <a:lnTo>
                    <a:pt x="567613" y="1368729"/>
                  </a:lnTo>
                  <a:lnTo>
                    <a:pt x="568172" y="1369809"/>
                  </a:lnTo>
                  <a:lnTo>
                    <a:pt x="567512" y="1368729"/>
                  </a:lnTo>
                  <a:lnTo>
                    <a:pt x="567423" y="1368602"/>
                  </a:lnTo>
                  <a:lnTo>
                    <a:pt x="567232" y="1368539"/>
                  </a:lnTo>
                  <a:lnTo>
                    <a:pt x="567016" y="1368298"/>
                  </a:lnTo>
                  <a:lnTo>
                    <a:pt x="563499" y="1365758"/>
                  </a:lnTo>
                  <a:lnTo>
                    <a:pt x="561378" y="1365948"/>
                  </a:lnTo>
                  <a:lnTo>
                    <a:pt x="560959" y="1365758"/>
                  </a:lnTo>
                  <a:lnTo>
                    <a:pt x="557657" y="1366139"/>
                  </a:lnTo>
                  <a:lnTo>
                    <a:pt x="557657" y="1402715"/>
                  </a:lnTo>
                  <a:lnTo>
                    <a:pt x="553593" y="1403731"/>
                  </a:lnTo>
                  <a:lnTo>
                    <a:pt x="554596" y="1403477"/>
                  </a:lnTo>
                  <a:lnTo>
                    <a:pt x="557657" y="1402715"/>
                  </a:lnTo>
                  <a:lnTo>
                    <a:pt x="557657" y="1366139"/>
                  </a:lnTo>
                  <a:lnTo>
                    <a:pt x="554850" y="1366443"/>
                  </a:lnTo>
                  <a:lnTo>
                    <a:pt x="554228" y="1366520"/>
                  </a:lnTo>
                  <a:lnTo>
                    <a:pt x="554228" y="1403477"/>
                  </a:lnTo>
                  <a:lnTo>
                    <a:pt x="550227" y="1404658"/>
                  </a:lnTo>
                  <a:lnTo>
                    <a:pt x="544868" y="1406855"/>
                  </a:lnTo>
                  <a:lnTo>
                    <a:pt x="549363" y="1405001"/>
                  </a:lnTo>
                  <a:lnTo>
                    <a:pt x="550227" y="1404658"/>
                  </a:lnTo>
                  <a:lnTo>
                    <a:pt x="551180" y="1404366"/>
                  </a:lnTo>
                  <a:lnTo>
                    <a:pt x="554228" y="1403477"/>
                  </a:lnTo>
                  <a:lnTo>
                    <a:pt x="554228" y="1366520"/>
                  </a:lnTo>
                  <a:lnTo>
                    <a:pt x="552538" y="1366697"/>
                  </a:lnTo>
                  <a:lnTo>
                    <a:pt x="546354" y="1367155"/>
                  </a:lnTo>
                  <a:lnTo>
                    <a:pt x="545439" y="1368056"/>
                  </a:lnTo>
                  <a:lnTo>
                    <a:pt x="544195" y="1368298"/>
                  </a:lnTo>
                  <a:lnTo>
                    <a:pt x="538988" y="1369822"/>
                  </a:lnTo>
                  <a:lnTo>
                    <a:pt x="538226" y="1370101"/>
                  </a:lnTo>
                  <a:lnTo>
                    <a:pt x="538226" y="1386840"/>
                  </a:lnTo>
                  <a:lnTo>
                    <a:pt x="538149" y="1391500"/>
                  </a:lnTo>
                  <a:lnTo>
                    <a:pt x="538022" y="1392174"/>
                  </a:lnTo>
                  <a:lnTo>
                    <a:pt x="537540" y="1395857"/>
                  </a:lnTo>
                  <a:lnTo>
                    <a:pt x="537451" y="1396441"/>
                  </a:lnTo>
                  <a:lnTo>
                    <a:pt x="538022" y="1392174"/>
                  </a:lnTo>
                  <a:lnTo>
                    <a:pt x="538124" y="1390650"/>
                  </a:lnTo>
                  <a:lnTo>
                    <a:pt x="538226" y="1386840"/>
                  </a:lnTo>
                  <a:lnTo>
                    <a:pt x="538226" y="1370101"/>
                  </a:lnTo>
                  <a:lnTo>
                    <a:pt x="537210" y="1370457"/>
                  </a:lnTo>
                  <a:lnTo>
                    <a:pt x="537210" y="1399413"/>
                  </a:lnTo>
                  <a:lnTo>
                    <a:pt x="536702" y="1401572"/>
                  </a:lnTo>
                  <a:lnTo>
                    <a:pt x="536854" y="1400492"/>
                  </a:lnTo>
                  <a:lnTo>
                    <a:pt x="537210" y="1399413"/>
                  </a:lnTo>
                  <a:lnTo>
                    <a:pt x="537210" y="1370457"/>
                  </a:lnTo>
                  <a:lnTo>
                    <a:pt x="536829" y="1370584"/>
                  </a:lnTo>
                  <a:lnTo>
                    <a:pt x="530479" y="1373378"/>
                  </a:lnTo>
                  <a:lnTo>
                    <a:pt x="523113" y="1376934"/>
                  </a:lnTo>
                  <a:lnTo>
                    <a:pt x="522732" y="1377188"/>
                  </a:lnTo>
                  <a:lnTo>
                    <a:pt x="514578" y="1381379"/>
                  </a:lnTo>
                  <a:lnTo>
                    <a:pt x="508546" y="1384312"/>
                  </a:lnTo>
                  <a:lnTo>
                    <a:pt x="506437" y="1385252"/>
                  </a:lnTo>
                  <a:lnTo>
                    <a:pt x="496570" y="1389634"/>
                  </a:lnTo>
                  <a:lnTo>
                    <a:pt x="483235" y="1395857"/>
                  </a:lnTo>
                  <a:lnTo>
                    <a:pt x="482981" y="1395857"/>
                  </a:lnTo>
                  <a:lnTo>
                    <a:pt x="443992" y="1414526"/>
                  </a:lnTo>
                  <a:lnTo>
                    <a:pt x="443865" y="1414526"/>
                  </a:lnTo>
                  <a:lnTo>
                    <a:pt x="419735" y="1426337"/>
                  </a:lnTo>
                  <a:lnTo>
                    <a:pt x="419608" y="1426464"/>
                  </a:lnTo>
                  <a:lnTo>
                    <a:pt x="334759" y="1469009"/>
                  </a:lnTo>
                  <a:lnTo>
                    <a:pt x="306057" y="1482979"/>
                  </a:lnTo>
                  <a:lnTo>
                    <a:pt x="301231" y="1485265"/>
                  </a:lnTo>
                  <a:lnTo>
                    <a:pt x="301371" y="1485265"/>
                  </a:lnTo>
                  <a:lnTo>
                    <a:pt x="232930" y="1517662"/>
                  </a:lnTo>
                  <a:lnTo>
                    <a:pt x="197726" y="1533296"/>
                  </a:lnTo>
                  <a:lnTo>
                    <a:pt x="146050" y="1553337"/>
                  </a:lnTo>
                  <a:lnTo>
                    <a:pt x="104355" y="1566849"/>
                  </a:lnTo>
                  <a:lnTo>
                    <a:pt x="90538" y="1569085"/>
                  </a:lnTo>
                  <a:lnTo>
                    <a:pt x="85394" y="1569085"/>
                  </a:lnTo>
                  <a:lnTo>
                    <a:pt x="76365" y="1567434"/>
                  </a:lnTo>
                  <a:lnTo>
                    <a:pt x="75666" y="1567307"/>
                  </a:lnTo>
                  <a:lnTo>
                    <a:pt x="74891" y="1567053"/>
                  </a:lnTo>
                  <a:lnTo>
                    <a:pt x="69024" y="1565148"/>
                  </a:lnTo>
                  <a:lnTo>
                    <a:pt x="66967" y="1564487"/>
                  </a:lnTo>
                  <a:lnTo>
                    <a:pt x="68326" y="1565148"/>
                  </a:lnTo>
                  <a:lnTo>
                    <a:pt x="66878" y="1564487"/>
                  </a:lnTo>
                  <a:lnTo>
                    <a:pt x="62128" y="1562100"/>
                  </a:lnTo>
                  <a:lnTo>
                    <a:pt x="60731" y="1561414"/>
                  </a:lnTo>
                  <a:lnTo>
                    <a:pt x="61087" y="1561668"/>
                  </a:lnTo>
                  <a:lnTo>
                    <a:pt x="60071" y="1561084"/>
                  </a:lnTo>
                  <a:lnTo>
                    <a:pt x="60731" y="1561414"/>
                  </a:lnTo>
                  <a:lnTo>
                    <a:pt x="60236" y="1561084"/>
                  </a:lnTo>
                  <a:lnTo>
                    <a:pt x="56159" y="1558417"/>
                  </a:lnTo>
                  <a:lnTo>
                    <a:pt x="55537" y="1558023"/>
                  </a:lnTo>
                  <a:lnTo>
                    <a:pt x="56007" y="1558417"/>
                  </a:lnTo>
                  <a:lnTo>
                    <a:pt x="54610" y="1557401"/>
                  </a:lnTo>
                  <a:lnTo>
                    <a:pt x="55537" y="1558023"/>
                  </a:lnTo>
                  <a:lnTo>
                    <a:pt x="54838" y="1557401"/>
                  </a:lnTo>
                  <a:lnTo>
                    <a:pt x="50342" y="1553464"/>
                  </a:lnTo>
                  <a:lnTo>
                    <a:pt x="49618" y="1552829"/>
                  </a:lnTo>
                  <a:lnTo>
                    <a:pt x="50050" y="1553337"/>
                  </a:lnTo>
                  <a:lnTo>
                    <a:pt x="50165" y="1553464"/>
                  </a:lnTo>
                  <a:lnTo>
                    <a:pt x="48895" y="1552194"/>
                  </a:lnTo>
                  <a:lnTo>
                    <a:pt x="49618" y="1552829"/>
                  </a:lnTo>
                  <a:lnTo>
                    <a:pt x="49060" y="1552194"/>
                  </a:lnTo>
                  <a:lnTo>
                    <a:pt x="45313" y="1547876"/>
                  </a:lnTo>
                  <a:lnTo>
                    <a:pt x="44831" y="1547393"/>
                  </a:lnTo>
                  <a:lnTo>
                    <a:pt x="44323" y="1546733"/>
                  </a:lnTo>
                  <a:lnTo>
                    <a:pt x="44754" y="1547241"/>
                  </a:lnTo>
                  <a:lnTo>
                    <a:pt x="44462" y="1546733"/>
                  </a:lnTo>
                  <a:lnTo>
                    <a:pt x="41541" y="1542288"/>
                  </a:lnTo>
                  <a:lnTo>
                    <a:pt x="40665" y="1540954"/>
                  </a:lnTo>
                  <a:lnTo>
                    <a:pt x="37909" y="1535430"/>
                  </a:lnTo>
                  <a:lnTo>
                    <a:pt x="37642" y="1534985"/>
                  </a:lnTo>
                  <a:lnTo>
                    <a:pt x="37338" y="1534287"/>
                  </a:lnTo>
                  <a:lnTo>
                    <a:pt x="37071" y="1533296"/>
                  </a:lnTo>
                  <a:lnTo>
                    <a:pt x="34823" y="1527048"/>
                  </a:lnTo>
                  <a:lnTo>
                    <a:pt x="34696" y="1526781"/>
                  </a:lnTo>
                  <a:lnTo>
                    <a:pt x="34417" y="1525905"/>
                  </a:lnTo>
                  <a:lnTo>
                    <a:pt x="33528" y="1521968"/>
                  </a:lnTo>
                  <a:lnTo>
                    <a:pt x="32512" y="1517904"/>
                  </a:lnTo>
                  <a:lnTo>
                    <a:pt x="32575" y="1517662"/>
                  </a:lnTo>
                  <a:lnTo>
                    <a:pt x="29972" y="1475867"/>
                  </a:lnTo>
                  <a:lnTo>
                    <a:pt x="30137" y="1473327"/>
                  </a:lnTo>
                  <a:lnTo>
                    <a:pt x="30264" y="1471676"/>
                  </a:lnTo>
                  <a:lnTo>
                    <a:pt x="30353" y="1456055"/>
                  </a:lnTo>
                  <a:lnTo>
                    <a:pt x="28930" y="1454277"/>
                  </a:lnTo>
                  <a:lnTo>
                    <a:pt x="28829" y="1454150"/>
                  </a:lnTo>
                  <a:lnTo>
                    <a:pt x="26670" y="1453642"/>
                  </a:lnTo>
                  <a:lnTo>
                    <a:pt x="24384" y="1453134"/>
                  </a:lnTo>
                  <a:lnTo>
                    <a:pt x="22225" y="1454277"/>
                  </a:lnTo>
                  <a:lnTo>
                    <a:pt x="21437" y="1456055"/>
                  </a:lnTo>
                  <a:lnTo>
                    <a:pt x="18415" y="1462786"/>
                  </a:lnTo>
                  <a:lnTo>
                    <a:pt x="12065" y="1489583"/>
                  </a:lnTo>
                  <a:lnTo>
                    <a:pt x="11963" y="1490078"/>
                  </a:lnTo>
                  <a:lnTo>
                    <a:pt x="11912" y="1490599"/>
                  </a:lnTo>
                  <a:lnTo>
                    <a:pt x="11468" y="1498701"/>
                  </a:lnTo>
                  <a:lnTo>
                    <a:pt x="11404" y="1501394"/>
                  </a:lnTo>
                  <a:lnTo>
                    <a:pt x="11303" y="1510411"/>
                  </a:lnTo>
                  <a:lnTo>
                    <a:pt x="11734" y="1517662"/>
                  </a:lnTo>
                  <a:lnTo>
                    <a:pt x="25234" y="1561084"/>
                  </a:lnTo>
                  <a:lnTo>
                    <a:pt x="25387" y="1561414"/>
                  </a:lnTo>
                  <a:lnTo>
                    <a:pt x="55753" y="1588897"/>
                  </a:lnTo>
                  <a:lnTo>
                    <a:pt x="91567" y="1597787"/>
                  </a:lnTo>
                  <a:lnTo>
                    <a:pt x="94361" y="1597787"/>
                  </a:lnTo>
                  <a:lnTo>
                    <a:pt x="156083" y="1582420"/>
                  </a:lnTo>
                  <a:lnTo>
                    <a:pt x="193522" y="1569085"/>
                  </a:lnTo>
                  <a:lnTo>
                    <a:pt x="198729" y="1567053"/>
                  </a:lnTo>
                  <a:lnTo>
                    <a:pt x="199720" y="1566672"/>
                  </a:lnTo>
                  <a:lnTo>
                    <a:pt x="211455" y="1562100"/>
                  </a:lnTo>
                  <a:lnTo>
                    <a:pt x="245618" y="1547241"/>
                  </a:lnTo>
                  <a:lnTo>
                    <a:pt x="246824" y="1546733"/>
                  </a:lnTo>
                  <a:lnTo>
                    <a:pt x="315595" y="1515110"/>
                  </a:lnTo>
                  <a:lnTo>
                    <a:pt x="349491" y="1499120"/>
                  </a:lnTo>
                  <a:lnTo>
                    <a:pt x="430733" y="1459331"/>
                  </a:lnTo>
                  <a:lnTo>
                    <a:pt x="433095" y="1458214"/>
                  </a:lnTo>
                  <a:lnTo>
                    <a:pt x="433654" y="1457934"/>
                  </a:lnTo>
                  <a:lnTo>
                    <a:pt x="434822" y="1457401"/>
                  </a:lnTo>
                  <a:lnTo>
                    <a:pt x="434695" y="1457401"/>
                  </a:lnTo>
                  <a:lnTo>
                    <a:pt x="434454" y="1457528"/>
                  </a:lnTo>
                  <a:lnTo>
                    <a:pt x="434682" y="1457401"/>
                  </a:lnTo>
                  <a:lnTo>
                    <a:pt x="473951" y="1439024"/>
                  </a:lnTo>
                  <a:lnTo>
                    <a:pt x="480682" y="1435938"/>
                  </a:lnTo>
                  <a:lnTo>
                    <a:pt x="497078" y="1428394"/>
                  </a:lnTo>
                  <a:lnTo>
                    <a:pt x="520776" y="1418082"/>
                  </a:lnTo>
                  <a:lnTo>
                    <a:pt x="521030" y="1418082"/>
                  </a:lnTo>
                  <a:lnTo>
                    <a:pt x="530352" y="1413764"/>
                  </a:lnTo>
                  <a:lnTo>
                    <a:pt x="532917" y="1412544"/>
                  </a:lnTo>
                  <a:lnTo>
                    <a:pt x="532765" y="1413256"/>
                  </a:lnTo>
                  <a:lnTo>
                    <a:pt x="532536" y="1413764"/>
                  </a:lnTo>
                  <a:lnTo>
                    <a:pt x="532460" y="1413954"/>
                  </a:lnTo>
                  <a:lnTo>
                    <a:pt x="532358" y="1414145"/>
                  </a:lnTo>
                  <a:lnTo>
                    <a:pt x="528243" y="1423212"/>
                  </a:lnTo>
                  <a:lnTo>
                    <a:pt x="523430" y="1433182"/>
                  </a:lnTo>
                  <a:lnTo>
                    <a:pt x="516636" y="1446149"/>
                  </a:lnTo>
                  <a:lnTo>
                    <a:pt x="505460" y="1466850"/>
                  </a:lnTo>
                  <a:lnTo>
                    <a:pt x="504698" y="1468374"/>
                  </a:lnTo>
                  <a:lnTo>
                    <a:pt x="505231" y="1470406"/>
                  </a:lnTo>
                  <a:lnTo>
                    <a:pt x="505421" y="1470406"/>
                  </a:lnTo>
                  <a:lnTo>
                    <a:pt x="506730" y="1471168"/>
                  </a:lnTo>
                  <a:lnTo>
                    <a:pt x="508254" y="1472184"/>
                  </a:lnTo>
                  <a:lnTo>
                    <a:pt x="510159" y="1471676"/>
                  </a:lnTo>
                  <a:lnTo>
                    <a:pt x="511073" y="1470406"/>
                  </a:lnTo>
                  <a:lnTo>
                    <a:pt x="523849" y="1451495"/>
                  </a:lnTo>
                  <a:lnTo>
                    <a:pt x="533146" y="1439291"/>
                  </a:lnTo>
                  <a:lnTo>
                    <a:pt x="540270" y="1430667"/>
                  </a:lnTo>
                  <a:lnTo>
                    <a:pt x="540372" y="1430528"/>
                  </a:lnTo>
                  <a:lnTo>
                    <a:pt x="546493" y="1423390"/>
                  </a:lnTo>
                  <a:lnTo>
                    <a:pt x="551942" y="1418082"/>
                  </a:lnTo>
                  <a:lnTo>
                    <a:pt x="557911" y="1411986"/>
                  </a:lnTo>
                  <a:lnTo>
                    <a:pt x="561467" y="1408811"/>
                  </a:lnTo>
                  <a:lnTo>
                    <a:pt x="563753" y="1405890"/>
                  </a:lnTo>
                  <a:lnTo>
                    <a:pt x="565099" y="1403731"/>
                  </a:lnTo>
                  <a:lnTo>
                    <a:pt x="567143" y="1400492"/>
                  </a:lnTo>
                  <a:lnTo>
                    <a:pt x="568617" y="1398054"/>
                  </a:lnTo>
                  <a:lnTo>
                    <a:pt x="560832" y="1401572"/>
                  </a:lnTo>
                  <a:lnTo>
                    <a:pt x="565594" y="1399413"/>
                  </a:lnTo>
                  <a:lnTo>
                    <a:pt x="568617" y="1398054"/>
                  </a:lnTo>
                  <a:lnTo>
                    <a:pt x="571207" y="1396873"/>
                  </a:lnTo>
                  <a:lnTo>
                    <a:pt x="571436" y="1396873"/>
                  </a:lnTo>
                  <a:lnTo>
                    <a:pt x="575564" y="1387983"/>
                  </a:lnTo>
                  <a:close/>
                </a:path>
                <a:path w="711835" h="4414520">
                  <a:moveTo>
                    <a:pt x="577088" y="683768"/>
                  </a:moveTo>
                  <a:lnTo>
                    <a:pt x="575729" y="679704"/>
                  </a:lnTo>
                  <a:lnTo>
                    <a:pt x="575716" y="679831"/>
                  </a:lnTo>
                  <a:lnTo>
                    <a:pt x="575716" y="679704"/>
                  </a:lnTo>
                  <a:lnTo>
                    <a:pt x="575678" y="679196"/>
                  </a:lnTo>
                  <a:lnTo>
                    <a:pt x="575551" y="678903"/>
                  </a:lnTo>
                  <a:lnTo>
                    <a:pt x="575525" y="677672"/>
                  </a:lnTo>
                  <a:lnTo>
                    <a:pt x="575081" y="672973"/>
                  </a:lnTo>
                  <a:lnTo>
                    <a:pt x="575056" y="672592"/>
                  </a:lnTo>
                  <a:lnTo>
                    <a:pt x="567436" y="665353"/>
                  </a:lnTo>
                  <a:lnTo>
                    <a:pt x="559904" y="664756"/>
                  </a:lnTo>
                  <a:lnTo>
                    <a:pt x="556260" y="663702"/>
                  </a:lnTo>
                  <a:lnTo>
                    <a:pt x="552450" y="663702"/>
                  </a:lnTo>
                  <a:lnTo>
                    <a:pt x="544576" y="665988"/>
                  </a:lnTo>
                  <a:lnTo>
                    <a:pt x="539115" y="668020"/>
                  </a:lnTo>
                  <a:lnTo>
                    <a:pt x="538353" y="668274"/>
                  </a:lnTo>
                  <a:lnTo>
                    <a:pt x="532460" y="670687"/>
                  </a:lnTo>
                  <a:lnTo>
                    <a:pt x="532460" y="700201"/>
                  </a:lnTo>
                  <a:lnTo>
                    <a:pt x="532104" y="701979"/>
                  </a:lnTo>
                  <a:lnTo>
                    <a:pt x="531812" y="702779"/>
                  </a:lnTo>
                  <a:lnTo>
                    <a:pt x="532460" y="700201"/>
                  </a:lnTo>
                  <a:lnTo>
                    <a:pt x="532460" y="670687"/>
                  </a:lnTo>
                  <a:lnTo>
                    <a:pt x="531495" y="671068"/>
                  </a:lnTo>
                  <a:lnTo>
                    <a:pt x="523748" y="674624"/>
                  </a:lnTo>
                  <a:lnTo>
                    <a:pt x="523113" y="674878"/>
                  </a:lnTo>
                  <a:lnTo>
                    <a:pt x="513207" y="679704"/>
                  </a:lnTo>
                  <a:lnTo>
                    <a:pt x="502539" y="685292"/>
                  </a:lnTo>
                  <a:lnTo>
                    <a:pt x="502412" y="685292"/>
                  </a:lnTo>
                  <a:lnTo>
                    <a:pt x="488061" y="693166"/>
                  </a:lnTo>
                  <a:lnTo>
                    <a:pt x="448957" y="715213"/>
                  </a:lnTo>
                  <a:lnTo>
                    <a:pt x="425386" y="728205"/>
                  </a:lnTo>
                  <a:lnTo>
                    <a:pt x="374865" y="756475"/>
                  </a:lnTo>
                  <a:lnTo>
                    <a:pt x="370662" y="758812"/>
                  </a:lnTo>
                  <a:lnTo>
                    <a:pt x="370484" y="758913"/>
                  </a:lnTo>
                  <a:lnTo>
                    <a:pt x="342099" y="774141"/>
                  </a:lnTo>
                  <a:lnTo>
                    <a:pt x="341782" y="774382"/>
                  </a:lnTo>
                  <a:lnTo>
                    <a:pt x="303364" y="794092"/>
                  </a:lnTo>
                  <a:lnTo>
                    <a:pt x="304241" y="793699"/>
                  </a:lnTo>
                  <a:lnTo>
                    <a:pt x="299288" y="796175"/>
                  </a:lnTo>
                  <a:lnTo>
                    <a:pt x="297878" y="796899"/>
                  </a:lnTo>
                  <a:lnTo>
                    <a:pt x="273418" y="809117"/>
                  </a:lnTo>
                  <a:lnTo>
                    <a:pt x="272935" y="809294"/>
                  </a:lnTo>
                  <a:lnTo>
                    <a:pt x="272580" y="809472"/>
                  </a:lnTo>
                  <a:lnTo>
                    <a:pt x="273062" y="809294"/>
                  </a:lnTo>
                  <a:lnTo>
                    <a:pt x="272707" y="809472"/>
                  </a:lnTo>
                  <a:lnTo>
                    <a:pt x="238125" y="826020"/>
                  </a:lnTo>
                  <a:lnTo>
                    <a:pt x="205028" y="840740"/>
                  </a:lnTo>
                  <a:lnTo>
                    <a:pt x="203339" y="841552"/>
                  </a:lnTo>
                  <a:lnTo>
                    <a:pt x="169760" y="856056"/>
                  </a:lnTo>
                  <a:lnTo>
                    <a:pt x="169379" y="856234"/>
                  </a:lnTo>
                  <a:lnTo>
                    <a:pt x="168109" y="856767"/>
                  </a:lnTo>
                  <a:lnTo>
                    <a:pt x="142913" y="866521"/>
                  </a:lnTo>
                  <a:lnTo>
                    <a:pt x="143700" y="866292"/>
                  </a:lnTo>
                  <a:lnTo>
                    <a:pt x="142240" y="866775"/>
                  </a:lnTo>
                  <a:lnTo>
                    <a:pt x="142913" y="866521"/>
                  </a:lnTo>
                  <a:lnTo>
                    <a:pt x="118211" y="873658"/>
                  </a:lnTo>
                  <a:lnTo>
                    <a:pt x="119570" y="873252"/>
                  </a:lnTo>
                  <a:lnTo>
                    <a:pt x="103251" y="876109"/>
                  </a:lnTo>
                  <a:lnTo>
                    <a:pt x="91948" y="876630"/>
                  </a:lnTo>
                  <a:lnTo>
                    <a:pt x="87350" y="876109"/>
                  </a:lnTo>
                  <a:lnTo>
                    <a:pt x="84302" y="875753"/>
                  </a:lnTo>
                  <a:lnTo>
                    <a:pt x="83553" y="875538"/>
                  </a:lnTo>
                  <a:lnTo>
                    <a:pt x="79514" y="874395"/>
                  </a:lnTo>
                  <a:lnTo>
                    <a:pt x="78486" y="874115"/>
                  </a:lnTo>
                  <a:lnTo>
                    <a:pt x="78486" y="874395"/>
                  </a:lnTo>
                  <a:lnTo>
                    <a:pt x="76644" y="873671"/>
                  </a:lnTo>
                  <a:lnTo>
                    <a:pt x="78486" y="874395"/>
                  </a:lnTo>
                  <a:lnTo>
                    <a:pt x="78486" y="874115"/>
                  </a:lnTo>
                  <a:lnTo>
                    <a:pt x="76962" y="873683"/>
                  </a:lnTo>
                  <a:lnTo>
                    <a:pt x="76060" y="873252"/>
                  </a:lnTo>
                  <a:lnTo>
                    <a:pt x="75946" y="873404"/>
                  </a:lnTo>
                  <a:lnTo>
                    <a:pt x="75463" y="873252"/>
                  </a:lnTo>
                  <a:lnTo>
                    <a:pt x="75603" y="873252"/>
                  </a:lnTo>
                  <a:lnTo>
                    <a:pt x="75946" y="873404"/>
                  </a:lnTo>
                  <a:lnTo>
                    <a:pt x="75946" y="873201"/>
                  </a:lnTo>
                  <a:lnTo>
                    <a:pt x="70713" y="870712"/>
                  </a:lnTo>
                  <a:lnTo>
                    <a:pt x="69164" y="869975"/>
                  </a:lnTo>
                  <a:lnTo>
                    <a:pt x="70358" y="870712"/>
                  </a:lnTo>
                  <a:lnTo>
                    <a:pt x="68580" y="869696"/>
                  </a:lnTo>
                  <a:lnTo>
                    <a:pt x="69164" y="869975"/>
                  </a:lnTo>
                  <a:lnTo>
                    <a:pt x="68707" y="869696"/>
                  </a:lnTo>
                  <a:lnTo>
                    <a:pt x="64604" y="867156"/>
                  </a:lnTo>
                  <a:lnTo>
                    <a:pt x="63563" y="866521"/>
                  </a:lnTo>
                  <a:lnTo>
                    <a:pt x="63792" y="866775"/>
                  </a:lnTo>
                  <a:lnTo>
                    <a:pt x="64262" y="867156"/>
                  </a:lnTo>
                  <a:lnTo>
                    <a:pt x="63373" y="866521"/>
                  </a:lnTo>
                  <a:lnTo>
                    <a:pt x="63195" y="866292"/>
                  </a:lnTo>
                  <a:lnTo>
                    <a:pt x="62560" y="865759"/>
                  </a:lnTo>
                  <a:lnTo>
                    <a:pt x="58407" y="862330"/>
                  </a:lnTo>
                  <a:lnTo>
                    <a:pt x="57518" y="861606"/>
                  </a:lnTo>
                  <a:lnTo>
                    <a:pt x="57289" y="861339"/>
                  </a:lnTo>
                  <a:lnTo>
                    <a:pt x="57289" y="861529"/>
                  </a:lnTo>
                  <a:lnTo>
                    <a:pt x="56261" y="860552"/>
                  </a:lnTo>
                  <a:lnTo>
                    <a:pt x="56883" y="861085"/>
                  </a:lnTo>
                  <a:lnTo>
                    <a:pt x="57289" y="861529"/>
                  </a:lnTo>
                  <a:lnTo>
                    <a:pt x="57289" y="861339"/>
                  </a:lnTo>
                  <a:lnTo>
                    <a:pt x="56616" y="860552"/>
                  </a:lnTo>
                  <a:lnTo>
                    <a:pt x="52844" y="856234"/>
                  </a:lnTo>
                  <a:lnTo>
                    <a:pt x="51689" y="854900"/>
                  </a:lnTo>
                  <a:lnTo>
                    <a:pt x="52451" y="856056"/>
                  </a:lnTo>
                  <a:lnTo>
                    <a:pt x="51308" y="854456"/>
                  </a:lnTo>
                  <a:lnTo>
                    <a:pt x="50050" y="852424"/>
                  </a:lnTo>
                  <a:lnTo>
                    <a:pt x="46939" y="847725"/>
                  </a:lnTo>
                  <a:lnTo>
                    <a:pt x="46443" y="847051"/>
                  </a:lnTo>
                  <a:lnTo>
                    <a:pt x="46101" y="846455"/>
                  </a:lnTo>
                  <a:lnTo>
                    <a:pt x="44907" y="844169"/>
                  </a:lnTo>
                  <a:lnTo>
                    <a:pt x="41656" y="838200"/>
                  </a:lnTo>
                  <a:lnTo>
                    <a:pt x="39014" y="831977"/>
                  </a:lnTo>
                  <a:lnTo>
                    <a:pt x="38671" y="831215"/>
                  </a:lnTo>
                  <a:lnTo>
                    <a:pt x="38506" y="830961"/>
                  </a:lnTo>
                  <a:lnTo>
                    <a:pt x="35725" y="823379"/>
                  </a:lnTo>
                  <a:lnTo>
                    <a:pt x="35585" y="822579"/>
                  </a:lnTo>
                  <a:lnTo>
                    <a:pt x="33210" y="814692"/>
                  </a:lnTo>
                  <a:lnTo>
                    <a:pt x="32994" y="814082"/>
                  </a:lnTo>
                  <a:lnTo>
                    <a:pt x="30264" y="802767"/>
                  </a:lnTo>
                  <a:lnTo>
                    <a:pt x="29286" y="798207"/>
                  </a:lnTo>
                  <a:lnTo>
                    <a:pt x="29260" y="797814"/>
                  </a:lnTo>
                  <a:lnTo>
                    <a:pt x="25958" y="780211"/>
                  </a:lnTo>
                  <a:lnTo>
                    <a:pt x="26352" y="777875"/>
                  </a:lnTo>
                  <a:lnTo>
                    <a:pt x="26416" y="777494"/>
                  </a:lnTo>
                  <a:lnTo>
                    <a:pt x="24790" y="773506"/>
                  </a:lnTo>
                  <a:lnTo>
                    <a:pt x="24701" y="772922"/>
                  </a:lnTo>
                  <a:lnTo>
                    <a:pt x="24638" y="772541"/>
                  </a:lnTo>
                  <a:lnTo>
                    <a:pt x="24053" y="772020"/>
                  </a:lnTo>
                  <a:lnTo>
                    <a:pt x="24053" y="794766"/>
                  </a:lnTo>
                  <a:lnTo>
                    <a:pt x="23952" y="792607"/>
                  </a:lnTo>
                  <a:lnTo>
                    <a:pt x="23888" y="791756"/>
                  </a:lnTo>
                  <a:lnTo>
                    <a:pt x="23914" y="791946"/>
                  </a:lnTo>
                  <a:lnTo>
                    <a:pt x="23952" y="792607"/>
                  </a:lnTo>
                  <a:lnTo>
                    <a:pt x="24015" y="793623"/>
                  </a:lnTo>
                  <a:lnTo>
                    <a:pt x="24053" y="794766"/>
                  </a:lnTo>
                  <a:lnTo>
                    <a:pt x="24053" y="772020"/>
                  </a:lnTo>
                  <a:lnTo>
                    <a:pt x="23876" y="771855"/>
                  </a:lnTo>
                  <a:lnTo>
                    <a:pt x="23876" y="787908"/>
                  </a:lnTo>
                  <a:lnTo>
                    <a:pt x="23812" y="789114"/>
                  </a:lnTo>
                  <a:lnTo>
                    <a:pt x="23812" y="790448"/>
                  </a:lnTo>
                  <a:lnTo>
                    <a:pt x="23749" y="789813"/>
                  </a:lnTo>
                  <a:lnTo>
                    <a:pt x="23749" y="789635"/>
                  </a:lnTo>
                  <a:lnTo>
                    <a:pt x="23812" y="790448"/>
                  </a:lnTo>
                  <a:lnTo>
                    <a:pt x="23812" y="789114"/>
                  </a:lnTo>
                  <a:lnTo>
                    <a:pt x="23799" y="789343"/>
                  </a:lnTo>
                  <a:lnTo>
                    <a:pt x="23876" y="787908"/>
                  </a:lnTo>
                  <a:lnTo>
                    <a:pt x="23876" y="771855"/>
                  </a:lnTo>
                  <a:lnTo>
                    <a:pt x="20320" y="768604"/>
                  </a:lnTo>
                  <a:lnTo>
                    <a:pt x="18199" y="768299"/>
                  </a:lnTo>
                  <a:lnTo>
                    <a:pt x="16891" y="767334"/>
                  </a:lnTo>
                  <a:lnTo>
                    <a:pt x="14427" y="767156"/>
                  </a:lnTo>
                  <a:lnTo>
                    <a:pt x="14427" y="799985"/>
                  </a:lnTo>
                  <a:lnTo>
                    <a:pt x="12446" y="796899"/>
                  </a:lnTo>
                  <a:lnTo>
                    <a:pt x="10490" y="793623"/>
                  </a:lnTo>
                  <a:lnTo>
                    <a:pt x="10337" y="793623"/>
                  </a:lnTo>
                  <a:lnTo>
                    <a:pt x="9626" y="792607"/>
                  </a:lnTo>
                  <a:lnTo>
                    <a:pt x="10490" y="793623"/>
                  </a:lnTo>
                  <a:lnTo>
                    <a:pt x="10833" y="794092"/>
                  </a:lnTo>
                  <a:lnTo>
                    <a:pt x="10947" y="794385"/>
                  </a:lnTo>
                  <a:lnTo>
                    <a:pt x="12446" y="796899"/>
                  </a:lnTo>
                  <a:lnTo>
                    <a:pt x="14351" y="799846"/>
                  </a:lnTo>
                  <a:lnTo>
                    <a:pt x="14427" y="799985"/>
                  </a:lnTo>
                  <a:lnTo>
                    <a:pt x="14427" y="767156"/>
                  </a:lnTo>
                  <a:lnTo>
                    <a:pt x="13589" y="767080"/>
                  </a:lnTo>
                  <a:lnTo>
                    <a:pt x="11684" y="767080"/>
                  </a:lnTo>
                  <a:lnTo>
                    <a:pt x="11264" y="767295"/>
                  </a:lnTo>
                  <a:lnTo>
                    <a:pt x="9779" y="767080"/>
                  </a:lnTo>
                  <a:lnTo>
                    <a:pt x="4572" y="769874"/>
                  </a:lnTo>
                  <a:lnTo>
                    <a:pt x="4051" y="770966"/>
                  </a:lnTo>
                  <a:lnTo>
                    <a:pt x="3683" y="771144"/>
                  </a:lnTo>
                  <a:lnTo>
                    <a:pt x="1016" y="775462"/>
                  </a:lnTo>
                  <a:lnTo>
                    <a:pt x="1016" y="777494"/>
                  </a:lnTo>
                  <a:lnTo>
                    <a:pt x="1651" y="802259"/>
                  </a:lnTo>
                  <a:lnTo>
                    <a:pt x="2413" y="809117"/>
                  </a:lnTo>
                  <a:lnTo>
                    <a:pt x="2540" y="811022"/>
                  </a:lnTo>
                  <a:lnTo>
                    <a:pt x="4191" y="820674"/>
                  </a:lnTo>
                  <a:lnTo>
                    <a:pt x="4445" y="821436"/>
                  </a:lnTo>
                  <a:lnTo>
                    <a:pt x="6477" y="830961"/>
                  </a:lnTo>
                  <a:lnTo>
                    <a:pt x="24853" y="873252"/>
                  </a:lnTo>
                  <a:lnTo>
                    <a:pt x="53340" y="900303"/>
                  </a:lnTo>
                  <a:lnTo>
                    <a:pt x="88646" y="912241"/>
                  </a:lnTo>
                  <a:lnTo>
                    <a:pt x="107823" y="912241"/>
                  </a:lnTo>
                  <a:lnTo>
                    <a:pt x="125107" y="909701"/>
                  </a:lnTo>
                  <a:lnTo>
                    <a:pt x="125260" y="909701"/>
                  </a:lnTo>
                  <a:lnTo>
                    <a:pt x="183134" y="891413"/>
                  </a:lnTo>
                  <a:lnTo>
                    <a:pt x="183896" y="891032"/>
                  </a:lnTo>
                  <a:lnTo>
                    <a:pt x="217538" y="876808"/>
                  </a:lnTo>
                  <a:lnTo>
                    <a:pt x="218440" y="876427"/>
                  </a:lnTo>
                  <a:lnTo>
                    <a:pt x="218694" y="876300"/>
                  </a:lnTo>
                  <a:lnTo>
                    <a:pt x="219151" y="876109"/>
                  </a:lnTo>
                  <a:lnTo>
                    <a:pt x="224739" y="873671"/>
                  </a:lnTo>
                  <a:lnTo>
                    <a:pt x="225691" y="873252"/>
                  </a:lnTo>
                  <a:lnTo>
                    <a:pt x="240512" y="866775"/>
                  </a:lnTo>
                  <a:lnTo>
                    <a:pt x="241642" y="866292"/>
                  </a:lnTo>
                  <a:lnTo>
                    <a:pt x="253619" y="861060"/>
                  </a:lnTo>
                  <a:lnTo>
                    <a:pt x="254000" y="860806"/>
                  </a:lnTo>
                  <a:lnTo>
                    <a:pt x="289560" y="844169"/>
                  </a:lnTo>
                  <a:lnTo>
                    <a:pt x="325247" y="826643"/>
                  </a:lnTo>
                  <a:lnTo>
                    <a:pt x="359918" y="809117"/>
                  </a:lnTo>
                  <a:lnTo>
                    <a:pt x="360057" y="809117"/>
                  </a:lnTo>
                  <a:lnTo>
                    <a:pt x="392544" y="791946"/>
                  </a:lnTo>
                  <a:lnTo>
                    <a:pt x="393700" y="791337"/>
                  </a:lnTo>
                  <a:lnTo>
                    <a:pt x="507860" y="728599"/>
                  </a:lnTo>
                  <a:lnTo>
                    <a:pt x="521309" y="721334"/>
                  </a:lnTo>
                  <a:lnTo>
                    <a:pt x="521728" y="721156"/>
                  </a:lnTo>
                  <a:lnTo>
                    <a:pt x="525056" y="719429"/>
                  </a:lnTo>
                  <a:lnTo>
                    <a:pt x="526580" y="716216"/>
                  </a:lnTo>
                  <a:lnTo>
                    <a:pt x="525157" y="719429"/>
                  </a:lnTo>
                  <a:lnTo>
                    <a:pt x="525018" y="719747"/>
                  </a:lnTo>
                  <a:lnTo>
                    <a:pt x="517994" y="733005"/>
                  </a:lnTo>
                  <a:lnTo>
                    <a:pt x="510057" y="746912"/>
                  </a:lnTo>
                  <a:lnTo>
                    <a:pt x="496824" y="767334"/>
                  </a:lnTo>
                  <a:lnTo>
                    <a:pt x="483616" y="787908"/>
                  </a:lnTo>
                  <a:lnTo>
                    <a:pt x="482600" y="789432"/>
                  </a:lnTo>
                  <a:lnTo>
                    <a:pt x="482955" y="791337"/>
                  </a:lnTo>
                  <a:lnTo>
                    <a:pt x="482981" y="791464"/>
                  </a:lnTo>
                  <a:lnTo>
                    <a:pt x="484378" y="792607"/>
                  </a:lnTo>
                  <a:lnTo>
                    <a:pt x="485902" y="793623"/>
                  </a:lnTo>
                  <a:lnTo>
                    <a:pt x="487718" y="793623"/>
                  </a:lnTo>
                  <a:lnTo>
                    <a:pt x="502158" y="775893"/>
                  </a:lnTo>
                  <a:lnTo>
                    <a:pt x="519696" y="754392"/>
                  </a:lnTo>
                  <a:lnTo>
                    <a:pt x="548805" y="722071"/>
                  </a:lnTo>
                  <a:lnTo>
                    <a:pt x="560324" y="710438"/>
                  </a:lnTo>
                  <a:lnTo>
                    <a:pt x="565404" y="704469"/>
                  </a:lnTo>
                  <a:lnTo>
                    <a:pt x="565531" y="704088"/>
                  </a:lnTo>
                  <a:lnTo>
                    <a:pt x="566572" y="702792"/>
                  </a:lnTo>
                  <a:lnTo>
                    <a:pt x="568706" y="700151"/>
                  </a:lnTo>
                  <a:lnTo>
                    <a:pt x="569087" y="699770"/>
                  </a:lnTo>
                  <a:lnTo>
                    <a:pt x="572160" y="695553"/>
                  </a:lnTo>
                  <a:lnTo>
                    <a:pt x="567918" y="699770"/>
                  </a:lnTo>
                  <a:lnTo>
                    <a:pt x="572300" y="695325"/>
                  </a:lnTo>
                  <a:lnTo>
                    <a:pt x="572579" y="694918"/>
                  </a:lnTo>
                  <a:lnTo>
                    <a:pt x="572858" y="694575"/>
                  </a:lnTo>
                  <a:lnTo>
                    <a:pt x="576072" y="690499"/>
                  </a:lnTo>
                  <a:lnTo>
                    <a:pt x="576999" y="684276"/>
                  </a:lnTo>
                  <a:lnTo>
                    <a:pt x="577088" y="683768"/>
                  </a:lnTo>
                  <a:close/>
                </a:path>
                <a:path w="711835" h="4414520">
                  <a:moveTo>
                    <a:pt x="653415" y="19304"/>
                  </a:moveTo>
                  <a:lnTo>
                    <a:pt x="652437" y="16776"/>
                  </a:lnTo>
                  <a:lnTo>
                    <a:pt x="652665" y="13462"/>
                  </a:lnTo>
                  <a:lnTo>
                    <a:pt x="652780" y="11811"/>
                  </a:lnTo>
                  <a:lnTo>
                    <a:pt x="646899" y="3556"/>
                  </a:lnTo>
                  <a:lnTo>
                    <a:pt x="647306" y="3556"/>
                  </a:lnTo>
                  <a:lnTo>
                    <a:pt x="643686" y="2641"/>
                  </a:lnTo>
                  <a:lnTo>
                    <a:pt x="642239" y="1524"/>
                  </a:lnTo>
                  <a:lnTo>
                    <a:pt x="635050" y="635"/>
                  </a:lnTo>
                  <a:lnTo>
                    <a:pt x="633349" y="431"/>
                  </a:lnTo>
                  <a:lnTo>
                    <a:pt x="633349" y="38862"/>
                  </a:lnTo>
                  <a:lnTo>
                    <a:pt x="632980" y="38989"/>
                  </a:lnTo>
                  <a:lnTo>
                    <a:pt x="633260" y="38989"/>
                  </a:lnTo>
                  <a:lnTo>
                    <a:pt x="632460" y="39204"/>
                  </a:lnTo>
                  <a:lnTo>
                    <a:pt x="632206" y="39268"/>
                  </a:lnTo>
                  <a:lnTo>
                    <a:pt x="631482" y="39433"/>
                  </a:lnTo>
                  <a:lnTo>
                    <a:pt x="631355" y="39433"/>
                  </a:lnTo>
                  <a:lnTo>
                    <a:pt x="630631" y="39636"/>
                  </a:lnTo>
                  <a:lnTo>
                    <a:pt x="631342" y="39433"/>
                  </a:lnTo>
                  <a:lnTo>
                    <a:pt x="631736" y="39331"/>
                  </a:lnTo>
                  <a:lnTo>
                    <a:pt x="631939" y="39268"/>
                  </a:lnTo>
                  <a:lnTo>
                    <a:pt x="633349" y="38862"/>
                  </a:lnTo>
                  <a:lnTo>
                    <a:pt x="633349" y="431"/>
                  </a:lnTo>
                  <a:lnTo>
                    <a:pt x="629920" y="0"/>
                  </a:lnTo>
                  <a:lnTo>
                    <a:pt x="628357" y="88"/>
                  </a:lnTo>
                  <a:lnTo>
                    <a:pt x="628357" y="40919"/>
                  </a:lnTo>
                  <a:lnTo>
                    <a:pt x="627583" y="41275"/>
                  </a:lnTo>
                  <a:lnTo>
                    <a:pt x="627227" y="41427"/>
                  </a:lnTo>
                  <a:lnTo>
                    <a:pt x="627507" y="41275"/>
                  </a:lnTo>
                  <a:lnTo>
                    <a:pt x="628357" y="40919"/>
                  </a:lnTo>
                  <a:lnTo>
                    <a:pt x="628357" y="88"/>
                  </a:lnTo>
                  <a:lnTo>
                    <a:pt x="625348" y="254"/>
                  </a:lnTo>
                  <a:lnTo>
                    <a:pt x="627100" y="254"/>
                  </a:lnTo>
                  <a:lnTo>
                    <a:pt x="623354" y="1143"/>
                  </a:lnTo>
                  <a:lnTo>
                    <a:pt x="621868" y="1524"/>
                  </a:lnTo>
                  <a:lnTo>
                    <a:pt x="618871" y="2413"/>
                  </a:lnTo>
                  <a:lnTo>
                    <a:pt x="616077" y="3556"/>
                  </a:lnTo>
                  <a:lnTo>
                    <a:pt x="612267" y="5422"/>
                  </a:lnTo>
                  <a:lnTo>
                    <a:pt x="612267" y="19558"/>
                  </a:lnTo>
                  <a:lnTo>
                    <a:pt x="611441" y="21196"/>
                  </a:lnTo>
                  <a:lnTo>
                    <a:pt x="611327" y="21424"/>
                  </a:lnTo>
                  <a:lnTo>
                    <a:pt x="611187" y="21590"/>
                  </a:lnTo>
                  <a:lnTo>
                    <a:pt x="611276" y="21424"/>
                  </a:lnTo>
                  <a:lnTo>
                    <a:pt x="611403" y="21196"/>
                  </a:lnTo>
                  <a:lnTo>
                    <a:pt x="612267" y="19558"/>
                  </a:lnTo>
                  <a:lnTo>
                    <a:pt x="612267" y="5422"/>
                  </a:lnTo>
                  <a:lnTo>
                    <a:pt x="610108" y="6477"/>
                  </a:lnTo>
                  <a:lnTo>
                    <a:pt x="609219" y="6858"/>
                  </a:lnTo>
                  <a:lnTo>
                    <a:pt x="608761" y="7112"/>
                  </a:lnTo>
                  <a:lnTo>
                    <a:pt x="608761" y="27317"/>
                  </a:lnTo>
                  <a:lnTo>
                    <a:pt x="608457" y="28829"/>
                  </a:lnTo>
                  <a:lnTo>
                    <a:pt x="608050" y="29921"/>
                  </a:lnTo>
                  <a:lnTo>
                    <a:pt x="607910" y="30226"/>
                  </a:lnTo>
                  <a:lnTo>
                    <a:pt x="608025" y="29921"/>
                  </a:lnTo>
                  <a:lnTo>
                    <a:pt x="608761" y="27317"/>
                  </a:lnTo>
                  <a:lnTo>
                    <a:pt x="608761" y="7112"/>
                  </a:lnTo>
                  <a:lnTo>
                    <a:pt x="604012" y="9652"/>
                  </a:lnTo>
                  <a:lnTo>
                    <a:pt x="603986" y="41427"/>
                  </a:lnTo>
                  <a:lnTo>
                    <a:pt x="603872" y="41783"/>
                  </a:lnTo>
                  <a:lnTo>
                    <a:pt x="603758" y="42011"/>
                  </a:lnTo>
                  <a:lnTo>
                    <a:pt x="603986" y="41427"/>
                  </a:lnTo>
                  <a:lnTo>
                    <a:pt x="603986" y="9677"/>
                  </a:lnTo>
                  <a:lnTo>
                    <a:pt x="603504" y="10033"/>
                  </a:lnTo>
                  <a:lnTo>
                    <a:pt x="598982" y="12700"/>
                  </a:lnTo>
                  <a:lnTo>
                    <a:pt x="597662" y="13462"/>
                  </a:lnTo>
                  <a:lnTo>
                    <a:pt x="592074" y="16776"/>
                  </a:lnTo>
                  <a:lnTo>
                    <a:pt x="591312" y="17272"/>
                  </a:lnTo>
                  <a:lnTo>
                    <a:pt x="583692" y="21590"/>
                  </a:lnTo>
                  <a:lnTo>
                    <a:pt x="572884" y="27317"/>
                  </a:lnTo>
                  <a:lnTo>
                    <a:pt x="542671" y="42672"/>
                  </a:lnTo>
                  <a:lnTo>
                    <a:pt x="520192" y="54610"/>
                  </a:lnTo>
                  <a:lnTo>
                    <a:pt x="496824" y="67437"/>
                  </a:lnTo>
                  <a:lnTo>
                    <a:pt x="496697" y="67564"/>
                  </a:lnTo>
                  <a:lnTo>
                    <a:pt x="413080" y="114960"/>
                  </a:lnTo>
                  <a:lnTo>
                    <a:pt x="379844" y="133375"/>
                  </a:lnTo>
                  <a:lnTo>
                    <a:pt x="345605" y="151434"/>
                  </a:lnTo>
                  <a:lnTo>
                    <a:pt x="309460" y="169748"/>
                  </a:lnTo>
                  <a:lnTo>
                    <a:pt x="306679" y="171170"/>
                  </a:lnTo>
                  <a:lnTo>
                    <a:pt x="273558" y="187198"/>
                  </a:lnTo>
                  <a:lnTo>
                    <a:pt x="240982" y="203365"/>
                  </a:lnTo>
                  <a:lnTo>
                    <a:pt x="240131" y="203720"/>
                  </a:lnTo>
                  <a:lnTo>
                    <a:pt x="213042" y="216928"/>
                  </a:lnTo>
                  <a:lnTo>
                    <a:pt x="211328" y="217805"/>
                  </a:lnTo>
                  <a:lnTo>
                    <a:pt x="183578" y="229628"/>
                  </a:lnTo>
                  <a:lnTo>
                    <a:pt x="184404" y="229362"/>
                  </a:lnTo>
                  <a:lnTo>
                    <a:pt x="183007" y="229870"/>
                  </a:lnTo>
                  <a:lnTo>
                    <a:pt x="183578" y="229628"/>
                  </a:lnTo>
                  <a:lnTo>
                    <a:pt x="159651" y="237274"/>
                  </a:lnTo>
                  <a:lnTo>
                    <a:pt x="158115" y="237744"/>
                  </a:lnTo>
                  <a:lnTo>
                    <a:pt x="159588" y="237274"/>
                  </a:lnTo>
                  <a:lnTo>
                    <a:pt x="141503" y="241046"/>
                  </a:lnTo>
                  <a:lnTo>
                    <a:pt x="140360" y="241046"/>
                  </a:lnTo>
                  <a:lnTo>
                    <a:pt x="130175" y="242189"/>
                  </a:lnTo>
                  <a:lnTo>
                    <a:pt x="122174" y="242189"/>
                  </a:lnTo>
                  <a:lnTo>
                    <a:pt x="118071" y="241554"/>
                  </a:lnTo>
                  <a:lnTo>
                    <a:pt x="114795" y="241046"/>
                  </a:lnTo>
                  <a:lnTo>
                    <a:pt x="116205" y="241554"/>
                  </a:lnTo>
                  <a:lnTo>
                    <a:pt x="114782" y="241046"/>
                  </a:lnTo>
                  <a:lnTo>
                    <a:pt x="112293" y="240157"/>
                  </a:lnTo>
                  <a:lnTo>
                    <a:pt x="110185" y="239407"/>
                  </a:lnTo>
                  <a:lnTo>
                    <a:pt x="111506" y="240157"/>
                  </a:lnTo>
                  <a:lnTo>
                    <a:pt x="110959" y="239903"/>
                  </a:lnTo>
                  <a:lnTo>
                    <a:pt x="110185" y="239407"/>
                  </a:lnTo>
                  <a:lnTo>
                    <a:pt x="109499" y="239014"/>
                  </a:lnTo>
                  <a:lnTo>
                    <a:pt x="106832" y="237490"/>
                  </a:lnTo>
                  <a:lnTo>
                    <a:pt x="105410" y="236677"/>
                  </a:lnTo>
                  <a:lnTo>
                    <a:pt x="106426" y="237490"/>
                  </a:lnTo>
                  <a:lnTo>
                    <a:pt x="106095" y="237274"/>
                  </a:lnTo>
                  <a:lnTo>
                    <a:pt x="105410" y="236677"/>
                  </a:lnTo>
                  <a:lnTo>
                    <a:pt x="104686" y="236093"/>
                  </a:lnTo>
                  <a:lnTo>
                    <a:pt x="101676" y="233680"/>
                  </a:lnTo>
                  <a:lnTo>
                    <a:pt x="100749" y="232943"/>
                  </a:lnTo>
                  <a:lnTo>
                    <a:pt x="101473" y="233680"/>
                  </a:lnTo>
                  <a:lnTo>
                    <a:pt x="99949" y="232283"/>
                  </a:lnTo>
                  <a:lnTo>
                    <a:pt x="100418" y="232664"/>
                  </a:lnTo>
                  <a:lnTo>
                    <a:pt x="100126" y="232283"/>
                  </a:lnTo>
                  <a:lnTo>
                    <a:pt x="96977" y="228981"/>
                  </a:lnTo>
                  <a:lnTo>
                    <a:pt x="96520" y="228561"/>
                  </a:lnTo>
                  <a:lnTo>
                    <a:pt x="95885" y="227838"/>
                  </a:lnTo>
                  <a:lnTo>
                    <a:pt x="96558" y="228561"/>
                  </a:lnTo>
                  <a:lnTo>
                    <a:pt x="96012" y="227838"/>
                  </a:lnTo>
                  <a:lnTo>
                    <a:pt x="93052" y="224028"/>
                  </a:lnTo>
                  <a:lnTo>
                    <a:pt x="92405" y="223266"/>
                  </a:lnTo>
                  <a:lnTo>
                    <a:pt x="88341" y="216928"/>
                  </a:lnTo>
                  <a:lnTo>
                    <a:pt x="85178" y="211264"/>
                  </a:lnTo>
                  <a:lnTo>
                    <a:pt x="81711" y="204317"/>
                  </a:lnTo>
                  <a:lnTo>
                    <a:pt x="81381" y="203720"/>
                  </a:lnTo>
                  <a:lnTo>
                    <a:pt x="78447" y="196989"/>
                  </a:lnTo>
                  <a:lnTo>
                    <a:pt x="78270" y="196456"/>
                  </a:lnTo>
                  <a:lnTo>
                    <a:pt x="76009" y="190728"/>
                  </a:lnTo>
                  <a:lnTo>
                    <a:pt x="75768" y="190271"/>
                  </a:lnTo>
                  <a:lnTo>
                    <a:pt x="72351" y="180378"/>
                  </a:lnTo>
                  <a:lnTo>
                    <a:pt x="72009" y="179222"/>
                  </a:lnTo>
                  <a:lnTo>
                    <a:pt x="71907" y="179070"/>
                  </a:lnTo>
                  <a:lnTo>
                    <a:pt x="71843" y="178663"/>
                  </a:lnTo>
                  <a:lnTo>
                    <a:pt x="70231" y="173228"/>
                  </a:lnTo>
                  <a:lnTo>
                    <a:pt x="67056" y="162052"/>
                  </a:lnTo>
                  <a:lnTo>
                    <a:pt x="60198" y="157988"/>
                  </a:lnTo>
                  <a:lnTo>
                    <a:pt x="46609" y="161036"/>
                  </a:lnTo>
                  <a:lnTo>
                    <a:pt x="42164" y="167513"/>
                  </a:lnTo>
                  <a:lnTo>
                    <a:pt x="45466" y="186182"/>
                  </a:lnTo>
                  <a:lnTo>
                    <a:pt x="46380" y="190271"/>
                  </a:lnTo>
                  <a:lnTo>
                    <a:pt x="46482" y="190728"/>
                  </a:lnTo>
                  <a:lnTo>
                    <a:pt x="46609" y="191262"/>
                  </a:lnTo>
                  <a:lnTo>
                    <a:pt x="46736" y="192024"/>
                  </a:lnTo>
                  <a:lnTo>
                    <a:pt x="48895" y="199390"/>
                  </a:lnTo>
                  <a:lnTo>
                    <a:pt x="49034" y="200088"/>
                  </a:lnTo>
                  <a:lnTo>
                    <a:pt x="51308" y="206756"/>
                  </a:lnTo>
                  <a:lnTo>
                    <a:pt x="54737" y="215519"/>
                  </a:lnTo>
                  <a:lnTo>
                    <a:pt x="54991" y="216027"/>
                  </a:lnTo>
                  <a:lnTo>
                    <a:pt x="58166" y="223266"/>
                  </a:lnTo>
                  <a:lnTo>
                    <a:pt x="58369" y="223901"/>
                  </a:lnTo>
                  <a:lnTo>
                    <a:pt x="58420" y="224028"/>
                  </a:lnTo>
                  <a:lnTo>
                    <a:pt x="62230" y="231648"/>
                  </a:lnTo>
                  <a:lnTo>
                    <a:pt x="62865" y="232664"/>
                  </a:lnTo>
                  <a:lnTo>
                    <a:pt x="67056" y="239903"/>
                  </a:lnTo>
                  <a:lnTo>
                    <a:pt x="95250" y="267081"/>
                  </a:lnTo>
                  <a:lnTo>
                    <a:pt x="131572" y="274955"/>
                  </a:lnTo>
                  <a:lnTo>
                    <a:pt x="146812" y="273812"/>
                  </a:lnTo>
                  <a:lnTo>
                    <a:pt x="194564" y="261747"/>
                  </a:lnTo>
                  <a:lnTo>
                    <a:pt x="239598" y="242443"/>
                  </a:lnTo>
                  <a:lnTo>
                    <a:pt x="249580" y="237744"/>
                  </a:lnTo>
                  <a:lnTo>
                    <a:pt x="255524" y="234950"/>
                  </a:lnTo>
                  <a:lnTo>
                    <a:pt x="266039" y="229870"/>
                  </a:lnTo>
                  <a:lnTo>
                    <a:pt x="267093" y="229362"/>
                  </a:lnTo>
                  <a:lnTo>
                    <a:pt x="288925" y="218821"/>
                  </a:lnTo>
                  <a:lnTo>
                    <a:pt x="324866" y="201930"/>
                  </a:lnTo>
                  <a:lnTo>
                    <a:pt x="325120" y="201676"/>
                  </a:lnTo>
                  <a:lnTo>
                    <a:pt x="362077" y="183388"/>
                  </a:lnTo>
                  <a:lnTo>
                    <a:pt x="362204" y="183388"/>
                  </a:lnTo>
                  <a:lnTo>
                    <a:pt x="397256" y="165100"/>
                  </a:lnTo>
                  <a:lnTo>
                    <a:pt x="431800" y="146304"/>
                  </a:lnTo>
                  <a:lnTo>
                    <a:pt x="514858" y="100203"/>
                  </a:lnTo>
                  <a:lnTo>
                    <a:pt x="532206" y="90817"/>
                  </a:lnTo>
                  <a:lnTo>
                    <a:pt x="537540" y="87922"/>
                  </a:lnTo>
                  <a:lnTo>
                    <a:pt x="559816" y="76454"/>
                  </a:lnTo>
                  <a:lnTo>
                    <a:pt x="597027" y="57924"/>
                  </a:lnTo>
                  <a:lnTo>
                    <a:pt x="596861" y="58280"/>
                  </a:lnTo>
                  <a:lnTo>
                    <a:pt x="591159" y="68897"/>
                  </a:lnTo>
                  <a:lnTo>
                    <a:pt x="583184" y="82550"/>
                  </a:lnTo>
                  <a:lnTo>
                    <a:pt x="574929" y="96266"/>
                  </a:lnTo>
                  <a:lnTo>
                    <a:pt x="573913" y="98044"/>
                  </a:lnTo>
                  <a:lnTo>
                    <a:pt x="574421" y="100203"/>
                  </a:lnTo>
                  <a:lnTo>
                    <a:pt x="577723" y="102489"/>
                  </a:lnTo>
                  <a:lnTo>
                    <a:pt x="579882" y="102235"/>
                  </a:lnTo>
                  <a:lnTo>
                    <a:pt x="591439" y="88265"/>
                  </a:lnTo>
                  <a:lnTo>
                    <a:pt x="601294" y="76657"/>
                  </a:lnTo>
                  <a:lnTo>
                    <a:pt x="601370" y="76454"/>
                  </a:lnTo>
                  <a:lnTo>
                    <a:pt x="602970" y="74688"/>
                  </a:lnTo>
                  <a:lnTo>
                    <a:pt x="616712" y="59817"/>
                  </a:lnTo>
                  <a:lnTo>
                    <a:pt x="621830" y="54927"/>
                  </a:lnTo>
                  <a:lnTo>
                    <a:pt x="622401" y="54343"/>
                  </a:lnTo>
                  <a:lnTo>
                    <a:pt x="627380" y="50165"/>
                  </a:lnTo>
                  <a:lnTo>
                    <a:pt x="630694" y="47625"/>
                  </a:lnTo>
                  <a:lnTo>
                    <a:pt x="631215" y="47231"/>
                  </a:lnTo>
                  <a:lnTo>
                    <a:pt x="630555" y="47625"/>
                  </a:lnTo>
                  <a:lnTo>
                    <a:pt x="632206" y="46482"/>
                  </a:lnTo>
                  <a:lnTo>
                    <a:pt x="631215" y="47231"/>
                  </a:lnTo>
                  <a:lnTo>
                    <a:pt x="632485" y="46482"/>
                  </a:lnTo>
                  <a:lnTo>
                    <a:pt x="633349" y="45974"/>
                  </a:lnTo>
                  <a:lnTo>
                    <a:pt x="636435" y="43688"/>
                  </a:lnTo>
                  <a:lnTo>
                    <a:pt x="636778" y="43434"/>
                  </a:lnTo>
                  <a:lnTo>
                    <a:pt x="640207" y="40005"/>
                  </a:lnTo>
                  <a:lnTo>
                    <a:pt x="640740" y="39636"/>
                  </a:lnTo>
                  <a:lnTo>
                    <a:pt x="640969" y="39433"/>
                  </a:lnTo>
                  <a:lnTo>
                    <a:pt x="641477" y="38989"/>
                  </a:lnTo>
                  <a:lnTo>
                    <a:pt x="642391" y="38074"/>
                  </a:lnTo>
                  <a:lnTo>
                    <a:pt x="644398" y="37846"/>
                  </a:lnTo>
                  <a:lnTo>
                    <a:pt x="651510" y="30353"/>
                  </a:lnTo>
                  <a:lnTo>
                    <a:pt x="651611" y="28829"/>
                  </a:lnTo>
                  <a:lnTo>
                    <a:pt x="651713" y="27317"/>
                  </a:lnTo>
                  <a:lnTo>
                    <a:pt x="651941" y="23876"/>
                  </a:lnTo>
                  <a:lnTo>
                    <a:pt x="651751" y="26797"/>
                  </a:lnTo>
                  <a:lnTo>
                    <a:pt x="651713" y="27317"/>
                  </a:lnTo>
                  <a:lnTo>
                    <a:pt x="652145" y="26797"/>
                  </a:lnTo>
                  <a:lnTo>
                    <a:pt x="653364" y="19558"/>
                  </a:lnTo>
                  <a:lnTo>
                    <a:pt x="653415" y="19304"/>
                  </a:lnTo>
                  <a:close/>
                </a:path>
                <a:path w="711835" h="4414520">
                  <a:moveTo>
                    <a:pt x="660527" y="3455797"/>
                  </a:moveTo>
                  <a:lnTo>
                    <a:pt x="659003" y="3448240"/>
                  </a:lnTo>
                  <a:lnTo>
                    <a:pt x="659041" y="3449066"/>
                  </a:lnTo>
                  <a:lnTo>
                    <a:pt x="658926" y="3447821"/>
                  </a:lnTo>
                  <a:lnTo>
                    <a:pt x="657606" y="3440557"/>
                  </a:lnTo>
                  <a:lnTo>
                    <a:pt x="651764" y="3434588"/>
                  </a:lnTo>
                  <a:lnTo>
                    <a:pt x="644144" y="3432810"/>
                  </a:lnTo>
                  <a:lnTo>
                    <a:pt x="642315" y="3432416"/>
                  </a:lnTo>
                  <a:lnTo>
                    <a:pt x="636524" y="3431159"/>
                  </a:lnTo>
                  <a:lnTo>
                    <a:pt x="628777" y="3434080"/>
                  </a:lnTo>
                  <a:lnTo>
                    <a:pt x="627430" y="3435858"/>
                  </a:lnTo>
                  <a:lnTo>
                    <a:pt x="625348" y="3437001"/>
                  </a:lnTo>
                  <a:lnTo>
                    <a:pt x="609346" y="3445548"/>
                  </a:lnTo>
                  <a:lnTo>
                    <a:pt x="609346" y="3465322"/>
                  </a:lnTo>
                  <a:lnTo>
                    <a:pt x="607187" y="3472434"/>
                  </a:lnTo>
                  <a:lnTo>
                    <a:pt x="607060" y="3472815"/>
                  </a:lnTo>
                  <a:lnTo>
                    <a:pt x="609346" y="3465322"/>
                  </a:lnTo>
                  <a:lnTo>
                    <a:pt x="609346" y="3445548"/>
                  </a:lnTo>
                  <a:lnTo>
                    <a:pt x="578231" y="3462147"/>
                  </a:lnTo>
                  <a:lnTo>
                    <a:pt x="536321" y="3483991"/>
                  </a:lnTo>
                  <a:lnTo>
                    <a:pt x="536194" y="3484118"/>
                  </a:lnTo>
                  <a:lnTo>
                    <a:pt x="440309" y="3534791"/>
                  </a:lnTo>
                  <a:lnTo>
                    <a:pt x="403466" y="3553587"/>
                  </a:lnTo>
                  <a:lnTo>
                    <a:pt x="367004" y="3571710"/>
                  </a:lnTo>
                  <a:lnTo>
                    <a:pt x="329082" y="3589451"/>
                  </a:lnTo>
                  <a:lnTo>
                    <a:pt x="292569" y="3604818"/>
                  </a:lnTo>
                  <a:lnTo>
                    <a:pt x="293230" y="3604615"/>
                  </a:lnTo>
                  <a:lnTo>
                    <a:pt x="256400" y="3618192"/>
                  </a:lnTo>
                  <a:lnTo>
                    <a:pt x="197205" y="3636073"/>
                  </a:lnTo>
                  <a:lnTo>
                    <a:pt x="162572" y="3641077"/>
                  </a:lnTo>
                  <a:lnTo>
                    <a:pt x="150393" y="3640861"/>
                  </a:lnTo>
                  <a:lnTo>
                    <a:pt x="148958" y="3640861"/>
                  </a:lnTo>
                  <a:lnTo>
                    <a:pt x="140220" y="3640074"/>
                  </a:lnTo>
                  <a:lnTo>
                    <a:pt x="138811" y="3639947"/>
                  </a:lnTo>
                  <a:lnTo>
                    <a:pt x="139700" y="3640074"/>
                  </a:lnTo>
                  <a:lnTo>
                    <a:pt x="130695" y="3638804"/>
                  </a:lnTo>
                  <a:lnTo>
                    <a:pt x="129247" y="3638600"/>
                  </a:lnTo>
                  <a:lnTo>
                    <a:pt x="130175" y="3638804"/>
                  </a:lnTo>
                  <a:lnTo>
                    <a:pt x="129146" y="3638600"/>
                  </a:lnTo>
                  <a:lnTo>
                    <a:pt x="128447" y="3638423"/>
                  </a:lnTo>
                  <a:lnTo>
                    <a:pt x="121602" y="3636899"/>
                  </a:lnTo>
                  <a:lnTo>
                    <a:pt x="121018" y="3636772"/>
                  </a:lnTo>
                  <a:lnTo>
                    <a:pt x="120269" y="3636518"/>
                  </a:lnTo>
                  <a:lnTo>
                    <a:pt x="114554" y="3634613"/>
                  </a:lnTo>
                  <a:lnTo>
                    <a:pt x="113284" y="3634194"/>
                  </a:lnTo>
                  <a:lnTo>
                    <a:pt x="112839" y="3633978"/>
                  </a:lnTo>
                  <a:lnTo>
                    <a:pt x="107251" y="3631311"/>
                  </a:lnTo>
                  <a:lnTo>
                    <a:pt x="106413" y="3630917"/>
                  </a:lnTo>
                  <a:lnTo>
                    <a:pt x="107061" y="3631311"/>
                  </a:lnTo>
                  <a:lnTo>
                    <a:pt x="105664" y="3630549"/>
                  </a:lnTo>
                  <a:lnTo>
                    <a:pt x="106413" y="3630917"/>
                  </a:lnTo>
                  <a:lnTo>
                    <a:pt x="105841" y="3630549"/>
                  </a:lnTo>
                  <a:lnTo>
                    <a:pt x="100355" y="3627120"/>
                  </a:lnTo>
                  <a:lnTo>
                    <a:pt x="99136" y="3626358"/>
                  </a:lnTo>
                  <a:lnTo>
                    <a:pt x="100076" y="3627120"/>
                  </a:lnTo>
                  <a:lnTo>
                    <a:pt x="92341" y="3620998"/>
                  </a:lnTo>
                  <a:lnTo>
                    <a:pt x="88442" y="3617341"/>
                  </a:lnTo>
                  <a:lnTo>
                    <a:pt x="88011" y="3616972"/>
                  </a:lnTo>
                  <a:lnTo>
                    <a:pt x="84404" y="3613150"/>
                  </a:lnTo>
                  <a:lnTo>
                    <a:pt x="79616" y="3607358"/>
                  </a:lnTo>
                  <a:lnTo>
                    <a:pt x="75692" y="3601847"/>
                  </a:lnTo>
                  <a:lnTo>
                    <a:pt x="74218" y="3599561"/>
                  </a:lnTo>
                  <a:lnTo>
                    <a:pt x="72771" y="3597402"/>
                  </a:lnTo>
                  <a:lnTo>
                    <a:pt x="71094" y="3594100"/>
                  </a:lnTo>
                  <a:lnTo>
                    <a:pt x="70485" y="3592957"/>
                  </a:lnTo>
                  <a:lnTo>
                    <a:pt x="68580" y="3589020"/>
                  </a:lnTo>
                  <a:lnTo>
                    <a:pt x="67513" y="3586734"/>
                  </a:lnTo>
                  <a:lnTo>
                    <a:pt x="65633" y="3582543"/>
                  </a:lnTo>
                  <a:lnTo>
                    <a:pt x="65532" y="3582289"/>
                  </a:lnTo>
                  <a:lnTo>
                    <a:pt x="62484" y="3578860"/>
                  </a:lnTo>
                  <a:lnTo>
                    <a:pt x="59436" y="3577209"/>
                  </a:lnTo>
                  <a:lnTo>
                    <a:pt x="57277" y="3577209"/>
                  </a:lnTo>
                  <a:lnTo>
                    <a:pt x="51562" y="3586353"/>
                  </a:lnTo>
                  <a:lnTo>
                    <a:pt x="52527" y="3592957"/>
                  </a:lnTo>
                  <a:lnTo>
                    <a:pt x="52705" y="3593846"/>
                  </a:lnTo>
                  <a:lnTo>
                    <a:pt x="53098" y="3597402"/>
                  </a:lnTo>
                  <a:lnTo>
                    <a:pt x="53213" y="3598418"/>
                  </a:lnTo>
                  <a:lnTo>
                    <a:pt x="53467" y="3599561"/>
                  </a:lnTo>
                  <a:lnTo>
                    <a:pt x="54571" y="3604133"/>
                  </a:lnTo>
                  <a:lnTo>
                    <a:pt x="54686" y="3604564"/>
                  </a:lnTo>
                  <a:lnTo>
                    <a:pt x="54737" y="3604818"/>
                  </a:lnTo>
                  <a:lnTo>
                    <a:pt x="54864" y="3605276"/>
                  </a:lnTo>
                  <a:lnTo>
                    <a:pt x="57416" y="3612210"/>
                  </a:lnTo>
                  <a:lnTo>
                    <a:pt x="57531" y="3612515"/>
                  </a:lnTo>
                  <a:lnTo>
                    <a:pt x="60706" y="3618992"/>
                  </a:lnTo>
                  <a:lnTo>
                    <a:pt x="61087" y="3619881"/>
                  </a:lnTo>
                  <a:lnTo>
                    <a:pt x="64897" y="3626358"/>
                  </a:lnTo>
                  <a:lnTo>
                    <a:pt x="65481" y="3627120"/>
                  </a:lnTo>
                  <a:lnTo>
                    <a:pt x="69342" y="3632708"/>
                  </a:lnTo>
                  <a:lnTo>
                    <a:pt x="100711" y="3659759"/>
                  </a:lnTo>
                  <a:lnTo>
                    <a:pt x="134823" y="3670935"/>
                  </a:lnTo>
                  <a:lnTo>
                    <a:pt x="135255" y="3670935"/>
                  </a:lnTo>
                  <a:lnTo>
                    <a:pt x="148145" y="3672840"/>
                  </a:lnTo>
                  <a:lnTo>
                    <a:pt x="147828" y="3672840"/>
                  </a:lnTo>
                  <a:lnTo>
                    <a:pt x="162814" y="3673729"/>
                  </a:lnTo>
                  <a:lnTo>
                    <a:pt x="164592" y="3673729"/>
                  </a:lnTo>
                  <a:lnTo>
                    <a:pt x="205613" y="3669284"/>
                  </a:lnTo>
                  <a:lnTo>
                    <a:pt x="266700" y="3652139"/>
                  </a:lnTo>
                  <a:lnTo>
                    <a:pt x="267335" y="3651885"/>
                  </a:lnTo>
                  <a:lnTo>
                    <a:pt x="297980" y="3641090"/>
                  </a:lnTo>
                  <a:lnTo>
                    <a:pt x="302310" y="3639566"/>
                  </a:lnTo>
                  <a:lnTo>
                    <a:pt x="305562" y="3638423"/>
                  </a:lnTo>
                  <a:lnTo>
                    <a:pt x="311708" y="3635883"/>
                  </a:lnTo>
                  <a:lnTo>
                    <a:pt x="344805" y="3622294"/>
                  </a:lnTo>
                  <a:lnTo>
                    <a:pt x="382397" y="3605022"/>
                  </a:lnTo>
                  <a:lnTo>
                    <a:pt x="382714" y="3604818"/>
                  </a:lnTo>
                  <a:lnTo>
                    <a:pt x="419989" y="3586734"/>
                  </a:lnTo>
                  <a:lnTo>
                    <a:pt x="457327" y="3567938"/>
                  </a:lnTo>
                  <a:lnTo>
                    <a:pt x="457454" y="3567938"/>
                  </a:lnTo>
                  <a:lnTo>
                    <a:pt x="554062" y="3517849"/>
                  </a:lnTo>
                  <a:lnTo>
                    <a:pt x="557796" y="3515868"/>
                  </a:lnTo>
                  <a:lnTo>
                    <a:pt x="577723" y="3505657"/>
                  </a:lnTo>
                  <a:lnTo>
                    <a:pt x="601548" y="3493693"/>
                  </a:lnTo>
                  <a:lnTo>
                    <a:pt x="601954" y="3492398"/>
                  </a:lnTo>
                  <a:lnTo>
                    <a:pt x="601586" y="3493693"/>
                  </a:lnTo>
                  <a:lnTo>
                    <a:pt x="600329" y="3497961"/>
                  </a:lnTo>
                  <a:lnTo>
                    <a:pt x="600075" y="3498723"/>
                  </a:lnTo>
                  <a:lnTo>
                    <a:pt x="596519" y="3510407"/>
                  </a:lnTo>
                  <a:lnTo>
                    <a:pt x="593521" y="3519906"/>
                  </a:lnTo>
                  <a:lnTo>
                    <a:pt x="587756" y="3535680"/>
                  </a:lnTo>
                  <a:lnTo>
                    <a:pt x="587121" y="3537458"/>
                  </a:lnTo>
                  <a:lnTo>
                    <a:pt x="587883" y="3539490"/>
                  </a:lnTo>
                  <a:lnTo>
                    <a:pt x="589661" y="3540252"/>
                  </a:lnTo>
                  <a:lnTo>
                    <a:pt x="591312" y="3541141"/>
                  </a:lnTo>
                  <a:lnTo>
                    <a:pt x="593471" y="3540506"/>
                  </a:lnTo>
                  <a:lnTo>
                    <a:pt x="594360" y="3538855"/>
                  </a:lnTo>
                  <a:lnTo>
                    <a:pt x="602107" y="3525774"/>
                  </a:lnTo>
                  <a:lnTo>
                    <a:pt x="608241" y="3515868"/>
                  </a:lnTo>
                  <a:lnTo>
                    <a:pt x="608965" y="3514852"/>
                  </a:lnTo>
                  <a:lnTo>
                    <a:pt x="613549" y="3507575"/>
                  </a:lnTo>
                  <a:lnTo>
                    <a:pt x="630199" y="3487039"/>
                  </a:lnTo>
                  <a:lnTo>
                    <a:pt x="630389" y="3486823"/>
                  </a:lnTo>
                  <a:lnTo>
                    <a:pt x="630936" y="3486277"/>
                  </a:lnTo>
                  <a:lnTo>
                    <a:pt x="633387" y="3484118"/>
                  </a:lnTo>
                  <a:lnTo>
                    <a:pt x="634784" y="3482848"/>
                  </a:lnTo>
                  <a:lnTo>
                    <a:pt x="635000" y="3482632"/>
                  </a:lnTo>
                  <a:lnTo>
                    <a:pt x="635635" y="3482086"/>
                  </a:lnTo>
                  <a:lnTo>
                    <a:pt x="636574" y="3481451"/>
                  </a:lnTo>
                  <a:lnTo>
                    <a:pt x="638429" y="3480054"/>
                  </a:lnTo>
                  <a:lnTo>
                    <a:pt x="644525" y="3474847"/>
                  </a:lnTo>
                  <a:lnTo>
                    <a:pt x="652335" y="3467138"/>
                  </a:lnTo>
                  <a:lnTo>
                    <a:pt x="657479" y="3463544"/>
                  </a:lnTo>
                  <a:lnTo>
                    <a:pt x="660527" y="3455797"/>
                  </a:lnTo>
                  <a:close/>
                </a:path>
                <a:path w="711835" h="4414520">
                  <a:moveTo>
                    <a:pt x="711200" y="2803906"/>
                  </a:moveTo>
                  <a:lnTo>
                    <a:pt x="708964" y="2799842"/>
                  </a:lnTo>
                  <a:lnTo>
                    <a:pt x="707631" y="2793365"/>
                  </a:lnTo>
                  <a:lnTo>
                    <a:pt x="703961" y="2790317"/>
                  </a:lnTo>
                  <a:lnTo>
                    <a:pt x="699516" y="2786634"/>
                  </a:lnTo>
                  <a:lnTo>
                    <a:pt x="697611" y="2786634"/>
                  </a:lnTo>
                  <a:lnTo>
                    <a:pt x="697611" y="2824988"/>
                  </a:lnTo>
                  <a:lnTo>
                    <a:pt x="695833" y="2825750"/>
                  </a:lnTo>
                  <a:lnTo>
                    <a:pt x="695274" y="2826004"/>
                  </a:lnTo>
                  <a:lnTo>
                    <a:pt x="694563" y="2826258"/>
                  </a:lnTo>
                  <a:lnTo>
                    <a:pt x="695198" y="2826004"/>
                  </a:lnTo>
                  <a:lnTo>
                    <a:pt x="697611" y="2824988"/>
                  </a:lnTo>
                  <a:lnTo>
                    <a:pt x="697611" y="2786634"/>
                  </a:lnTo>
                  <a:lnTo>
                    <a:pt x="696722" y="2786126"/>
                  </a:lnTo>
                  <a:lnTo>
                    <a:pt x="692658" y="2786329"/>
                  </a:lnTo>
                  <a:lnTo>
                    <a:pt x="692658" y="2827274"/>
                  </a:lnTo>
                  <a:lnTo>
                    <a:pt x="684872" y="2831211"/>
                  </a:lnTo>
                  <a:lnTo>
                    <a:pt x="691134" y="2828036"/>
                  </a:lnTo>
                  <a:lnTo>
                    <a:pt x="666369" y="2828036"/>
                  </a:lnTo>
                  <a:lnTo>
                    <a:pt x="666115" y="2828036"/>
                  </a:lnTo>
                  <a:lnTo>
                    <a:pt x="666546" y="2827274"/>
                  </a:lnTo>
                  <a:lnTo>
                    <a:pt x="666610" y="2827147"/>
                  </a:lnTo>
                  <a:lnTo>
                    <a:pt x="666699" y="2827007"/>
                  </a:lnTo>
                  <a:lnTo>
                    <a:pt x="667258" y="2826004"/>
                  </a:lnTo>
                  <a:lnTo>
                    <a:pt x="666699" y="2827274"/>
                  </a:lnTo>
                  <a:lnTo>
                    <a:pt x="692658" y="2827274"/>
                  </a:lnTo>
                  <a:lnTo>
                    <a:pt x="692658" y="2786329"/>
                  </a:lnTo>
                  <a:lnTo>
                    <a:pt x="686384" y="2786634"/>
                  </a:lnTo>
                  <a:lnTo>
                    <a:pt x="686054" y="2786634"/>
                  </a:lnTo>
                  <a:lnTo>
                    <a:pt x="674624" y="2790063"/>
                  </a:lnTo>
                  <a:lnTo>
                    <a:pt x="671068" y="2791714"/>
                  </a:lnTo>
                  <a:lnTo>
                    <a:pt x="670687" y="2791968"/>
                  </a:lnTo>
                  <a:lnTo>
                    <a:pt x="668883" y="2792895"/>
                  </a:lnTo>
                  <a:lnTo>
                    <a:pt x="668883" y="2815958"/>
                  </a:lnTo>
                  <a:lnTo>
                    <a:pt x="668756" y="2814574"/>
                  </a:lnTo>
                  <a:lnTo>
                    <a:pt x="668655" y="2819044"/>
                  </a:lnTo>
                  <a:lnTo>
                    <a:pt x="668528" y="2811526"/>
                  </a:lnTo>
                  <a:lnTo>
                    <a:pt x="668528" y="2821305"/>
                  </a:lnTo>
                  <a:lnTo>
                    <a:pt x="668020" y="2823337"/>
                  </a:lnTo>
                  <a:lnTo>
                    <a:pt x="668134" y="2822511"/>
                  </a:lnTo>
                  <a:lnTo>
                    <a:pt x="668528" y="2821305"/>
                  </a:lnTo>
                  <a:lnTo>
                    <a:pt x="668528" y="2811526"/>
                  </a:lnTo>
                  <a:lnTo>
                    <a:pt x="668655" y="2809748"/>
                  </a:lnTo>
                  <a:lnTo>
                    <a:pt x="668693" y="2809583"/>
                  </a:lnTo>
                  <a:lnTo>
                    <a:pt x="668782" y="2814574"/>
                  </a:lnTo>
                  <a:lnTo>
                    <a:pt x="668883" y="2815958"/>
                  </a:lnTo>
                  <a:lnTo>
                    <a:pt x="668883" y="2792895"/>
                  </a:lnTo>
                  <a:lnTo>
                    <a:pt x="665200" y="2794774"/>
                  </a:lnTo>
                  <a:lnTo>
                    <a:pt x="665200" y="2829687"/>
                  </a:lnTo>
                  <a:lnTo>
                    <a:pt x="662889" y="2833827"/>
                  </a:lnTo>
                  <a:lnTo>
                    <a:pt x="662787" y="2834005"/>
                  </a:lnTo>
                  <a:lnTo>
                    <a:pt x="662305" y="2834640"/>
                  </a:lnTo>
                  <a:lnTo>
                    <a:pt x="662876" y="2833827"/>
                  </a:lnTo>
                  <a:lnTo>
                    <a:pt x="665200" y="2829687"/>
                  </a:lnTo>
                  <a:lnTo>
                    <a:pt x="665200" y="2794774"/>
                  </a:lnTo>
                  <a:lnTo>
                    <a:pt x="664718" y="2795016"/>
                  </a:lnTo>
                  <a:lnTo>
                    <a:pt x="664591" y="2795016"/>
                  </a:lnTo>
                  <a:lnTo>
                    <a:pt x="658368" y="2798318"/>
                  </a:lnTo>
                  <a:lnTo>
                    <a:pt x="623951" y="2817368"/>
                  </a:lnTo>
                  <a:lnTo>
                    <a:pt x="610387" y="2824607"/>
                  </a:lnTo>
                  <a:lnTo>
                    <a:pt x="573532" y="2845181"/>
                  </a:lnTo>
                  <a:lnTo>
                    <a:pt x="470535" y="2905252"/>
                  </a:lnTo>
                  <a:lnTo>
                    <a:pt x="470408" y="2905252"/>
                  </a:lnTo>
                  <a:lnTo>
                    <a:pt x="437515" y="2924556"/>
                  </a:lnTo>
                  <a:lnTo>
                    <a:pt x="405206" y="2943161"/>
                  </a:lnTo>
                  <a:lnTo>
                    <a:pt x="402323" y="2944838"/>
                  </a:lnTo>
                  <a:lnTo>
                    <a:pt x="336143" y="2980093"/>
                  </a:lnTo>
                  <a:lnTo>
                    <a:pt x="278663" y="3006179"/>
                  </a:lnTo>
                  <a:lnTo>
                    <a:pt x="258318" y="3013545"/>
                  </a:lnTo>
                  <a:lnTo>
                    <a:pt x="256794" y="3014091"/>
                  </a:lnTo>
                  <a:lnTo>
                    <a:pt x="257822" y="3013710"/>
                  </a:lnTo>
                  <a:lnTo>
                    <a:pt x="258318" y="3013583"/>
                  </a:lnTo>
                  <a:lnTo>
                    <a:pt x="258178" y="3013583"/>
                  </a:lnTo>
                  <a:lnTo>
                    <a:pt x="244373" y="3016948"/>
                  </a:lnTo>
                  <a:lnTo>
                    <a:pt x="245986" y="3016758"/>
                  </a:lnTo>
                  <a:lnTo>
                    <a:pt x="244373" y="3016948"/>
                  </a:lnTo>
                  <a:lnTo>
                    <a:pt x="243573" y="3017151"/>
                  </a:lnTo>
                  <a:lnTo>
                    <a:pt x="243065" y="3017266"/>
                  </a:lnTo>
                  <a:lnTo>
                    <a:pt x="242785" y="3017266"/>
                  </a:lnTo>
                  <a:lnTo>
                    <a:pt x="241655" y="3017266"/>
                  </a:lnTo>
                  <a:lnTo>
                    <a:pt x="235140" y="3018028"/>
                  </a:lnTo>
                  <a:lnTo>
                    <a:pt x="230060" y="3018028"/>
                  </a:lnTo>
                  <a:lnTo>
                    <a:pt x="217500" y="3014091"/>
                  </a:lnTo>
                  <a:lnTo>
                    <a:pt x="215849" y="3013214"/>
                  </a:lnTo>
                  <a:lnTo>
                    <a:pt x="217043" y="3014091"/>
                  </a:lnTo>
                  <a:lnTo>
                    <a:pt x="216255" y="3013583"/>
                  </a:lnTo>
                  <a:lnTo>
                    <a:pt x="215849" y="3013214"/>
                  </a:lnTo>
                  <a:lnTo>
                    <a:pt x="215150" y="3012694"/>
                  </a:lnTo>
                  <a:lnTo>
                    <a:pt x="211899" y="3010281"/>
                  </a:lnTo>
                  <a:lnTo>
                    <a:pt x="210959" y="3009595"/>
                  </a:lnTo>
                  <a:lnTo>
                    <a:pt x="211709" y="3010281"/>
                  </a:lnTo>
                  <a:lnTo>
                    <a:pt x="210185" y="3009011"/>
                  </a:lnTo>
                  <a:lnTo>
                    <a:pt x="210959" y="3009595"/>
                  </a:lnTo>
                  <a:lnTo>
                    <a:pt x="210337" y="3009011"/>
                  </a:lnTo>
                  <a:lnTo>
                    <a:pt x="207467" y="3006344"/>
                  </a:lnTo>
                  <a:lnTo>
                    <a:pt x="207213" y="3006179"/>
                  </a:lnTo>
                  <a:lnTo>
                    <a:pt x="206248" y="3005201"/>
                  </a:lnTo>
                  <a:lnTo>
                    <a:pt x="206019" y="3004820"/>
                  </a:lnTo>
                  <a:lnTo>
                    <a:pt x="203085" y="3001556"/>
                  </a:lnTo>
                  <a:lnTo>
                    <a:pt x="198208" y="2995422"/>
                  </a:lnTo>
                  <a:lnTo>
                    <a:pt x="193040" y="2988208"/>
                  </a:lnTo>
                  <a:lnTo>
                    <a:pt x="192925" y="2988056"/>
                  </a:lnTo>
                  <a:lnTo>
                    <a:pt x="189077" y="2982150"/>
                  </a:lnTo>
                  <a:lnTo>
                    <a:pt x="184785" y="2974721"/>
                  </a:lnTo>
                  <a:lnTo>
                    <a:pt x="183337" y="2972054"/>
                  </a:lnTo>
                  <a:lnTo>
                    <a:pt x="182270" y="2970136"/>
                  </a:lnTo>
                  <a:lnTo>
                    <a:pt x="177800" y="2960878"/>
                  </a:lnTo>
                  <a:lnTo>
                    <a:pt x="175044" y="2954769"/>
                  </a:lnTo>
                  <a:lnTo>
                    <a:pt x="174840" y="2954413"/>
                  </a:lnTo>
                  <a:lnTo>
                    <a:pt x="171805" y="2947174"/>
                  </a:lnTo>
                  <a:lnTo>
                    <a:pt x="171577" y="2946527"/>
                  </a:lnTo>
                  <a:lnTo>
                    <a:pt x="167182" y="2935376"/>
                  </a:lnTo>
                  <a:lnTo>
                    <a:pt x="165735" y="2931414"/>
                  </a:lnTo>
                  <a:lnTo>
                    <a:pt x="163957" y="2926892"/>
                  </a:lnTo>
                  <a:lnTo>
                    <a:pt x="162179" y="2921381"/>
                  </a:lnTo>
                  <a:lnTo>
                    <a:pt x="162077" y="2921190"/>
                  </a:lnTo>
                  <a:lnTo>
                    <a:pt x="160566" y="2917190"/>
                  </a:lnTo>
                  <a:lnTo>
                    <a:pt x="158496" y="2913507"/>
                  </a:lnTo>
                  <a:lnTo>
                    <a:pt x="153136" y="2907538"/>
                  </a:lnTo>
                  <a:lnTo>
                    <a:pt x="151752" y="2906014"/>
                  </a:lnTo>
                  <a:lnTo>
                    <a:pt x="152031" y="2906014"/>
                  </a:lnTo>
                  <a:lnTo>
                    <a:pt x="149606" y="2905252"/>
                  </a:lnTo>
                  <a:lnTo>
                    <a:pt x="145669" y="2906014"/>
                  </a:lnTo>
                  <a:lnTo>
                    <a:pt x="144018" y="2907538"/>
                  </a:lnTo>
                  <a:lnTo>
                    <a:pt x="143383" y="2909443"/>
                  </a:lnTo>
                  <a:lnTo>
                    <a:pt x="140716" y="2917190"/>
                  </a:lnTo>
                  <a:lnTo>
                    <a:pt x="140208" y="2921190"/>
                  </a:lnTo>
                  <a:lnTo>
                    <a:pt x="140335" y="2925445"/>
                  </a:lnTo>
                  <a:lnTo>
                    <a:pt x="140462" y="2926194"/>
                  </a:lnTo>
                  <a:lnTo>
                    <a:pt x="140970" y="2931414"/>
                  </a:lnTo>
                  <a:lnTo>
                    <a:pt x="141986" y="2937764"/>
                  </a:lnTo>
                  <a:lnTo>
                    <a:pt x="142240" y="2938653"/>
                  </a:lnTo>
                  <a:lnTo>
                    <a:pt x="144018" y="2946527"/>
                  </a:lnTo>
                  <a:lnTo>
                    <a:pt x="144145" y="2946908"/>
                  </a:lnTo>
                  <a:lnTo>
                    <a:pt x="146558" y="2955544"/>
                  </a:lnTo>
                  <a:lnTo>
                    <a:pt x="146558" y="2955925"/>
                  </a:lnTo>
                  <a:lnTo>
                    <a:pt x="149098" y="2964053"/>
                  </a:lnTo>
                  <a:lnTo>
                    <a:pt x="149098" y="2964434"/>
                  </a:lnTo>
                  <a:lnTo>
                    <a:pt x="151511" y="2971546"/>
                  </a:lnTo>
                  <a:lnTo>
                    <a:pt x="151638" y="2972054"/>
                  </a:lnTo>
                  <a:lnTo>
                    <a:pt x="154724" y="2980093"/>
                  </a:lnTo>
                  <a:lnTo>
                    <a:pt x="154813" y="2980309"/>
                  </a:lnTo>
                  <a:lnTo>
                    <a:pt x="154940" y="2980817"/>
                  </a:lnTo>
                  <a:lnTo>
                    <a:pt x="157988" y="2988056"/>
                  </a:lnTo>
                  <a:lnTo>
                    <a:pt x="162433" y="2997073"/>
                  </a:lnTo>
                  <a:lnTo>
                    <a:pt x="162814" y="2997708"/>
                  </a:lnTo>
                  <a:lnTo>
                    <a:pt x="166624" y="3004820"/>
                  </a:lnTo>
                  <a:lnTo>
                    <a:pt x="195707" y="3040761"/>
                  </a:lnTo>
                  <a:lnTo>
                    <a:pt x="234823" y="3054350"/>
                  </a:lnTo>
                  <a:lnTo>
                    <a:pt x="237617" y="3054350"/>
                  </a:lnTo>
                  <a:lnTo>
                    <a:pt x="292862" y="3041015"/>
                  </a:lnTo>
                  <a:lnTo>
                    <a:pt x="320548" y="3029458"/>
                  </a:lnTo>
                  <a:lnTo>
                    <a:pt x="321310" y="3029204"/>
                  </a:lnTo>
                  <a:lnTo>
                    <a:pt x="345059" y="3018155"/>
                  </a:lnTo>
                  <a:lnTo>
                    <a:pt x="345338" y="3018028"/>
                  </a:lnTo>
                  <a:lnTo>
                    <a:pt x="346976" y="3017266"/>
                  </a:lnTo>
                  <a:lnTo>
                    <a:pt x="348056" y="3016758"/>
                  </a:lnTo>
                  <a:lnTo>
                    <a:pt x="353796" y="3014091"/>
                  </a:lnTo>
                  <a:lnTo>
                    <a:pt x="354711" y="3013710"/>
                  </a:lnTo>
                  <a:lnTo>
                    <a:pt x="354952" y="3013583"/>
                  </a:lnTo>
                  <a:lnTo>
                    <a:pt x="389128" y="2996184"/>
                  </a:lnTo>
                  <a:lnTo>
                    <a:pt x="424180" y="2977134"/>
                  </a:lnTo>
                  <a:lnTo>
                    <a:pt x="593318" y="2880449"/>
                  </a:lnTo>
                  <a:lnTo>
                    <a:pt x="613156" y="2869577"/>
                  </a:lnTo>
                  <a:lnTo>
                    <a:pt x="613397" y="2869438"/>
                  </a:lnTo>
                  <a:lnTo>
                    <a:pt x="630047" y="2860421"/>
                  </a:lnTo>
                  <a:lnTo>
                    <a:pt x="643255" y="2853436"/>
                  </a:lnTo>
                  <a:lnTo>
                    <a:pt x="643255" y="2853309"/>
                  </a:lnTo>
                  <a:lnTo>
                    <a:pt x="651624" y="2848978"/>
                  </a:lnTo>
                  <a:lnTo>
                    <a:pt x="647446" y="2854325"/>
                  </a:lnTo>
                  <a:lnTo>
                    <a:pt x="638302" y="2866644"/>
                  </a:lnTo>
                  <a:lnTo>
                    <a:pt x="636905" y="2868422"/>
                  </a:lnTo>
                  <a:lnTo>
                    <a:pt x="637159" y="2870835"/>
                  </a:lnTo>
                  <a:lnTo>
                    <a:pt x="638810" y="2872232"/>
                  </a:lnTo>
                  <a:lnTo>
                    <a:pt x="640461" y="2873756"/>
                  </a:lnTo>
                  <a:lnTo>
                    <a:pt x="642874" y="2873756"/>
                  </a:lnTo>
                  <a:lnTo>
                    <a:pt x="644398" y="2872232"/>
                  </a:lnTo>
                  <a:lnTo>
                    <a:pt x="653630" y="2863723"/>
                  </a:lnTo>
                  <a:lnTo>
                    <a:pt x="655650" y="2862008"/>
                  </a:lnTo>
                  <a:lnTo>
                    <a:pt x="655510" y="2862008"/>
                  </a:lnTo>
                  <a:lnTo>
                    <a:pt x="654189" y="2863215"/>
                  </a:lnTo>
                  <a:lnTo>
                    <a:pt x="655497" y="2862008"/>
                  </a:lnTo>
                  <a:lnTo>
                    <a:pt x="666102" y="2853105"/>
                  </a:lnTo>
                  <a:lnTo>
                    <a:pt x="675386" y="2845816"/>
                  </a:lnTo>
                  <a:lnTo>
                    <a:pt x="676249" y="2845181"/>
                  </a:lnTo>
                  <a:lnTo>
                    <a:pt x="683260" y="2839466"/>
                  </a:lnTo>
                  <a:lnTo>
                    <a:pt x="688721" y="2834894"/>
                  </a:lnTo>
                  <a:lnTo>
                    <a:pt x="695909" y="2829052"/>
                  </a:lnTo>
                  <a:lnTo>
                    <a:pt x="698373" y="2827147"/>
                  </a:lnTo>
                  <a:lnTo>
                    <a:pt x="700024" y="2826004"/>
                  </a:lnTo>
                  <a:lnTo>
                    <a:pt x="701281" y="2824607"/>
                  </a:lnTo>
                  <a:lnTo>
                    <a:pt x="710565" y="2812288"/>
                  </a:lnTo>
                  <a:lnTo>
                    <a:pt x="711200" y="2803906"/>
                  </a:lnTo>
                  <a:close/>
                </a:path>
                <a:path w="711835" h="4414520">
                  <a:moveTo>
                    <a:pt x="711835" y="4218559"/>
                  </a:moveTo>
                  <a:lnTo>
                    <a:pt x="709155" y="4211828"/>
                  </a:lnTo>
                  <a:lnTo>
                    <a:pt x="705345" y="4208665"/>
                  </a:lnTo>
                  <a:lnTo>
                    <a:pt x="705345" y="4243578"/>
                  </a:lnTo>
                  <a:lnTo>
                    <a:pt x="705269" y="4243705"/>
                  </a:lnTo>
                  <a:lnTo>
                    <a:pt x="705345" y="4243578"/>
                  </a:lnTo>
                  <a:lnTo>
                    <a:pt x="705345" y="4208665"/>
                  </a:lnTo>
                  <a:lnTo>
                    <a:pt x="704824" y="4208221"/>
                  </a:lnTo>
                  <a:lnTo>
                    <a:pt x="703783" y="4207497"/>
                  </a:lnTo>
                  <a:lnTo>
                    <a:pt x="704900" y="4208221"/>
                  </a:lnTo>
                  <a:lnTo>
                    <a:pt x="703948" y="4207497"/>
                  </a:lnTo>
                  <a:lnTo>
                    <a:pt x="698500" y="4202811"/>
                  </a:lnTo>
                  <a:lnTo>
                    <a:pt x="696963" y="4202519"/>
                  </a:lnTo>
                  <a:lnTo>
                    <a:pt x="691388" y="4201414"/>
                  </a:lnTo>
                  <a:lnTo>
                    <a:pt x="684784" y="4203319"/>
                  </a:lnTo>
                  <a:lnTo>
                    <a:pt x="683844" y="4203611"/>
                  </a:lnTo>
                  <a:lnTo>
                    <a:pt x="683564" y="4203750"/>
                  </a:lnTo>
                  <a:lnTo>
                    <a:pt x="683323" y="4203852"/>
                  </a:lnTo>
                  <a:lnTo>
                    <a:pt x="682853" y="4203852"/>
                  </a:lnTo>
                  <a:lnTo>
                    <a:pt x="681990" y="4204081"/>
                  </a:lnTo>
                  <a:lnTo>
                    <a:pt x="679450" y="4205097"/>
                  </a:lnTo>
                  <a:lnTo>
                    <a:pt x="675894" y="4206621"/>
                  </a:lnTo>
                  <a:lnTo>
                    <a:pt x="675767" y="4206748"/>
                  </a:lnTo>
                  <a:lnTo>
                    <a:pt x="674751" y="4207230"/>
                  </a:lnTo>
                  <a:lnTo>
                    <a:pt x="674751" y="4240403"/>
                  </a:lnTo>
                  <a:lnTo>
                    <a:pt x="674662" y="4242308"/>
                  </a:lnTo>
                  <a:lnTo>
                    <a:pt x="674535" y="4244975"/>
                  </a:lnTo>
                  <a:lnTo>
                    <a:pt x="674420" y="4248023"/>
                  </a:lnTo>
                  <a:lnTo>
                    <a:pt x="674281" y="4248658"/>
                  </a:lnTo>
                  <a:lnTo>
                    <a:pt x="674395" y="4247896"/>
                  </a:lnTo>
                  <a:lnTo>
                    <a:pt x="674509" y="4239438"/>
                  </a:lnTo>
                  <a:lnTo>
                    <a:pt x="674624" y="4240784"/>
                  </a:lnTo>
                  <a:lnTo>
                    <a:pt x="674751" y="4240403"/>
                  </a:lnTo>
                  <a:lnTo>
                    <a:pt x="674751" y="4207230"/>
                  </a:lnTo>
                  <a:lnTo>
                    <a:pt x="665099" y="4211701"/>
                  </a:lnTo>
                  <a:lnTo>
                    <a:pt x="664718" y="4211828"/>
                  </a:lnTo>
                  <a:lnTo>
                    <a:pt x="649732" y="4219448"/>
                  </a:lnTo>
                  <a:lnTo>
                    <a:pt x="630936" y="4229227"/>
                  </a:lnTo>
                  <a:lnTo>
                    <a:pt x="630809" y="4229354"/>
                  </a:lnTo>
                  <a:lnTo>
                    <a:pt x="618236" y="4236085"/>
                  </a:lnTo>
                  <a:lnTo>
                    <a:pt x="618109" y="4236085"/>
                  </a:lnTo>
                  <a:lnTo>
                    <a:pt x="554355" y="4270375"/>
                  </a:lnTo>
                  <a:lnTo>
                    <a:pt x="527278" y="4283849"/>
                  </a:lnTo>
                  <a:lnTo>
                    <a:pt x="489902" y="4301553"/>
                  </a:lnTo>
                  <a:lnTo>
                    <a:pt x="420839" y="4331919"/>
                  </a:lnTo>
                  <a:lnTo>
                    <a:pt x="383514" y="4346067"/>
                  </a:lnTo>
                  <a:lnTo>
                    <a:pt x="488518" y="4346067"/>
                  </a:lnTo>
                  <a:lnTo>
                    <a:pt x="509143" y="4336859"/>
                  </a:lnTo>
                  <a:lnTo>
                    <a:pt x="509524" y="4336720"/>
                  </a:lnTo>
                  <a:lnTo>
                    <a:pt x="544830" y="4320222"/>
                  </a:lnTo>
                  <a:lnTo>
                    <a:pt x="572389" y="4306671"/>
                  </a:lnTo>
                  <a:lnTo>
                    <a:pt x="622363" y="4280509"/>
                  </a:lnTo>
                  <a:lnTo>
                    <a:pt x="660146" y="4261358"/>
                  </a:lnTo>
                  <a:lnTo>
                    <a:pt x="669594" y="4256443"/>
                  </a:lnTo>
                  <a:lnTo>
                    <a:pt x="673430" y="4254487"/>
                  </a:lnTo>
                  <a:lnTo>
                    <a:pt x="673303" y="4255401"/>
                  </a:lnTo>
                  <a:lnTo>
                    <a:pt x="673227" y="4255884"/>
                  </a:lnTo>
                  <a:lnTo>
                    <a:pt x="673150" y="4256443"/>
                  </a:lnTo>
                  <a:lnTo>
                    <a:pt x="673074" y="4256913"/>
                  </a:lnTo>
                  <a:lnTo>
                    <a:pt x="672960" y="4257065"/>
                  </a:lnTo>
                  <a:lnTo>
                    <a:pt x="671093" y="4266438"/>
                  </a:lnTo>
                  <a:lnTo>
                    <a:pt x="670814" y="4267962"/>
                  </a:lnTo>
                  <a:lnTo>
                    <a:pt x="662051" y="4299763"/>
                  </a:lnTo>
                  <a:lnTo>
                    <a:pt x="655828" y="4321683"/>
                  </a:lnTo>
                  <a:lnTo>
                    <a:pt x="655421" y="4323359"/>
                  </a:lnTo>
                  <a:lnTo>
                    <a:pt x="655320" y="4323842"/>
                  </a:lnTo>
                  <a:lnTo>
                    <a:pt x="656463" y="4326102"/>
                  </a:lnTo>
                  <a:lnTo>
                    <a:pt x="658622" y="4326852"/>
                  </a:lnTo>
                  <a:lnTo>
                    <a:pt x="660654" y="4327588"/>
                  </a:lnTo>
                  <a:lnTo>
                    <a:pt x="663067" y="4326547"/>
                  </a:lnTo>
                  <a:lnTo>
                    <a:pt x="663714" y="4324782"/>
                  </a:lnTo>
                  <a:lnTo>
                    <a:pt x="672922" y="4302938"/>
                  </a:lnTo>
                  <a:lnTo>
                    <a:pt x="693661" y="4263148"/>
                  </a:lnTo>
                  <a:lnTo>
                    <a:pt x="702310" y="4249674"/>
                  </a:lnTo>
                  <a:lnTo>
                    <a:pt x="703326" y="4248023"/>
                  </a:lnTo>
                  <a:lnTo>
                    <a:pt x="705561" y="4243705"/>
                  </a:lnTo>
                  <a:lnTo>
                    <a:pt x="706285" y="4242308"/>
                  </a:lnTo>
                  <a:lnTo>
                    <a:pt x="705510" y="4243349"/>
                  </a:lnTo>
                  <a:lnTo>
                    <a:pt x="706158" y="4242308"/>
                  </a:lnTo>
                  <a:lnTo>
                    <a:pt x="706767" y="4241622"/>
                  </a:lnTo>
                  <a:lnTo>
                    <a:pt x="706805" y="4241457"/>
                  </a:lnTo>
                  <a:lnTo>
                    <a:pt x="707085" y="4241165"/>
                  </a:lnTo>
                  <a:lnTo>
                    <a:pt x="707898" y="4240022"/>
                  </a:lnTo>
                  <a:lnTo>
                    <a:pt x="709041" y="4237609"/>
                  </a:lnTo>
                  <a:lnTo>
                    <a:pt x="709282" y="4236339"/>
                  </a:lnTo>
                  <a:lnTo>
                    <a:pt x="709345" y="4236085"/>
                  </a:lnTo>
                  <a:lnTo>
                    <a:pt x="709422" y="4235704"/>
                  </a:lnTo>
                  <a:lnTo>
                    <a:pt x="709549" y="4235069"/>
                  </a:lnTo>
                  <a:lnTo>
                    <a:pt x="710184" y="4232529"/>
                  </a:lnTo>
                  <a:lnTo>
                    <a:pt x="711073" y="4225544"/>
                  </a:lnTo>
                  <a:lnTo>
                    <a:pt x="711631" y="4220311"/>
                  </a:lnTo>
                  <a:lnTo>
                    <a:pt x="711733" y="4219448"/>
                  </a:lnTo>
                  <a:lnTo>
                    <a:pt x="711835" y="421855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633718" y="721268"/>
            <a:ext cx="2675890" cy="6045200"/>
            <a:chOff x="6633718" y="721268"/>
            <a:chExt cx="2675890" cy="6045200"/>
          </a:xfrm>
        </p:grpSpPr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33718" y="721268"/>
              <a:ext cx="2675635" cy="60452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077583" y="3224529"/>
              <a:ext cx="2207260" cy="361950"/>
            </a:xfrm>
            <a:custGeom>
              <a:avLst/>
              <a:gdLst/>
              <a:ahLst/>
              <a:cxnLst/>
              <a:rect l="l" t="t" r="r" b="b"/>
              <a:pathLst>
                <a:path w="2207259" h="361950">
                  <a:moveTo>
                    <a:pt x="5588" y="210584"/>
                  </a:moveTo>
                  <a:lnTo>
                    <a:pt x="5588" y="360679"/>
                  </a:lnTo>
                  <a:lnTo>
                    <a:pt x="7874" y="361950"/>
                  </a:lnTo>
                  <a:lnTo>
                    <a:pt x="7874" y="349250"/>
                  </a:lnTo>
                  <a:lnTo>
                    <a:pt x="6476" y="349250"/>
                  </a:lnTo>
                  <a:lnTo>
                    <a:pt x="6476" y="212364"/>
                  </a:lnTo>
                  <a:lnTo>
                    <a:pt x="5588" y="210584"/>
                  </a:lnTo>
                  <a:close/>
                </a:path>
                <a:path w="2207259" h="361950">
                  <a:moveTo>
                    <a:pt x="7923" y="215262"/>
                  </a:moveTo>
                  <a:lnTo>
                    <a:pt x="7874" y="361950"/>
                  </a:lnTo>
                  <a:lnTo>
                    <a:pt x="11684" y="361950"/>
                  </a:lnTo>
                  <a:lnTo>
                    <a:pt x="11562" y="222552"/>
                  </a:lnTo>
                  <a:lnTo>
                    <a:pt x="7923" y="215262"/>
                  </a:lnTo>
                  <a:close/>
                </a:path>
                <a:path w="2207259" h="361950">
                  <a:moveTo>
                    <a:pt x="11684" y="222795"/>
                  </a:moveTo>
                  <a:lnTo>
                    <a:pt x="11684" y="361950"/>
                  </a:lnTo>
                  <a:lnTo>
                    <a:pt x="16383" y="361950"/>
                  </a:lnTo>
                  <a:lnTo>
                    <a:pt x="16383" y="337937"/>
                  </a:lnTo>
                  <a:lnTo>
                    <a:pt x="15621" y="337937"/>
                  </a:lnTo>
                  <a:lnTo>
                    <a:pt x="15621" y="230743"/>
                  </a:lnTo>
                  <a:lnTo>
                    <a:pt x="15488" y="230416"/>
                  </a:lnTo>
                  <a:lnTo>
                    <a:pt x="11684" y="222795"/>
                  </a:lnTo>
                  <a:close/>
                </a:path>
                <a:path w="2207259" h="361950">
                  <a:moveTo>
                    <a:pt x="16483" y="232410"/>
                  </a:moveTo>
                  <a:lnTo>
                    <a:pt x="16383" y="361950"/>
                  </a:lnTo>
                  <a:lnTo>
                    <a:pt x="21971" y="361950"/>
                  </a:lnTo>
                  <a:lnTo>
                    <a:pt x="21971" y="243161"/>
                  </a:lnTo>
                  <a:lnTo>
                    <a:pt x="21753" y="242967"/>
                  </a:lnTo>
                  <a:lnTo>
                    <a:pt x="16483" y="232410"/>
                  </a:lnTo>
                  <a:close/>
                </a:path>
                <a:path w="2207259" h="361950">
                  <a:moveTo>
                    <a:pt x="22026" y="243514"/>
                  </a:moveTo>
                  <a:lnTo>
                    <a:pt x="21971" y="361950"/>
                  </a:lnTo>
                  <a:lnTo>
                    <a:pt x="28956" y="361950"/>
                  </a:lnTo>
                  <a:lnTo>
                    <a:pt x="28956" y="323871"/>
                  </a:lnTo>
                  <a:lnTo>
                    <a:pt x="23495" y="323871"/>
                  </a:lnTo>
                  <a:lnTo>
                    <a:pt x="23495" y="246455"/>
                  </a:lnTo>
                  <a:lnTo>
                    <a:pt x="22026" y="243514"/>
                  </a:lnTo>
                  <a:close/>
                </a:path>
                <a:path w="2207259" h="361950">
                  <a:moveTo>
                    <a:pt x="29076" y="257636"/>
                  </a:moveTo>
                  <a:lnTo>
                    <a:pt x="28956" y="361950"/>
                  </a:lnTo>
                  <a:lnTo>
                    <a:pt x="35560" y="361950"/>
                  </a:lnTo>
                  <a:lnTo>
                    <a:pt x="35443" y="270392"/>
                  </a:lnTo>
                  <a:lnTo>
                    <a:pt x="29076" y="257636"/>
                  </a:lnTo>
                  <a:close/>
                </a:path>
                <a:path w="2207259" h="361950">
                  <a:moveTo>
                    <a:pt x="35668" y="270842"/>
                  </a:moveTo>
                  <a:lnTo>
                    <a:pt x="35560" y="361950"/>
                  </a:lnTo>
                  <a:lnTo>
                    <a:pt x="103250" y="361950"/>
                  </a:lnTo>
                  <a:lnTo>
                    <a:pt x="103250" y="360679"/>
                  </a:lnTo>
                  <a:lnTo>
                    <a:pt x="44323" y="360679"/>
                  </a:lnTo>
                  <a:lnTo>
                    <a:pt x="44243" y="288019"/>
                  </a:lnTo>
                  <a:lnTo>
                    <a:pt x="35668" y="270842"/>
                  </a:lnTo>
                  <a:close/>
                </a:path>
                <a:path w="2207259" h="361950">
                  <a:moveTo>
                    <a:pt x="103351" y="320039"/>
                  </a:moveTo>
                  <a:lnTo>
                    <a:pt x="103250" y="361950"/>
                  </a:lnTo>
                  <a:lnTo>
                    <a:pt x="109347" y="361950"/>
                  </a:lnTo>
                  <a:lnTo>
                    <a:pt x="109347" y="351789"/>
                  </a:lnTo>
                  <a:lnTo>
                    <a:pt x="107315" y="351789"/>
                  </a:lnTo>
                  <a:lnTo>
                    <a:pt x="107315" y="327956"/>
                  </a:lnTo>
                  <a:lnTo>
                    <a:pt x="103351" y="320039"/>
                  </a:lnTo>
                  <a:close/>
                </a:path>
                <a:path w="2207259" h="361950">
                  <a:moveTo>
                    <a:pt x="109347" y="332015"/>
                  </a:moveTo>
                  <a:lnTo>
                    <a:pt x="109347" y="361950"/>
                  </a:lnTo>
                  <a:lnTo>
                    <a:pt x="116332" y="361950"/>
                  </a:lnTo>
                  <a:lnTo>
                    <a:pt x="116332" y="345967"/>
                  </a:lnTo>
                  <a:lnTo>
                    <a:pt x="109347" y="332015"/>
                  </a:lnTo>
                  <a:close/>
                </a:path>
                <a:path w="2207259" h="361950">
                  <a:moveTo>
                    <a:pt x="116332" y="345967"/>
                  </a:moveTo>
                  <a:lnTo>
                    <a:pt x="116332" y="361950"/>
                  </a:lnTo>
                  <a:lnTo>
                    <a:pt x="124333" y="361950"/>
                  </a:lnTo>
                  <a:lnTo>
                    <a:pt x="116332" y="345967"/>
                  </a:lnTo>
                  <a:close/>
                </a:path>
                <a:path w="2207259" h="361950">
                  <a:moveTo>
                    <a:pt x="116375" y="327660"/>
                  </a:moveTo>
                  <a:lnTo>
                    <a:pt x="116332" y="345967"/>
                  </a:lnTo>
                  <a:lnTo>
                    <a:pt x="124333" y="361950"/>
                  </a:lnTo>
                  <a:lnTo>
                    <a:pt x="124333" y="350520"/>
                  </a:lnTo>
                  <a:lnTo>
                    <a:pt x="121539" y="350520"/>
                  </a:lnTo>
                  <a:lnTo>
                    <a:pt x="121539" y="337937"/>
                  </a:lnTo>
                  <a:lnTo>
                    <a:pt x="116375" y="327660"/>
                  </a:lnTo>
                  <a:close/>
                </a:path>
                <a:path w="2207259" h="361950">
                  <a:moveTo>
                    <a:pt x="124333" y="343498"/>
                  </a:moveTo>
                  <a:lnTo>
                    <a:pt x="124333" y="361950"/>
                  </a:lnTo>
                  <a:lnTo>
                    <a:pt x="133603" y="361950"/>
                  </a:lnTo>
                  <a:lnTo>
                    <a:pt x="124333" y="343498"/>
                  </a:lnTo>
                  <a:close/>
                </a:path>
                <a:path w="2207259" h="361950">
                  <a:moveTo>
                    <a:pt x="124354" y="326389"/>
                  </a:moveTo>
                  <a:lnTo>
                    <a:pt x="124333" y="343498"/>
                  </a:lnTo>
                  <a:lnTo>
                    <a:pt x="133603" y="361950"/>
                  </a:lnTo>
                  <a:lnTo>
                    <a:pt x="133603" y="344684"/>
                  </a:lnTo>
                  <a:lnTo>
                    <a:pt x="133358" y="344419"/>
                  </a:lnTo>
                  <a:lnTo>
                    <a:pt x="124473" y="326629"/>
                  </a:lnTo>
                  <a:lnTo>
                    <a:pt x="124354" y="326389"/>
                  </a:lnTo>
                  <a:close/>
                </a:path>
                <a:path w="2207259" h="361950">
                  <a:moveTo>
                    <a:pt x="133603" y="344911"/>
                  </a:moveTo>
                  <a:lnTo>
                    <a:pt x="133603" y="361950"/>
                  </a:lnTo>
                  <a:lnTo>
                    <a:pt x="142113" y="361950"/>
                  </a:lnTo>
                  <a:lnTo>
                    <a:pt x="133603" y="344911"/>
                  </a:lnTo>
                  <a:close/>
                </a:path>
                <a:path w="2207259" h="361950">
                  <a:moveTo>
                    <a:pt x="133648" y="322579"/>
                  </a:moveTo>
                  <a:lnTo>
                    <a:pt x="133603" y="344911"/>
                  </a:lnTo>
                  <a:lnTo>
                    <a:pt x="142113" y="361950"/>
                  </a:lnTo>
                  <a:lnTo>
                    <a:pt x="142113" y="347979"/>
                  </a:lnTo>
                  <a:lnTo>
                    <a:pt x="136271" y="347979"/>
                  </a:lnTo>
                  <a:lnTo>
                    <a:pt x="136271" y="327660"/>
                  </a:lnTo>
                  <a:lnTo>
                    <a:pt x="136071" y="327437"/>
                  </a:lnTo>
                  <a:lnTo>
                    <a:pt x="133775" y="322834"/>
                  </a:lnTo>
                  <a:lnTo>
                    <a:pt x="133648" y="322579"/>
                  </a:lnTo>
                  <a:close/>
                </a:path>
                <a:path w="2207259" h="361950">
                  <a:moveTo>
                    <a:pt x="142149" y="339621"/>
                  </a:moveTo>
                  <a:lnTo>
                    <a:pt x="142113" y="361950"/>
                  </a:lnTo>
                  <a:lnTo>
                    <a:pt x="152653" y="360679"/>
                  </a:lnTo>
                  <a:lnTo>
                    <a:pt x="142149" y="339621"/>
                  </a:lnTo>
                  <a:close/>
                </a:path>
                <a:path w="2207259" h="361950">
                  <a:moveTo>
                    <a:pt x="3376" y="206154"/>
                  </a:moveTo>
                  <a:lnTo>
                    <a:pt x="3301" y="359410"/>
                  </a:lnTo>
                  <a:lnTo>
                    <a:pt x="5588" y="360679"/>
                  </a:lnTo>
                  <a:lnTo>
                    <a:pt x="5522" y="210452"/>
                  </a:lnTo>
                  <a:lnTo>
                    <a:pt x="3376" y="206154"/>
                  </a:lnTo>
                  <a:close/>
                </a:path>
                <a:path w="2207259" h="361950">
                  <a:moveTo>
                    <a:pt x="44323" y="288179"/>
                  </a:moveTo>
                  <a:lnTo>
                    <a:pt x="44323" y="360679"/>
                  </a:lnTo>
                  <a:lnTo>
                    <a:pt x="98425" y="360679"/>
                  </a:lnTo>
                  <a:lnTo>
                    <a:pt x="98425" y="359410"/>
                  </a:lnTo>
                  <a:lnTo>
                    <a:pt x="55499" y="359410"/>
                  </a:lnTo>
                  <a:lnTo>
                    <a:pt x="55499" y="310382"/>
                  </a:lnTo>
                  <a:lnTo>
                    <a:pt x="55029" y="309627"/>
                  </a:lnTo>
                  <a:lnTo>
                    <a:pt x="44323" y="288179"/>
                  </a:lnTo>
                  <a:close/>
                </a:path>
                <a:path w="2207259" h="361950">
                  <a:moveTo>
                    <a:pt x="98517" y="310382"/>
                  </a:moveTo>
                  <a:lnTo>
                    <a:pt x="98425" y="360679"/>
                  </a:lnTo>
                  <a:lnTo>
                    <a:pt x="103250" y="360679"/>
                  </a:lnTo>
                  <a:lnTo>
                    <a:pt x="103250" y="319838"/>
                  </a:lnTo>
                  <a:lnTo>
                    <a:pt x="98517" y="310382"/>
                  </a:lnTo>
                  <a:close/>
                </a:path>
                <a:path w="2207259" h="361950">
                  <a:moveTo>
                    <a:pt x="142113" y="312458"/>
                  </a:moveTo>
                  <a:lnTo>
                    <a:pt x="142149" y="339621"/>
                  </a:lnTo>
                  <a:lnTo>
                    <a:pt x="152653" y="360679"/>
                  </a:lnTo>
                  <a:lnTo>
                    <a:pt x="152653" y="346710"/>
                  </a:lnTo>
                  <a:lnTo>
                    <a:pt x="151765" y="346710"/>
                  </a:lnTo>
                  <a:lnTo>
                    <a:pt x="151765" y="331851"/>
                  </a:lnTo>
                  <a:lnTo>
                    <a:pt x="142113" y="312458"/>
                  </a:lnTo>
                  <a:close/>
                </a:path>
                <a:path w="2207259" h="361950">
                  <a:moveTo>
                    <a:pt x="152653" y="333637"/>
                  </a:moveTo>
                  <a:lnTo>
                    <a:pt x="152653" y="360679"/>
                  </a:lnTo>
                  <a:lnTo>
                    <a:pt x="165481" y="359410"/>
                  </a:lnTo>
                  <a:lnTo>
                    <a:pt x="152653" y="333637"/>
                  </a:lnTo>
                  <a:close/>
                </a:path>
                <a:path w="2207259" h="361950">
                  <a:moveTo>
                    <a:pt x="1480" y="202356"/>
                  </a:moveTo>
                  <a:lnTo>
                    <a:pt x="1397" y="358139"/>
                  </a:lnTo>
                  <a:lnTo>
                    <a:pt x="3301" y="359410"/>
                  </a:lnTo>
                  <a:lnTo>
                    <a:pt x="3206" y="205813"/>
                  </a:lnTo>
                  <a:lnTo>
                    <a:pt x="1587" y="202570"/>
                  </a:lnTo>
                  <a:lnTo>
                    <a:pt x="1480" y="202356"/>
                  </a:lnTo>
                  <a:close/>
                </a:path>
                <a:path w="2207259" h="361950">
                  <a:moveTo>
                    <a:pt x="55553" y="310677"/>
                  </a:moveTo>
                  <a:lnTo>
                    <a:pt x="55499" y="359410"/>
                  </a:lnTo>
                  <a:lnTo>
                    <a:pt x="93345" y="359410"/>
                  </a:lnTo>
                  <a:lnTo>
                    <a:pt x="93345" y="358139"/>
                  </a:lnTo>
                  <a:lnTo>
                    <a:pt x="88392" y="358139"/>
                  </a:lnTo>
                  <a:lnTo>
                    <a:pt x="88392" y="356870"/>
                  </a:lnTo>
                  <a:lnTo>
                    <a:pt x="67310" y="356870"/>
                  </a:lnTo>
                  <a:lnTo>
                    <a:pt x="67201" y="334010"/>
                  </a:lnTo>
                  <a:lnTo>
                    <a:pt x="55789" y="311150"/>
                  </a:lnTo>
                  <a:lnTo>
                    <a:pt x="55663" y="310896"/>
                  </a:lnTo>
                  <a:lnTo>
                    <a:pt x="55553" y="310677"/>
                  </a:lnTo>
                  <a:close/>
                </a:path>
                <a:path w="2207259" h="361950">
                  <a:moveTo>
                    <a:pt x="93433" y="300228"/>
                  </a:moveTo>
                  <a:lnTo>
                    <a:pt x="93345" y="359410"/>
                  </a:lnTo>
                  <a:lnTo>
                    <a:pt x="98425" y="359410"/>
                  </a:lnTo>
                  <a:lnTo>
                    <a:pt x="98425" y="310382"/>
                  </a:lnTo>
                  <a:lnTo>
                    <a:pt x="98139" y="309627"/>
                  </a:lnTo>
                  <a:lnTo>
                    <a:pt x="93433" y="300228"/>
                  </a:lnTo>
                  <a:close/>
                </a:path>
                <a:path w="2207259" h="361950">
                  <a:moveTo>
                    <a:pt x="152687" y="304299"/>
                  </a:moveTo>
                  <a:lnTo>
                    <a:pt x="152653" y="333637"/>
                  </a:lnTo>
                  <a:lnTo>
                    <a:pt x="165481" y="359410"/>
                  </a:lnTo>
                  <a:lnTo>
                    <a:pt x="165481" y="329915"/>
                  </a:lnTo>
                  <a:lnTo>
                    <a:pt x="152687" y="304299"/>
                  </a:lnTo>
                  <a:close/>
                </a:path>
                <a:path w="2207259" h="361950">
                  <a:moveTo>
                    <a:pt x="165481" y="329915"/>
                  </a:moveTo>
                  <a:lnTo>
                    <a:pt x="165481" y="359410"/>
                  </a:lnTo>
                  <a:lnTo>
                    <a:pt x="178943" y="356870"/>
                  </a:lnTo>
                  <a:lnTo>
                    <a:pt x="173234" y="345439"/>
                  </a:lnTo>
                  <a:lnTo>
                    <a:pt x="168401" y="345439"/>
                  </a:lnTo>
                  <a:lnTo>
                    <a:pt x="168401" y="335764"/>
                  </a:lnTo>
                  <a:lnTo>
                    <a:pt x="165481" y="329915"/>
                  </a:lnTo>
                  <a:close/>
                </a:path>
                <a:path w="2207259" h="361950">
                  <a:moveTo>
                    <a:pt x="88448" y="290270"/>
                  </a:moveTo>
                  <a:lnTo>
                    <a:pt x="88392" y="358139"/>
                  </a:lnTo>
                  <a:lnTo>
                    <a:pt x="93345" y="358139"/>
                  </a:lnTo>
                  <a:lnTo>
                    <a:pt x="93345" y="353060"/>
                  </a:lnTo>
                  <a:lnTo>
                    <a:pt x="92837" y="353060"/>
                  </a:lnTo>
                  <a:lnTo>
                    <a:pt x="92745" y="298853"/>
                  </a:lnTo>
                  <a:lnTo>
                    <a:pt x="88448" y="290270"/>
                  </a:lnTo>
                  <a:close/>
                </a:path>
                <a:path w="2207259" h="361950">
                  <a:moveTo>
                    <a:pt x="0" y="199389"/>
                  </a:moveTo>
                  <a:lnTo>
                    <a:pt x="0" y="356870"/>
                  </a:lnTo>
                  <a:lnTo>
                    <a:pt x="1396" y="356870"/>
                  </a:lnTo>
                  <a:lnTo>
                    <a:pt x="1270" y="201934"/>
                  </a:lnTo>
                  <a:lnTo>
                    <a:pt x="0" y="199389"/>
                  </a:lnTo>
                  <a:close/>
                </a:path>
                <a:path w="2207259" h="361950">
                  <a:moveTo>
                    <a:pt x="67310" y="334227"/>
                  </a:moveTo>
                  <a:lnTo>
                    <a:pt x="67310" y="356870"/>
                  </a:lnTo>
                  <a:lnTo>
                    <a:pt x="78613" y="356870"/>
                  </a:lnTo>
                  <a:lnTo>
                    <a:pt x="67310" y="334227"/>
                  </a:lnTo>
                  <a:close/>
                </a:path>
                <a:path w="2207259" h="361950">
                  <a:moveTo>
                    <a:pt x="67311" y="320039"/>
                  </a:moveTo>
                  <a:lnTo>
                    <a:pt x="67310" y="334227"/>
                  </a:lnTo>
                  <a:lnTo>
                    <a:pt x="78613" y="356870"/>
                  </a:lnTo>
                  <a:lnTo>
                    <a:pt x="78613" y="349250"/>
                  </a:lnTo>
                  <a:lnTo>
                    <a:pt x="75438" y="349250"/>
                  </a:lnTo>
                  <a:lnTo>
                    <a:pt x="75438" y="337937"/>
                  </a:lnTo>
                  <a:lnTo>
                    <a:pt x="70739" y="337937"/>
                  </a:lnTo>
                  <a:lnTo>
                    <a:pt x="70739" y="326629"/>
                  </a:lnTo>
                  <a:lnTo>
                    <a:pt x="70505" y="326389"/>
                  </a:lnTo>
                  <a:lnTo>
                    <a:pt x="67311" y="320039"/>
                  </a:lnTo>
                  <a:close/>
                </a:path>
                <a:path w="2207259" h="361950">
                  <a:moveTo>
                    <a:pt x="78622" y="342646"/>
                  </a:moveTo>
                  <a:lnTo>
                    <a:pt x="78613" y="356870"/>
                  </a:lnTo>
                  <a:lnTo>
                    <a:pt x="85090" y="355600"/>
                  </a:lnTo>
                  <a:lnTo>
                    <a:pt x="79883" y="355600"/>
                  </a:lnTo>
                  <a:lnTo>
                    <a:pt x="79883" y="345184"/>
                  </a:lnTo>
                  <a:lnTo>
                    <a:pt x="78748" y="342900"/>
                  </a:lnTo>
                  <a:lnTo>
                    <a:pt x="78622" y="342646"/>
                  </a:lnTo>
                  <a:close/>
                </a:path>
                <a:path w="2207259" h="361950">
                  <a:moveTo>
                    <a:pt x="85103" y="283588"/>
                  </a:moveTo>
                  <a:lnTo>
                    <a:pt x="85090" y="355600"/>
                  </a:lnTo>
                  <a:lnTo>
                    <a:pt x="78613" y="356870"/>
                  </a:lnTo>
                  <a:lnTo>
                    <a:pt x="88392" y="356870"/>
                  </a:lnTo>
                  <a:lnTo>
                    <a:pt x="88392" y="290270"/>
                  </a:lnTo>
                  <a:lnTo>
                    <a:pt x="87965" y="289305"/>
                  </a:lnTo>
                  <a:lnTo>
                    <a:pt x="85103" y="283588"/>
                  </a:lnTo>
                  <a:close/>
                </a:path>
                <a:path w="2207259" h="361950">
                  <a:moveTo>
                    <a:pt x="168501" y="306577"/>
                  </a:moveTo>
                  <a:lnTo>
                    <a:pt x="168401" y="335764"/>
                  </a:lnTo>
                  <a:lnTo>
                    <a:pt x="178943" y="356870"/>
                  </a:lnTo>
                  <a:lnTo>
                    <a:pt x="178943" y="327437"/>
                  </a:lnTo>
                  <a:lnTo>
                    <a:pt x="168501" y="306577"/>
                  </a:lnTo>
                  <a:close/>
                </a:path>
                <a:path w="2207259" h="361950">
                  <a:moveTo>
                    <a:pt x="179054" y="327660"/>
                  </a:moveTo>
                  <a:lnTo>
                    <a:pt x="178943" y="356870"/>
                  </a:lnTo>
                  <a:lnTo>
                    <a:pt x="193040" y="355600"/>
                  </a:lnTo>
                  <a:lnTo>
                    <a:pt x="187443" y="344419"/>
                  </a:lnTo>
                  <a:lnTo>
                    <a:pt x="187318" y="344170"/>
                  </a:lnTo>
                  <a:lnTo>
                    <a:pt x="184658" y="344170"/>
                  </a:lnTo>
                  <a:lnTo>
                    <a:pt x="184658" y="338854"/>
                  </a:lnTo>
                  <a:lnTo>
                    <a:pt x="179054" y="327660"/>
                  </a:lnTo>
                  <a:close/>
                </a:path>
                <a:path w="2207259" h="361950">
                  <a:moveTo>
                    <a:pt x="79883" y="345184"/>
                  </a:moveTo>
                  <a:lnTo>
                    <a:pt x="79883" y="355600"/>
                  </a:lnTo>
                  <a:lnTo>
                    <a:pt x="85090" y="355600"/>
                  </a:lnTo>
                  <a:lnTo>
                    <a:pt x="79883" y="345184"/>
                  </a:lnTo>
                  <a:close/>
                </a:path>
                <a:path w="2207259" h="361950">
                  <a:moveTo>
                    <a:pt x="80003" y="273400"/>
                  </a:moveTo>
                  <a:lnTo>
                    <a:pt x="79883" y="345184"/>
                  </a:lnTo>
                  <a:lnTo>
                    <a:pt x="85090" y="355600"/>
                  </a:lnTo>
                  <a:lnTo>
                    <a:pt x="85090" y="283588"/>
                  </a:lnTo>
                  <a:lnTo>
                    <a:pt x="80003" y="273400"/>
                  </a:lnTo>
                  <a:close/>
                </a:path>
                <a:path w="2207259" h="361950">
                  <a:moveTo>
                    <a:pt x="184658" y="307694"/>
                  </a:moveTo>
                  <a:lnTo>
                    <a:pt x="184775" y="339089"/>
                  </a:lnTo>
                  <a:lnTo>
                    <a:pt x="193040" y="355600"/>
                  </a:lnTo>
                  <a:lnTo>
                    <a:pt x="193040" y="324421"/>
                  </a:lnTo>
                  <a:lnTo>
                    <a:pt x="184658" y="307694"/>
                  </a:lnTo>
                  <a:close/>
                </a:path>
                <a:path w="2207259" h="361950">
                  <a:moveTo>
                    <a:pt x="193040" y="324421"/>
                  </a:moveTo>
                  <a:lnTo>
                    <a:pt x="193040" y="355600"/>
                  </a:lnTo>
                  <a:lnTo>
                    <a:pt x="207391" y="353060"/>
                  </a:lnTo>
                  <a:lnTo>
                    <a:pt x="202299" y="342900"/>
                  </a:lnTo>
                  <a:lnTo>
                    <a:pt x="201675" y="342900"/>
                  </a:lnTo>
                  <a:lnTo>
                    <a:pt x="201675" y="341655"/>
                  </a:lnTo>
                  <a:lnTo>
                    <a:pt x="193040" y="324421"/>
                  </a:lnTo>
                  <a:close/>
                </a:path>
                <a:path w="2207259" h="361950">
                  <a:moveTo>
                    <a:pt x="92917" y="299196"/>
                  </a:moveTo>
                  <a:lnTo>
                    <a:pt x="92837" y="353060"/>
                  </a:lnTo>
                  <a:lnTo>
                    <a:pt x="93345" y="353060"/>
                  </a:lnTo>
                  <a:lnTo>
                    <a:pt x="93345" y="300062"/>
                  </a:lnTo>
                  <a:lnTo>
                    <a:pt x="92917" y="299196"/>
                  </a:lnTo>
                  <a:close/>
                </a:path>
                <a:path w="2207259" h="361950">
                  <a:moveTo>
                    <a:pt x="201675" y="309164"/>
                  </a:moveTo>
                  <a:lnTo>
                    <a:pt x="201675" y="341655"/>
                  </a:lnTo>
                  <a:lnTo>
                    <a:pt x="207391" y="353060"/>
                  </a:lnTo>
                  <a:lnTo>
                    <a:pt x="207391" y="320582"/>
                  </a:lnTo>
                  <a:lnTo>
                    <a:pt x="201675" y="309164"/>
                  </a:lnTo>
                  <a:close/>
                </a:path>
                <a:path w="2207259" h="361950">
                  <a:moveTo>
                    <a:pt x="207476" y="320752"/>
                  </a:moveTo>
                  <a:lnTo>
                    <a:pt x="207391" y="353060"/>
                  </a:lnTo>
                  <a:lnTo>
                    <a:pt x="223012" y="351789"/>
                  </a:lnTo>
                  <a:lnTo>
                    <a:pt x="207476" y="320752"/>
                  </a:lnTo>
                  <a:close/>
                </a:path>
                <a:path w="2207259" h="361950">
                  <a:moveTo>
                    <a:pt x="107315" y="327956"/>
                  </a:moveTo>
                  <a:lnTo>
                    <a:pt x="107315" y="351789"/>
                  </a:lnTo>
                  <a:lnTo>
                    <a:pt x="109347" y="351789"/>
                  </a:lnTo>
                  <a:lnTo>
                    <a:pt x="109347" y="331851"/>
                  </a:lnTo>
                  <a:lnTo>
                    <a:pt x="109074" y="331470"/>
                  </a:lnTo>
                  <a:lnTo>
                    <a:pt x="107315" y="327956"/>
                  </a:lnTo>
                  <a:close/>
                </a:path>
                <a:path w="2207259" h="361950">
                  <a:moveTo>
                    <a:pt x="207470" y="288179"/>
                  </a:moveTo>
                  <a:lnTo>
                    <a:pt x="207476" y="320752"/>
                  </a:lnTo>
                  <a:lnTo>
                    <a:pt x="223012" y="351789"/>
                  </a:lnTo>
                  <a:lnTo>
                    <a:pt x="223012" y="341655"/>
                  </a:lnTo>
                  <a:lnTo>
                    <a:pt x="219201" y="341655"/>
                  </a:lnTo>
                  <a:lnTo>
                    <a:pt x="219201" y="311744"/>
                  </a:lnTo>
                  <a:lnTo>
                    <a:pt x="207470" y="288179"/>
                  </a:lnTo>
                  <a:close/>
                </a:path>
                <a:path w="2207259" h="361950">
                  <a:moveTo>
                    <a:pt x="223012" y="319397"/>
                  </a:moveTo>
                  <a:lnTo>
                    <a:pt x="223012" y="351789"/>
                  </a:lnTo>
                  <a:lnTo>
                    <a:pt x="238506" y="350520"/>
                  </a:lnTo>
                  <a:lnTo>
                    <a:pt x="223012" y="319397"/>
                  </a:lnTo>
                  <a:close/>
                </a:path>
                <a:path w="2207259" h="361950">
                  <a:moveTo>
                    <a:pt x="121539" y="337937"/>
                  </a:moveTo>
                  <a:lnTo>
                    <a:pt x="121539" y="350520"/>
                  </a:lnTo>
                  <a:lnTo>
                    <a:pt x="124333" y="350520"/>
                  </a:lnTo>
                  <a:lnTo>
                    <a:pt x="124333" y="343498"/>
                  </a:lnTo>
                  <a:lnTo>
                    <a:pt x="121539" y="337937"/>
                  </a:lnTo>
                  <a:close/>
                </a:path>
                <a:path w="2207259" h="361950">
                  <a:moveTo>
                    <a:pt x="223012" y="285241"/>
                  </a:moveTo>
                  <a:lnTo>
                    <a:pt x="223012" y="319397"/>
                  </a:lnTo>
                  <a:lnTo>
                    <a:pt x="238506" y="350520"/>
                  </a:lnTo>
                  <a:lnTo>
                    <a:pt x="238506" y="315975"/>
                  </a:lnTo>
                  <a:lnTo>
                    <a:pt x="238260" y="315738"/>
                  </a:lnTo>
                  <a:lnTo>
                    <a:pt x="223012" y="285241"/>
                  </a:lnTo>
                  <a:close/>
                </a:path>
                <a:path w="2207259" h="361950">
                  <a:moveTo>
                    <a:pt x="238506" y="316229"/>
                  </a:moveTo>
                  <a:lnTo>
                    <a:pt x="238506" y="350520"/>
                  </a:lnTo>
                  <a:lnTo>
                    <a:pt x="254381" y="347979"/>
                  </a:lnTo>
                  <a:lnTo>
                    <a:pt x="250571" y="340360"/>
                  </a:lnTo>
                  <a:lnTo>
                    <a:pt x="239649" y="340360"/>
                  </a:lnTo>
                  <a:lnTo>
                    <a:pt x="239649" y="318515"/>
                  </a:lnTo>
                  <a:lnTo>
                    <a:pt x="238506" y="316229"/>
                  </a:lnTo>
                  <a:close/>
                </a:path>
                <a:path w="2207259" h="361950">
                  <a:moveTo>
                    <a:pt x="6476" y="212364"/>
                  </a:moveTo>
                  <a:lnTo>
                    <a:pt x="6476" y="349250"/>
                  </a:lnTo>
                  <a:lnTo>
                    <a:pt x="7874" y="349250"/>
                  </a:lnTo>
                  <a:lnTo>
                    <a:pt x="7874" y="214970"/>
                  </a:lnTo>
                  <a:lnTo>
                    <a:pt x="7690" y="214796"/>
                  </a:lnTo>
                  <a:lnTo>
                    <a:pt x="6476" y="212364"/>
                  </a:lnTo>
                  <a:close/>
                </a:path>
                <a:path w="2207259" h="361950">
                  <a:moveTo>
                    <a:pt x="75452" y="336296"/>
                  </a:moveTo>
                  <a:lnTo>
                    <a:pt x="75438" y="349250"/>
                  </a:lnTo>
                  <a:lnTo>
                    <a:pt x="78613" y="349250"/>
                  </a:lnTo>
                  <a:lnTo>
                    <a:pt x="78613" y="342646"/>
                  </a:lnTo>
                  <a:lnTo>
                    <a:pt x="75579" y="336550"/>
                  </a:lnTo>
                  <a:lnTo>
                    <a:pt x="75452" y="336296"/>
                  </a:lnTo>
                  <a:close/>
                </a:path>
                <a:path w="2207259" h="361950">
                  <a:moveTo>
                    <a:pt x="599694" y="82667"/>
                  </a:moveTo>
                  <a:lnTo>
                    <a:pt x="581151" y="82667"/>
                  </a:lnTo>
                  <a:lnTo>
                    <a:pt x="581151" y="347979"/>
                  </a:lnTo>
                  <a:lnTo>
                    <a:pt x="604901" y="349250"/>
                  </a:lnTo>
                  <a:lnTo>
                    <a:pt x="604901" y="342900"/>
                  </a:lnTo>
                  <a:lnTo>
                    <a:pt x="599694" y="342900"/>
                  </a:lnTo>
                  <a:lnTo>
                    <a:pt x="599694" y="82667"/>
                  </a:lnTo>
                  <a:close/>
                </a:path>
                <a:path w="2207259" h="361950">
                  <a:moveTo>
                    <a:pt x="621792" y="82667"/>
                  </a:moveTo>
                  <a:lnTo>
                    <a:pt x="604901" y="82667"/>
                  </a:lnTo>
                  <a:lnTo>
                    <a:pt x="604901" y="349250"/>
                  </a:lnTo>
                  <a:lnTo>
                    <a:pt x="629158" y="349250"/>
                  </a:lnTo>
                  <a:lnTo>
                    <a:pt x="629158" y="344170"/>
                  </a:lnTo>
                  <a:lnTo>
                    <a:pt x="621792" y="344170"/>
                  </a:lnTo>
                  <a:lnTo>
                    <a:pt x="621792" y="82667"/>
                  </a:lnTo>
                  <a:close/>
                </a:path>
                <a:path w="2207259" h="361950">
                  <a:moveTo>
                    <a:pt x="660526" y="81279"/>
                  </a:moveTo>
                  <a:lnTo>
                    <a:pt x="629158" y="81279"/>
                  </a:lnTo>
                  <a:lnTo>
                    <a:pt x="629158" y="349250"/>
                  </a:lnTo>
                  <a:lnTo>
                    <a:pt x="660526" y="349250"/>
                  </a:lnTo>
                  <a:lnTo>
                    <a:pt x="660526" y="344170"/>
                  </a:lnTo>
                  <a:lnTo>
                    <a:pt x="644651" y="344170"/>
                  </a:lnTo>
                  <a:lnTo>
                    <a:pt x="644651" y="82667"/>
                  </a:lnTo>
                  <a:lnTo>
                    <a:pt x="660526" y="82667"/>
                  </a:lnTo>
                  <a:lnTo>
                    <a:pt x="660526" y="81279"/>
                  </a:lnTo>
                  <a:close/>
                </a:path>
                <a:path w="2207259" h="361950">
                  <a:moveTo>
                    <a:pt x="660526" y="81279"/>
                  </a:moveTo>
                  <a:lnTo>
                    <a:pt x="660526" y="349250"/>
                  </a:lnTo>
                  <a:lnTo>
                    <a:pt x="693166" y="349250"/>
                  </a:lnTo>
                  <a:lnTo>
                    <a:pt x="693166" y="346710"/>
                  </a:lnTo>
                  <a:lnTo>
                    <a:pt x="690752" y="346710"/>
                  </a:lnTo>
                  <a:lnTo>
                    <a:pt x="690752" y="345439"/>
                  </a:lnTo>
                  <a:lnTo>
                    <a:pt x="667003" y="345439"/>
                  </a:lnTo>
                  <a:lnTo>
                    <a:pt x="667003" y="94091"/>
                  </a:lnTo>
                  <a:lnTo>
                    <a:pt x="666820" y="93866"/>
                  </a:lnTo>
                  <a:lnTo>
                    <a:pt x="660526" y="81279"/>
                  </a:lnTo>
                  <a:close/>
                </a:path>
                <a:path w="2207259" h="361950">
                  <a:moveTo>
                    <a:pt x="693186" y="146599"/>
                  </a:moveTo>
                  <a:lnTo>
                    <a:pt x="693166" y="349250"/>
                  </a:lnTo>
                  <a:lnTo>
                    <a:pt x="721487" y="349250"/>
                  </a:lnTo>
                  <a:lnTo>
                    <a:pt x="721487" y="347979"/>
                  </a:lnTo>
                  <a:lnTo>
                    <a:pt x="713867" y="347979"/>
                  </a:lnTo>
                  <a:lnTo>
                    <a:pt x="713867" y="187960"/>
                  </a:lnTo>
                  <a:lnTo>
                    <a:pt x="693186" y="146599"/>
                  </a:lnTo>
                  <a:close/>
                </a:path>
                <a:path w="2207259" h="361950">
                  <a:moveTo>
                    <a:pt x="721517" y="203260"/>
                  </a:moveTo>
                  <a:lnTo>
                    <a:pt x="721487" y="349250"/>
                  </a:lnTo>
                  <a:lnTo>
                    <a:pt x="738251" y="349250"/>
                  </a:lnTo>
                  <a:lnTo>
                    <a:pt x="738251" y="236474"/>
                  </a:lnTo>
                  <a:lnTo>
                    <a:pt x="737961" y="236149"/>
                  </a:lnTo>
                  <a:lnTo>
                    <a:pt x="721517" y="203260"/>
                  </a:lnTo>
                  <a:close/>
                </a:path>
                <a:path w="2207259" h="361950">
                  <a:moveTo>
                    <a:pt x="738377" y="236981"/>
                  </a:moveTo>
                  <a:lnTo>
                    <a:pt x="738251" y="349250"/>
                  </a:lnTo>
                  <a:lnTo>
                    <a:pt x="754888" y="349250"/>
                  </a:lnTo>
                  <a:lnTo>
                    <a:pt x="754781" y="269789"/>
                  </a:lnTo>
                  <a:lnTo>
                    <a:pt x="738377" y="236981"/>
                  </a:lnTo>
                  <a:close/>
                </a:path>
                <a:path w="2207259" h="361950">
                  <a:moveTo>
                    <a:pt x="754888" y="270002"/>
                  </a:moveTo>
                  <a:lnTo>
                    <a:pt x="754888" y="349250"/>
                  </a:lnTo>
                  <a:lnTo>
                    <a:pt x="763016" y="349250"/>
                  </a:lnTo>
                  <a:lnTo>
                    <a:pt x="763016" y="286257"/>
                  </a:lnTo>
                  <a:lnTo>
                    <a:pt x="754888" y="270002"/>
                  </a:lnTo>
                  <a:close/>
                </a:path>
                <a:path w="2207259" h="361950">
                  <a:moveTo>
                    <a:pt x="763143" y="286511"/>
                  </a:moveTo>
                  <a:lnTo>
                    <a:pt x="763016" y="349250"/>
                  </a:lnTo>
                  <a:lnTo>
                    <a:pt x="782320" y="349250"/>
                  </a:lnTo>
                  <a:lnTo>
                    <a:pt x="782320" y="324888"/>
                  </a:lnTo>
                  <a:lnTo>
                    <a:pt x="763143" y="286511"/>
                  </a:lnTo>
                  <a:close/>
                </a:path>
                <a:path w="2207259" h="361950">
                  <a:moveTo>
                    <a:pt x="782331" y="324888"/>
                  </a:moveTo>
                  <a:lnTo>
                    <a:pt x="782320" y="349250"/>
                  </a:lnTo>
                  <a:lnTo>
                    <a:pt x="794512" y="349250"/>
                  </a:lnTo>
                  <a:lnTo>
                    <a:pt x="782447" y="325120"/>
                  </a:lnTo>
                  <a:lnTo>
                    <a:pt x="782331" y="324888"/>
                  </a:lnTo>
                  <a:close/>
                </a:path>
                <a:path w="2207259" h="361950">
                  <a:moveTo>
                    <a:pt x="782320" y="259250"/>
                  </a:moveTo>
                  <a:lnTo>
                    <a:pt x="782331" y="324888"/>
                  </a:lnTo>
                  <a:lnTo>
                    <a:pt x="794512" y="349250"/>
                  </a:lnTo>
                  <a:lnTo>
                    <a:pt x="794512" y="283588"/>
                  </a:lnTo>
                  <a:lnTo>
                    <a:pt x="782320" y="259250"/>
                  </a:lnTo>
                  <a:close/>
                </a:path>
                <a:path w="2207259" h="361950">
                  <a:moveTo>
                    <a:pt x="794512" y="283588"/>
                  </a:moveTo>
                  <a:lnTo>
                    <a:pt x="794512" y="349250"/>
                  </a:lnTo>
                  <a:lnTo>
                    <a:pt x="806450" y="349250"/>
                  </a:lnTo>
                  <a:lnTo>
                    <a:pt x="806450" y="307419"/>
                  </a:lnTo>
                  <a:lnTo>
                    <a:pt x="794512" y="283588"/>
                  </a:lnTo>
                  <a:close/>
                </a:path>
                <a:path w="2207259" h="361950">
                  <a:moveTo>
                    <a:pt x="806450" y="307419"/>
                  </a:moveTo>
                  <a:lnTo>
                    <a:pt x="806450" y="349250"/>
                  </a:lnTo>
                  <a:lnTo>
                    <a:pt x="827405" y="349250"/>
                  </a:lnTo>
                  <a:lnTo>
                    <a:pt x="806450" y="307419"/>
                  </a:lnTo>
                  <a:close/>
                </a:path>
                <a:path w="2207259" h="361950">
                  <a:moveTo>
                    <a:pt x="806496" y="250190"/>
                  </a:moveTo>
                  <a:lnTo>
                    <a:pt x="806450" y="307419"/>
                  </a:lnTo>
                  <a:lnTo>
                    <a:pt x="827405" y="349250"/>
                  </a:lnTo>
                  <a:lnTo>
                    <a:pt x="827405" y="292100"/>
                  </a:lnTo>
                  <a:lnTo>
                    <a:pt x="826947" y="291130"/>
                  </a:lnTo>
                  <a:lnTo>
                    <a:pt x="806496" y="250190"/>
                  </a:lnTo>
                  <a:close/>
                </a:path>
                <a:path w="2207259" h="361950">
                  <a:moveTo>
                    <a:pt x="827517" y="292271"/>
                  </a:moveTo>
                  <a:lnTo>
                    <a:pt x="827405" y="349250"/>
                  </a:lnTo>
                  <a:lnTo>
                    <a:pt x="830326" y="349250"/>
                  </a:lnTo>
                  <a:lnTo>
                    <a:pt x="830326" y="297687"/>
                  </a:lnTo>
                  <a:lnTo>
                    <a:pt x="830105" y="297452"/>
                  </a:lnTo>
                  <a:lnTo>
                    <a:pt x="827517" y="292271"/>
                  </a:lnTo>
                  <a:close/>
                </a:path>
                <a:path w="2207259" h="361950">
                  <a:moveTo>
                    <a:pt x="830400" y="298042"/>
                  </a:moveTo>
                  <a:lnTo>
                    <a:pt x="830326" y="349250"/>
                  </a:lnTo>
                  <a:lnTo>
                    <a:pt x="853567" y="349250"/>
                  </a:lnTo>
                  <a:lnTo>
                    <a:pt x="853442" y="344170"/>
                  </a:lnTo>
                  <a:lnTo>
                    <a:pt x="830400" y="298042"/>
                  </a:lnTo>
                  <a:close/>
                </a:path>
                <a:path w="2207259" h="361950">
                  <a:moveTo>
                    <a:pt x="853567" y="344419"/>
                  </a:moveTo>
                  <a:lnTo>
                    <a:pt x="853567" y="349250"/>
                  </a:lnTo>
                  <a:lnTo>
                    <a:pt x="855980" y="349250"/>
                  </a:lnTo>
                  <a:lnTo>
                    <a:pt x="853567" y="344419"/>
                  </a:lnTo>
                  <a:close/>
                </a:path>
                <a:path w="2207259" h="361950">
                  <a:moveTo>
                    <a:pt x="853567" y="277181"/>
                  </a:moveTo>
                  <a:lnTo>
                    <a:pt x="853567" y="344419"/>
                  </a:lnTo>
                  <a:lnTo>
                    <a:pt x="855980" y="349250"/>
                  </a:lnTo>
                  <a:lnTo>
                    <a:pt x="855980" y="281822"/>
                  </a:lnTo>
                  <a:lnTo>
                    <a:pt x="855545" y="281135"/>
                  </a:lnTo>
                  <a:lnTo>
                    <a:pt x="853567" y="277181"/>
                  </a:lnTo>
                  <a:close/>
                </a:path>
                <a:path w="2207259" h="361950">
                  <a:moveTo>
                    <a:pt x="856046" y="282135"/>
                  </a:moveTo>
                  <a:lnTo>
                    <a:pt x="855980" y="349250"/>
                  </a:lnTo>
                  <a:lnTo>
                    <a:pt x="877443" y="349250"/>
                  </a:lnTo>
                  <a:lnTo>
                    <a:pt x="877443" y="324888"/>
                  </a:lnTo>
                  <a:lnTo>
                    <a:pt x="856046" y="282135"/>
                  </a:lnTo>
                  <a:close/>
                </a:path>
                <a:path w="2207259" h="361950">
                  <a:moveTo>
                    <a:pt x="877558" y="325120"/>
                  </a:moveTo>
                  <a:lnTo>
                    <a:pt x="877443" y="349250"/>
                  </a:lnTo>
                  <a:lnTo>
                    <a:pt x="889635" y="349250"/>
                  </a:lnTo>
                  <a:lnTo>
                    <a:pt x="877558" y="325120"/>
                  </a:lnTo>
                  <a:close/>
                </a:path>
                <a:path w="2207259" h="361950">
                  <a:moveTo>
                    <a:pt x="877570" y="219710"/>
                  </a:moveTo>
                  <a:lnTo>
                    <a:pt x="877558" y="325120"/>
                  </a:lnTo>
                  <a:lnTo>
                    <a:pt x="889635" y="349250"/>
                  </a:lnTo>
                  <a:lnTo>
                    <a:pt x="889635" y="243840"/>
                  </a:lnTo>
                  <a:lnTo>
                    <a:pt x="877570" y="219710"/>
                  </a:lnTo>
                  <a:close/>
                </a:path>
                <a:path w="2207259" h="361950">
                  <a:moveTo>
                    <a:pt x="889703" y="243976"/>
                  </a:moveTo>
                  <a:lnTo>
                    <a:pt x="889635" y="349250"/>
                  </a:lnTo>
                  <a:lnTo>
                    <a:pt x="917575" y="349250"/>
                  </a:lnTo>
                  <a:lnTo>
                    <a:pt x="917575" y="347979"/>
                  </a:lnTo>
                  <a:lnTo>
                    <a:pt x="901065" y="347979"/>
                  </a:lnTo>
                  <a:lnTo>
                    <a:pt x="901065" y="266700"/>
                  </a:lnTo>
                  <a:lnTo>
                    <a:pt x="889703" y="243976"/>
                  </a:lnTo>
                  <a:close/>
                </a:path>
                <a:path w="2207259" h="361950">
                  <a:moveTo>
                    <a:pt x="917575" y="299719"/>
                  </a:moveTo>
                  <a:lnTo>
                    <a:pt x="917575" y="349250"/>
                  </a:lnTo>
                  <a:lnTo>
                    <a:pt x="942340" y="349250"/>
                  </a:lnTo>
                  <a:lnTo>
                    <a:pt x="941704" y="347979"/>
                  </a:lnTo>
                  <a:lnTo>
                    <a:pt x="925068" y="347979"/>
                  </a:lnTo>
                  <a:lnTo>
                    <a:pt x="925068" y="314705"/>
                  </a:lnTo>
                  <a:lnTo>
                    <a:pt x="917575" y="299719"/>
                  </a:lnTo>
                  <a:close/>
                </a:path>
                <a:path w="2207259" h="361950">
                  <a:moveTo>
                    <a:pt x="925182" y="266088"/>
                  </a:moveTo>
                  <a:lnTo>
                    <a:pt x="925195" y="314960"/>
                  </a:lnTo>
                  <a:lnTo>
                    <a:pt x="942340" y="349250"/>
                  </a:lnTo>
                  <a:lnTo>
                    <a:pt x="942340" y="300228"/>
                  </a:lnTo>
                  <a:lnTo>
                    <a:pt x="942153" y="300062"/>
                  </a:lnTo>
                  <a:lnTo>
                    <a:pt x="925307" y="266339"/>
                  </a:lnTo>
                  <a:lnTo>
                    <a:pt x="925182" y="266088"/>
                  </a:lnTo>
                  <a:close/>
                </a:path>
                <a:path w="2207259" h="361950">
                  <a:moveTo>
                    <a:pt x="942393" y="300543"/>
                  </a:moveTo>
                  <a:lnTo>
                    <a:pt x="942340" y="349250"/>
                  </a:lnTo>
                  <a:lnTo>
                    <a:pt x="966724" y="349250"/>
                  </a:lnTo>
                  <a:lnTo>
                    <a:pt x="966089" y="347979"/>
                  </a:lnTo>
                  <a:lnTo>
                    <a:pt x="948055" y="347979"/>
                  </a:lnTo>
                  <a:lnTo>
                    <a:pt x="947988" y="311744"/>
                  </a:lnTo>
                  <a:lnTo>
                    <a:pt x="942481" y="300720"/>
                  </a:lnTo>
                  <a:lnTo>
                    <a:pt x="942393" y="300543"/>
                  </a:lnTo>
                  <a:close/>
                </a:path>
                <a:path w="2207259" h="361950">
                  <a:moveTo>
                    <a:pt x="948080" y="265051"/>
                  </a:moveTo>
                  <a:lnTo>
                    <a:pt x="948055" y="311877"/>
                  </a:lnTo>
                  <a:lnTo>
                    <a:pt x="966724" y="349250"/>
                  </a:lnTo>
                  <a:lnTo>
                    <a:pt x="966724" y="302303"/>
                  </a:lnTo>
                  <a:lnTo>
                    <a:pt x="948080" y="265051"/>
                  </a:lnTo>
                  <a:close/>
                </a:path>
                <a:path w="2207259" h="361950">
                  <a:moveTo>
                    <a:pt x="966798" y="302452"/>
                  </a:moveTo>
                  <a:lnTo>
                    <a:pt x="966724" y="349250"/>
                  </a:lnTo>
                  <a:lnTo>
                    <a:pt x="990219" y="349250"/>
                  </a:lnTo>
                  <a:lnTo>
                    <a:pt x="988947" y="346710"/>
                  </a:lnTo>
                  <a:lnTo>
                    <a:pt x="972693" y="346710"/>
                  </a:lnTo>
                  <a:lnTo>
                    <a:pt x="972693" y="314230"/>
                  </a:lnTo>
                  <a:lnTo>
                    <a:pt x="966798" y="302452"/>
                  </a:lnTo>
                  <a:close/>
                </a:path>
                <a:path w="2207259" h="361950">
                  <a:moveTo>
                    <a:pt x="972819" y="265860"/>
                  </a:moveTo>
                  <a:lnTo>
                    <a:pt x="972693" y="314230"/>
                  </a:lnTo>
                  <a:lnTo>
                    <a:pt x="990219" y="349250"/>
                  </a:lnTo>
                  <a:lnTo>
                    <a:pt x="990219" y="300543"/>
                  </a:lnTo>
                  <a:lnTo>
                    <a:pt x="989987" y="300228"/>
                  </a:lnTo>
                  <a:lnTo>
                    <a:pt x="973059" y="266339"/>
                  </a:lnTo>
                  <a:lnTo>
                    <a:pt x="972933" y="266088"/>
                  </a:lnTo>
                  <a:lnTo>
                    <a:pt x="972819" y="265860"/>
                  </a:lnTo>
                  <a:close/>
                </a:path>
                <a:path w="2207259" h="361950">
                  <a:moveTo>
                    <a:pt x="990233" y="300720"/>
                  </a:moveTo>
                  <a:lnTo>
                    <a:pt x="990219" y="349250"/>
                  </a:lnTo>
                  <a:lnTo>
                    <a:pt x="1014476" y="349250"/>
                  </a:lnTo>
                  <a:lnTo>
                    <a:pt x="1012572" y="345439"/>
                  </a:lnTo>
                  <a:lnTo>
                    <a:pt x="1005332" y="345439"/>
                  </a:lnTo>
                  <a:lnTo>
                    <a:pt x="1005332" y="330945"/>
                  </a:lnTo>
                  <a:lnTo>
                    <a:pt x="990233" y="300720"/>
                  </a:lnTo>
                  <a:close/>
                </a:path>
                <a:path w="2207259" h="361950">
                  <a:moveTo>
                    <a:pt x="1005429" y="282003"/>
                  </a:moveTo>
                  <a:lnTo>
                    <a:pt x="1005332" y="330945"/>
                  </a:lnTo>
                  <a:lnTo>
                    <a:pt x="1014476" y="349250"/>
                  </a:lnTo>
                  <a:lnTo>
                    <a:pt x="1014476" y="300062"/>
                  </a:lnTo>
                  <a:lnTo>
                    <a:pt x="1005495" y="282135"/>
                  </a:lnTo>
                  <a:lnTo>
                    <a:pt x="1005429" y="282003"/>
                  </a:lnTo>
                  <a:close/>
                </a:path>
                <a:path w="2207259" h="361950">
                  <a:moveTo>
                    <a:pt x="1014558" y="300228"/>
                  </a:moveTo>
                  <a:lnTo>
                    <a:pt x="1014476" y="349250"/>
                  </a:lnTo>
                  <a:lnTo>
                    <a:pt x="1038478" y="347979"/>
                  </a:lnTo>
                  <a:lnTo>
                    <a:pt x="1037206" y="345439"/>
                  </a:lnTo>
                  <a:lnTo>
                    <a:pt x="1036827" y="345439"/>
                  </a:lnTo>
                  <a:lnTo>
                    <a:pt x="1036827" y="344684"/>
                  </a:lnTo>
                  <a:lnTo>
                    <a:pt x="1014558" y="300228"/>
                  </a:lnTo>
                  <a:close/>
                </a:path>
                <a:path w="2207259" h="361950">
                  <a:moveTo>
                    <a:pt x="136330" y="327956"/>
                  </a:moveTo>
                  <a:lnTo>
                    <a:pt x="136271" y="347979"/>
                  </a:lnTo>
                  <a:lnTo>
                    <a:pt x="142113" y="347979"/>
                  </a:lnTo>
                  <a:lnTo>
                    <a:pt x="142113" y="339621"/>
                  </a:lnTo>
                  <a:lnTo>
                    <a:pt x="141884" y="339089"/>
                  </a:lnTo>
                  <a:lnTo>
                    <a:pt x="136330" y="327956"/>
                  </a:lnTo>
                  <a:close/>
                </a:path>
                <a:path w="2207259" h="361950">
                  <a:moveTo>
                    <a:pt x="239668" y="283944"/>
                  </a:moveTo>
                  <a:lnTo>
                    <a:pt x="239649" y="318515"/>
                  </a:lnTo>
                  <a:lnTo>
                    <a:pt x="254381" y="347979"/>
                  </a:lnTo>
                  <a:lnTo>
                    <a:pt x="254381" y="313175"/>
                  </a:lnTo>
                  <a:lnTo>
                    <a:pt x="253910" y="312458"/>
                  </a:lnTo>
                  <a:lnTo>
                    <a:pt x="239668" y="283944"/>
                  </a:lnTo>
                  <a:close/>
                </a:path>
                <a:path w="2207259" h="361950">
                  <a:moveTo>
                    <a:pt x="254381" y="313400"/>
                  </a:moveTo>
                  <a:lnTo>
                    <a:pt x="254381" y="347979"/>
                  </a:lnTo>
                  <a:lnTo>
                    <a:pt x="271018" y="346710"/>
                  </a:lnTo>
                  <a:lnTo>
                    <a:pt x="267212" y="339089"/>
                  </a:lnTo>
                  <a:lnTo>
                    <a:pt x="258318" y="339089"/>
                  </a:lnTo>
                  <a:lnTo>
                    <a:pt x="258318" y="321310"/>
                  </a:lnTo>
                  <a:lnTo>
                    <a:pt x="254381" y="313400"/>
                  </a:lnTo>
                  <a:close/>
                </a:path>
                <a:path w="2207259" h="361950">
                  <a:moveTo>
                    <a:pt x="581151" y="82667"/>
                  </a:moveTo>
                  <a:lnTo>
                    <a:pt x="558673" y="82667"/>
                  </a:lnTo>
                  <a:lnTo>
                    <a:pt x="558673" y="346710"/>
                  </a:lnTo>
                  <a:lnTo>
                    <a:pt x="581151" y="347979"/>
                  </a:lnTo>
                  <a:lnTo>
                    <a:pt x="581151" y="341655"/>
                  </a:lnTo>
                  <a:lnTo>
                    <a:pt x="578103" y="341655"/>
                  </a:lnTo>
                  <a:lnTo>
                    <a:pt x="578103" y="83820"/>
                  </a:lnTo>
                  <a:lnTo>
                    <a:pt x="581151" y="83820"/>
                  </a:lnTo>
                  <a:lnTo>
                    <a:pt x="581151" y="82667"/>
                  </a:lnTo>
                  <a:close/>
                </a:path>
                <a:path w="2207259" h="361950">
                  <a:moveTo>
                    <a:pt x="713985" y="188196"/>
                  </a:moveTo>
                  <a:lnTo>
                    <a:pt x="713867" y="347979"/>
                  </a:lnTo>
                  <a:lnTo>
                    <a:pt x="721487" y="347979"/>
                  </a:lnTo>
                  <a:lnTo>
                    <a:pt x="721487" y="203260"/>
                  </a:lnTo>
                  <a:lnTo>
                    <a:pt x="721353" y="202932"/>
                  </a:lnTo>
                  <a:lnTo>
                    <a:pt x="713985" y="188196"/>
                  </a:lnTo>
                  <a:close/>
                </a:path>
                <a:path w="2207259" h="361950">
                  <a:moveTo>
                    <a:pt x="901065" y="266700"/>
                  </a:moveTo>
                  <a:lnTo>
                    <a:pt x="901065" y="347979"/>
                  </a:lnTo>
                  <a:lnTo>
                    <a:pt x="917575" y="347979"/>
                  </a:lnTo>
                  <a:lnTo>
                    <a:pt x="917575" y="299719"/>
                  </a:lnTo>
                  <a:lnTo>
                    <a:pt x="901065" y="266700"/>
                  </a:lnTo>
                  <a:close/>
                </a:path>
                <a:path w="2207259" h="361950">
                  <a:moveTo>
                    <a:pt x="925195" y="314960"/>
                  </a:moveTo>
                  <a:lnTo>
                    <a:pt x="925068" y="347979"/>
                  </a:lnTo>
                  <a:lnTo>
                    <a:pt x="941704" y="347979"/>
                  </a:lnTo>
                  <a:lnTo>
                    <a:pt x="925195" y="314960"/>
                  </a:lnTo>
                  <a:close/>
                </a:path>
                <a:path w="2207259" h="361950">
                  <a:moveTo>
                    <a:pt x="948055" y="311877"/>
                  </a:moveTo>
                  <a:lnTo>
                    <a:pt x="948055" y="347979"/>
                  </a:lnTo>
                  <a:lnTo>
                    <a:pt x="966089" y="347979"/>
                  </a:lnTo>
                  <a:lnTo>
                    <a:pt x="948055" y="311877"/>
                  </a:lnTo>
                  <a:close/>
                </a:path>
                <a:path w="2207259" h="361950">
                  <a:moveTo>
                    <a:pt x="1036872" y="296411"/>
                  </a:moveTo>
                  <a:lnTo>
                    <a:pt x="1036942" y="344911"/>
                  </a:lnTo>
                  <a:lnTo>
                    <a:pt x="1038478" y="347979"/>
                  </a:lnTo>
                  <a:lnTo>
                    <a:pt x="1038478" y="299719"/>
                  </a:lnTo>
                  <a:lnTo>
                    <a:pt x="1038262" y="299196"/>
                  </a:lnTo>
                  <a:lnTo>
                    <a:pt x="1036872" y="296411"/>
                  </a:lnTo>
                  <a:close/>
                </a:path>
                <a:path w="2207259" h="361950">
                  <a:moveTo>
                    <a:pt x="1038523" y="299719"/>
                  </a:moveTo>
                  <a:lnTo>
                    <a:pt x="1038478" y="347979"/>
                  </a:lnTo>
                  <a:lnTo>
                    <a:pt x="1062609" y="347979"/>
                  </a:lnTo>
                  <a:lnTo>
                    <a:pt x="1038523" y="299719"/>
                  </a:lnTo>
                  <a:close/>
                </a:path>
                <a:path w="2207259" h="361950">
                  <a:moveTo>
                    <a:pt x="1038605" y="253657"/>
                  </a:moveTo>
                  <a:lnTo>
                    <a:pt x="1038523" y="299719"/>
                  </a:lnTo>
                  <a:lnTo>
                    <a:pt x="1062609" y="347979"/>
                  </a:lnTo>
                  <a:lnTo>
                    <a:pt x="1062609" y="301538"/>
                  </a:lnTo>
                  <a:lnTo>
                    <a:pt x="1062370" y="301231"/>
                  </a:lnTo>
                  <a:lnTo>
                    <a:pt x="1038822" y="254092"/>
                  </a:lnTo>
                  <a:lnTo>
                    <a:pt x="1038706" y="253860"/>
                  </a:lnTo>
                  <a:lnTo>
                    <a:pt x="1038605" y="253657"/>
                  </a:lnTo>
                  <a:close/>
                </a:path>
                <a:path w="2207259" h="361950">
                  <a:moveTo>
                    <a:pt x="1062609" y="301709"/>
                  </a:moveTo>
                  <a:lnTo>
                    <a:pt x="1062609" y="347979"/>
                  </a:lnTo>
                  <a:lnTo>
                    <a:pt x="1085723" y="347979"/>
                  </a:lnTo>
                  <a:lnTo>
                    <a:pt x="1083944" y="344419"/>
                  </a:lnTo>
                  <a:lnTo>
                    <a:pt x="1083819" y="344170"/>
                  </a:lnTo>
                  <a:lnTo>
                    <a:pt x="1068324" y="344170"/>
                  </a:lnTo>
                  <a:lnTo>
                    <a:pt x="1068324" y="313175"/>
                  </a:lnTo>
                  <a:lnTo>
                    <a:pt x="1062609" y="301709"/>
                  </a:lnTo>
                  <a:close/>
                </a:path>
                <a:path w="2207259" h="361950">
                  <a:moveTo>
                    <a:pt x="1068412" y="262381"/>
                  </a:moveTo>
                  <a:lnTo>
                    <a:pt x="1068449" y="313400"/>
                  </a:lnTo>
                  <a:lnTo>
                    <a:pt x="1085723" y="347979"/>
                  </a:lnTo>
                  <a:lnTo>
                    <a:pt x="1085723" y="296971"/>
                  </a:lnTo>
                  <a:lnTo>
                    <a:pt x="1068412" y="262381"/>
                  </a:lnTo>
                  <a:close/>
                </a:path>
                <a:path w="2207259" h="361950">
                  <a:moveTo>
                    <a:pt x="1085723" y="296971"/>
                  </a:moveTo>
                  <a:lnTo>
                    <a:pt x="1085723" y="347979"/>
                  </a:lnTo>
                  <a:lnTo>
                    <a:pt x="1110615" y="346710"/>
                  </a:lnTo>
                  <a:lnTo>
                    <a:pt x="1108708" y="342900"/>
                  </a:lnTo>
                  <a:lnTo>
                    <a:pt x="1099185" y="342900"/>
                  </a:lnTo>
                  <a:lnTo>
                    <a:pt x="1099185" y="323871"/>
                  </a:lnTo>
                  <a:lnTo>
                    <a:pt x="1085723" y="296971"/>
                  </a:lnTo>
                  <a:close/>
                </a:path>
                <a:path w="2207259" h="361950">
                  <a:moveTo>
                    <a:pt x="151846" y="332015"/>
                  </a:moveTo>
                  <a:lnTo>
                    <a:pt x="151765" y="346710"/>
                  </a:lnTo>
                  <a:lnTo>
                    <a:pt x="152653" y="346710"/>
                  </a:lnTo>
                  <a:lnTo>
                    <a:pt x="152653" y="333637"/>
                  </a:lnTo>
                  <a:lnTo>
                    <a:pt x="151846" y="332015"/>
                  </a:lnTo>
                  <a:close/>
                </a:path>
                <a:path w="2207259" h="361950">
                  <a:moveTo>
                    <a:pt x="258381" y="284987"/>
                  </a:moveTo>
                  <a:lnTo>
                    <a:pt x="258331" y="321310"/>
                  </a:lnTo>
                  <a:lnTo>
                    <a:pt x="271018" y="346710"/>
                  </a:lnTo>
                  <a:lnTo>
                    <a:pt x="271018" y="310382"/>
                  </a:lnTo>
                  <a:lnTo>
                    <a:pt x="270726" y="309627"/>
                  </a:lnTo>
                  <a:lnTo>
                    <a:pt x="258381" y="284987"/>
                  </a:lnTo>
                  <a:close/>
                </a:path>
                <a:path w="2207259" h="361950">
                  <a:moveTo>
                    <a:pt x="271105" y="310382"/>
                  </a:moveTo>
                  <a:lnTo>
                    <a:pt x="271018" y="346710"/>
                  </a:lnTo>
                  <a:lnTo>
                    <a:pt x="288671" y="345439"/>
                  </a:lnTo>
                  <a:lnTo>
                    <a:pt x="285489" y="339089"/>
                  </a:lnTo>
                  <a:lnTo>
                    <a:pt x="278638" y="339089"/>
                  </a:lnTo>
                  <a:lnTo>
                    <a:pt x="278638" y="325416"/>
                  </a:lnTo>
                  <a:lnTo>
                    <a:pt x="271105" y="310382"/>
                  </a:lnTo>
                  <a:close/>
                </a:path>
                <a:path w="2207259" h="361950">
                  <a:moveTo>
                    <a:pt x="558673" y="82667"/>
                  </a:moveTo>
                  <a:lnTo>
                    <a:pt x="535559" y="82667"/>
                  </a:lnTo>
                  <a:lnTo>
                    <a:pt x="535559" y="345439"/>
                  </a:lnTo>
                  <a:lnTo>
                    <a:pt x="558673" y="346710"/>
                  </a:lnTo>
                  <a:lnTo>
                    <a:pt x="558673" y="340360"/>
                  </a:lnTo>
                  <a:lnTo>
                    <a:pt x="538861" y="340360"/>
                  </a:lnTo>
                  <a:lnTo>
                    <a:pt x="538861" y="83820"/>
                  </a:lnTo>
                  <a:lnTo>
                    <a:pt x="558673" y="83820"/>
                  </a:lnTo>
                  <a:lnTo>
                    <a:pt x="558673" y="82667"/>
                  </a:lnTo>
                  <a:close/>
                </a:path>
                <a:path w="2207259" h="361950">
                  <a:moveTo>
                    <a:pt x="690752" y="141731"/>
                  </a:moveTo>
                  <a:lnTo>
                    <a:pt x="690752" y="346710"/>
                  </a:lnTo>
                  <a:lnTo>
                    <a:pt x="693166" y="346710"/>
                  </a:lnTo>
                  <a:lnTo>
                    <a:pt x="693166" y="146317"/>
                  </a:lnTo>
                  <a:lnTo>
                    <a:pt x="692700" y="145627"/>
                  </a:lnTo>
                  <a:lnTo>
                    <a:pt x="690752" y="141731"/>
                  </a:lnTo>
                  <a:close/>
                </a:path>
                <a:path w="2207259" h="361950">
                  <a:moveTo>
                    <a:pt x="972693" y="314230"/>
                  </a:moveTo>
                  <a:lnTo>
                    <a:pt x="972693" y="346710"/>
                  </a:lnTo>
                  <a:lnTo>
                    <a:pt x="988947" y="346710"/>
                  </a:lnTo>
                  <a:lnTo>
                    <a:pt x="972693" y="314230"/>
                  </a:lnTo>
                  <a:close/>
                </a:path>
                <a:path w="2207259" h="361950">
                  <a:moveTo>
                    <a:pt x="1099277" y="257395"/>
                  </a:moveTo>
                  <a:lnTo>
                    <a:pt x="1099185" y="323871"/>
                  </a:lnTo>
                  <a:lnTo>
                    <a:pt x="1110615" y="346710"/>
                  </a:lnTo>
                  <a:lnTo>
                    <a:pt x="1110615" y="279841"/>
                  </a:lnTo>
                  <a:lnTo>
                    <a:pt x="1110427" y="279653"/>
                  </a:lnTo>
                  <a:lnTo>
                    <a:pt x="1099398" y="257636"/>
                  </a:lnTo>
                  <a:lnTo>
                    <a:pt x="1099277" y="257395"/>
                  </a:lnTo>
                  <a:close/>
                </a:path>
                <a:path w="2207259" h="361950">
                  <a:moveTo>
                    <a:pt x="1110675" y="280149"/>
                  </a:moveTo>
                  <a:lnTo>
                    <a:pt x="1110615" y="346710"/>
                  </a:lnTo>
                  <a:lnTo>
                    <a:pt x="1143381" y="345439"/>
                  </a:lnTo>
                  <a:lnTo>
                    <a:pt x="1141485" y="341655"/>
                  </a:lnTo>
                  <a:lnTo>
                    <a:pt x="1126490" y="341655"/>
                  </a:lnTo>
                  <a:lnTo>
                    <a:pt x="1126490" y="311744"/>
                  </a:lnTo>
                  <a:lnTo>
                    <a:pt x="1110750" y="280299"/>
                  </a:lnTo>
                  <a:lnTo>
                    <a:pt x="1110675" y="280149"/>
                  </a:lnTo>
                  <a:close/>
                </a:path>
                <a:path w="2207259" h="361950">
                  <a:moveTo>
                    <a:pt x="109356" y="313689"/>
                  </a:moveTo>
                  <a:lnTo>
                    <a:pt x="109347" y="332015"/>
                  </a:lnTo>
                  <a:lnTo>
                    <a:pt x="116332" y="345967"/>
                  </a:lnTo>
                  <a:lnTo>
                    <a:pt x="116332" y="327437"/>
                  </a:lnTo>
                  <a:lnTo>
                    <a:pt x="115992" y="326898"/>
                  </a:lnTo>
                  <a:lnTo>
                    <a:pt x="109356" y="313689"/>
                  </a:lnTo>
                  <a:close/>
                </a:path>
                <a:path w="2207259" h="361950">
                  <a:moveTo>
                    <a:pt x="168401" y="335764"/>
                  </a:moveTo>
                  <a:lnTo>
                    <a:pt x="168401" y="345439"/>
                  </a:lnTo>
                  <a:lnTo>
                    <a:pt x="173234" y="345439"/>
                  </a:lnTo>
                  <a:lnTo>
                    <a:pt x="168401" y="335764"/>
                  </a:lnTo>
                  <a:close/>
                </a:path>
                <a:path w="2207259" h="361950">
                  <a:moveTo>
                    <a:pt x="278690" y="290737"/>
                  </a:moveTo>
                  <a:lnTo>
                    <a:pt x="278638" y="325416"/>
                  </a:lnTo>
                  <a:lnTo>
                    <a:pt x="288671" y="345439"/>
                  </a:lnTo>
                  <a:lnTo>
                    <a:pt x="288671" y="310677"/>
                  </a:lnTo>
                  <a:lnTo>
                    <a:pt x="278690" y="290737"/>
                  </a:lnTo>
                  <a:close/>
                </a:path>
                <a:path w="2207259" h="361950">
                  <a:moveTo>
                    <a:pt x="288780" y="310896"/>
                  </a:moveTo>
                  <a:lnTo>
                    <a:pt x="288671" y="345439"/>
                  </a:lnTo>
                  <a:lnTo>
                    <a:pt x="305435" y="344170"/>
                  </a:lnTo>
                  <a:lnTo>
                    <a:pt x="302892" y="339089"/>
                  </a:lnTo>
                  <a:lnTo>
                    <a:pt x="299593" y="339089"/>
                  </a:lnTo>
                  <a:lnTo>
                    <a:pt x="299593" y="332498"/>
                  </a:lnTo>
                  <a:lnTo>
                    <a:pt x="288780" y="310896"/>
                  </a:lnTo>
                  <a:close/>
                </a:path>
                <a:path w="2207259" h="361950">
                  <a:moveTo>
                    <a:pt x="535559" y="82667"/>
                  </a:moveTo>
                  <a:lnTo>
                    <a:pt x="513715" y="82667"/>
                  </a:lnTo>
                  <a:lnTo>
                    <a:pt x="513715" y="344170"/>
                  </a:lnTo>
                  <a:lnTo>
                    <a:pt x="535559" y="345439"/>
                  </a:lnTo>
                  <a:lnTo>
                    <a:pt x="535559" y="340360"/>
                  </a:lnTo>
                  <a:lnTo>
                    <a:pt x="520192" y="340360"/>
                  </a:lnTo>
                  <a:lnTo>
                    <a:pt x="520192" y="85089"/>
                  </a:lnTo>
                  <a:lnTo>
                    <a:pt x="535559" y="85089"/>
                  </a:lnTo>
                  <a:lnTo>
                    <a:pt x="535559" y="82667"/>
                  </a:lnTo>
                  <a:close/>
                </a:path>
                <a:path w="2207259" h="361950">
                  <a:moveTo>
                    <a:pt x="667094" y="94414"/>
                  </a:moveTo>
                  <a:lnTo>
                    <a:pt x="667003" y="345439"/>
                  </a:lnTo>
                  <a:lnTo>
                    <a:pt x="690752" y="345439"/>
                  </a:lnTo>
                  <a:lnTo>
                    <a:pt x="690752" y="141579"/>
                  </a:lnTo>
                  <a:lnTo>
                    <a:pt x="690516" y="141259"/>
                  </a:lnTo>
                  <a:lnTo>
                    <a:pt x="667094" y="94414"/>
                  </a:lnTo>
                  <a:close/>
                </a:path>
                <a:path w="2207259" h="361950">
                  <a:moveTo>
                    <a:pt x="1005332" y="330945"/>
                  </a:moveTo>
                  <a:lnTo>
                    <a:pt x="1005332" y="345439"/>
                  </a:lnTo>
                  <a:lnTo>
                    <a:pt x="1012572" y="345439"/>
                  </a:lnTo>
                  <a:lnTo>
                    <a:pt x="1005332" y="330945"/>
                  </a:lnTo>
                  <a:close/>
                </a:path>
                <a:path w="2207259" h="361950">
                  <a:moveTo>
                    <a:pt x="1036942" y="344911"/>
                  </a:moveTo>
                  <a:lnTo>
                    <a:pt x="1036827" y="345439"/>
                  </a:lnTo>
                  <a:lnTo>
                    <a:pt x="1037206" y="345439"/>
                  </a:lnTo>
                  <a:lnTo>
                    <a:pt x="1036942" y="344911"/>
                  </a:lnTo>
                  <a:close/>
                </a:path>
                <a:path w="2207259" h="361950">
                  <a:moveTo>
                    <a:pt x="1126560" y="248045"/>
                  </a:moveTo>
                  <a:lnTo>
                    <a:pt x="1126568" y="311877"/>
                  </a:lnTo>
                  <a:lnTo>
                    <a:pt x="1143381" y="345439"/>
                  </a:lnTo>
                  <a:lnTo>
                    <a:pt x="1143381" y="281822"/>
                  </a:lnTo>
                  <a:lnTo>
                    <a:pt x="1143105" y="281135"/>
                  </a:lnTo>
                  <a:lnTo>
                    <a:pt x="1126773" y="248470"/>
                  </a:lnTo>
                  <a:lnTo>
                    <a:pt x="1126684" y="248292"/>
                  </a:lnTo>
                  <a:lnTo>
                    <a:pt x="1126560" y="248045"/>
                  </a:lnTo>
                  <a:close/>
                </a:path>
                <a:path w="2207259" h="361950">
                  <a:moveTo>
                    <a:pt x="1143449" y="281822"/>
                  </a:moveTo>
                  <a:lnTo>
                    <a:pt x="1143381" y="345439"/>
                  </a:lnTo>
                  <a:lnTo>
                    <a:pt x="1175258" y="345439"/>
                  </a:lnTo>
                  <a:lnTo>
                    <a:pt x="1173365" y="341655"/>
                  </a:lnTo>
                  <a:lnTo>
                    <a:pt x="1157859" y="341655"/>
                  </a:lnTo>
                  <a:lnTo>
                    <a:pt x="1157859" y="310677"/>
                  </a:lnTo>
                  <a:lnTo>
                    <a:pt x="1157729" y="310382"/>
                  </a:lnTo>
                  <a:lnTo>
                    <a:pt x="1143605" y="282135"/>
                  </a:lnTo>
                  <a:lnTo>
                    <a:pt x="1143539" y="282003"/>
                  </a:lnTo>
                  <a:lnTo>
                    <a:pt x="1143449" y="281822"/>
                  </a:lnTo>
                  <a:close/>
                </a:path>
                <a:path w="2207259" h="361950">
                  <a:moveTo>
                    <a:pt x="1157929" y="245579"/>
                  </a:moveTo>
                  <a:lnTo>
                    <a:pt x="1157986" y="310896"/>
                  </a:lnTo>
                  <a:lnTo>
                    <a:pt x="1175258" y="345439"/>
                  </a:lnTo>
                  <a:lnTo>
                    <a:pt x="1175258" y="280149"/>
                  </a:lnTo>
                  <a:lnTo>
                    <a:pt x="1175029" y="279841"/>
                  </a:lnTo>
                  <a:lnTo>
                    <a:pt x="1157929" y="245579"/>
                  </a:lnTo>
                  <a:close/>
                </a:path>
                <a:path w="2207259" h="361950">
                  <a:moveTo>
                    <a:pt x="1175258" y="280299"/>
                  </a:moveTo>
                  <a:lnTo>
                    <a:pt x="1175258" y="345439"/>
                  </a:lnTo>
                  <a:lnTo>
                    <a:pt x="1207135" y="344170"/>
                  </a:lnTo>
                  <a:lnTo>
                    <a:pt x="1205233" y="340360"/>
                  </a:lnTo>
                  <a:lnTo>
                    <a:pt x="1189355" y="340360"/>
                  </a:lnTo>
                  <a:lnTo>
                    <a:pt x="1189355" y="308355"/>
                  </a:lnTo>
                  <a:lnTo>
                    <a:pt x="1188930" y="307694"/>
                  </a:lnTo>
                  <a:lnTo>
                    <a:pt x="1175258" y="280299"/>
                  </a:lnTo>
                  <a:close/>
                </a:path>
                <a:path w="2207259" h="361950">
                  <a:moveTo>
                    <a:pt x="78722" y="270842"/>
                  </a:moveTo>
                  <a:lnTo>
                    <a:pt x="78748" y="342900"/>
                  </a:lnTo>
                  <a:lnTo>
                    <a:pt x="79883" y="345184"/>
                  </a:lnTo>
                  <a:lnTo>
                    <a:pt x="79883" y="273160"/>
                  </a:lnTo>
                  <a:lnTo>
                    <a:pt x="78722" y="270842"/>
                  </a:lnTo>
                  <a:close/>
                </a:path>
                <a:path w="2207259" h="361950">
                  <a:moveTo>
                    <a:pt x="124333" y="303905"/>
                  </a:moveTo>
                  <a:lnTo>
                    <a:pt x="124354" y="326389"/>
                  </a:lnTo>
                  <a:lnTo>
                    <a:pt x="133490" y="344684"/>
                  </a:lnTo>
                  <a:lnTo>
                    <a:pt x="133603" y="322579"/>
                  </a:lnTo>
                  <a:lnTo>
                    <a:pt x="132381" y="320039"/>
                  </a:lnTo>
                  <a:lnTo>
                    <a:pt x="124333" y="303905"/>
                  </a:lnTo>
                  <a:close/>
                </a:path>
                <a:path w="2207259" h="361950">
                  <a:moveTo>
                    <a:pt x="1014564" y="251713"/>
                  </a:moveTo>
                  <a:lnTo>
                    <a:pt x="1014558" y="300228"/>
                  </a:lnTo>
                  <a:lnTo>
                    <a:pt x="1036827" y="344684"/>
                  </a:lnTo>
                  <a:lnTo>
                    <a:pt x="1036827" y="296411"/>
                  </a:lnTo>
                  <a:lnTo>
                    <a:pt x="1036646" y="295959"/>
                  </a:lnTo>
                  <a:lnTo>
                    <a:pt x="1014564" y="251713"/>
                  </a:lnTo>
                  <a:close/>
                </a:path>
                <a:path w="2207259" h="361950">
                  <a:moveTo>
                    <a:pt x="184775" y="339089"/>
                  </a:moveTo>
                  <a:lnTo>
                    <a:pt x="184658" y="344170"/>
                  </a:lnTo>
                  <a:lnTo>
                    <a:pt x="187318" y="344170"/>
                  </a:lnTo>
                  <a:lnTo>
                    <a:pt x="184775" y="339089"/>
                  </a:lnTo>
                  <a:close/>
                </a:path>
                <a:path w="2207259" h="361950">
                  <a:moveTo>
                    <a:pt x="299593" y="295959"/>
                  </a:moveTo>
                  <a:lnTo>
                    <a:pt x="299713" y="332739"/>
                  </a:lnTo>
                  <a:lnTo>
                    <a:pt x="305435" y="344170"/>
                  </a:lnTo>
                  <a:lnTo>
                    <a:pt x="305435" y="307419"/>
                  </a:lnTo>
                  <a:lnTo>
                    <a:pt x="304907" y="306577"/>
                  </a:lnTo>
                  <a:lnTo>
                    <a:pt x="299593" y="295959"/>
                  </a:lnTo>
                  <a:close/>
                </a:path>
                <a:path w="2207259" h="361950">
                  <a:moveTo>
                    <a:pt x="305466" y="307694"/>
                  </a:moveTo>
                  <a:lnTo>
                    <a:pt x="305435" y="344170"/>
                  </a:lnTo>
                  <a:lnTo>
                    <a:pt x="323088" y="342900"/>
                  </a:lnTo>
                  <a:lnTo>
                    <a:pt x="321181" y="339089"/>
                  </a:lnTo>
                  <a:lnTo>
                    <a:pt x="318389" y="339089"/>
                  </a:lnTo>
                  <a:lnTo>
                    <a:pt x="318389" y="333637"/>
                  </a:lnTo>
                  <a:lnTo>
                    <a:pt x="318002" y="332739"/>
                  </a:lnTo>
                  <a:lnTo>
                    <a:pt x="305466" y="307694"/>
                  </a:lnTo>
                  <a:close/>
                </a:path>
                <a:path w="2207259" h="361950">
                  <a:moveTo>
                    <a:pt x="491490" y="82667"/>
                  </a:moveTo>
                  <a:lnTo>
                    <a:pt x="469646" y="82667"/>
                  </a:lnTo>
                  <a:lnTo>
                    <a:pt x="469646" y="342900"/>
                  </a:lnTo>
                  <a:lnTo>
                    <a:pt x="491490" y="344170"/>
                  </a:lnTo>
                  <a:lnTo>
                    <a:pt x="491490" y="339089"/>
                  </a:lnTo>
                  <a:lnTo>
                    <a:pt x="481965" y="339089"/>
                  </a:lnTo>
                  <a:lnTo>
                    <a:pt x="481965" y="86360"/>
                  </a:lnTo>
                  <a:lnTo>
                    <a:pt x="491490" y="86360"/>
                  </a:lnTo>
                  <a:lnTo>
                    <a:pt x="491490" y="82667"/>
                  </a:lnTo>
                  <a:close/>
                </a:path>
                <a:path w="2207259" h="361950">
                  <a:moveTo>
                    <a:pt x="513715" y="82667"/>
                  </a:moveTo>
                  <a:lnTo>
                    <a:pt x="491490" y="82667"/>
                  </a:lnTo>
                  <a:lnTo>
                    <a:pt x="491490" y="344170"/>
                  </a:lnTo>
                  <a:lnTo>
                    <a:pt x="513715" y="344170"/>
                  </a:lnTo>
                  <a:lnTo>
                    <a:pt x="513715" y="340360"/>
                  </a:lnTo>
                  <a:lnTo>
                    <a:pt x="500761" y="340360"/>
                  </a:lnTo>
                  <a:lnTo>
                    <a:pt x="500761" y="85089"/>
                  </a:lnTo>
                  <a:lnTo>
                    <a:pt x="513715" y="85089"/>
                  </a:lnTo>
                  <a:lnTo>
                    <a:pt x="513715" y="82667"/>
                  </a:lnTo>
                  <a:close/>
                </a:path>
                <a:path w="2207259" h="361950">
                  <a:moveTo>
                    <a:pt x="629158" y="81279"/>
                  </a:moveTo>
                  <a:lnTo>
                    <a:pt x="602648" y="82667"/>
                  </a:lnTo>
                  <a:lnTo>
                    <a:pt x="621792" y="82667"/>
                  </a:lnTo>
                  <a:lnTo>
                    <a:pt x="621792" y="344170"/>
                  </a:lnTo>
                  <a:lnTo>
                    <a:pt x="629158" y="344170"/>
                  </a:lnTo>
                  <a:lnTo>
                    <a:pt x="629158" y="81279"/>
                  </a:lnTo>
                  <a:close/>
                </a:path>
                <a:path w="2207259" h="361950">
                  <a:moveTo>
                    <a:pt x="660526" y="82667"/>
                  </a:moveTo>
                  <a:lnTo>
                    <a:pt x="644651" y="82667"/>
                  </a:lnTo>
                  <a:lnTo>
                    <a:pt x="644651" y="344170"/>
                  </a:lnTo>
                  <a:lnTo>
                    <a:pt x="660526" y="344170"/>
                  </a:lnTo>
                  <a:lnTo>
                    <a:pt x="660526" y="82667"/>
                  </a:lnTo>
                  <a:close/>
                </a:path>
                <a:path w="2207259" h="361950">
                  <a:moveTo>
                    <a:pt x="830446" y="230983"/>
                  </a:moveTo>
                  <a:lnTo>
                    <a:pt x="830326" y="231647"/>
                  </a:lnTo>
                  <a:lnTo>
                    <a:pt x="830223" y="297687"/>
                  </a:lnTo>
                  <a:lnTo>
                    <a:pt x="853442" y="344170"/>
                  </a:lnTo>
                  <a:lnTo>
                    <a:pt x="853567" y="277181"/>
                  </a:lnTo>
                  <a:lnTo>
                    <a:pt x="830446" y="230983"/>
                  </a:lnTo>
                  <a:close/>
                </a:path>
                <a:path w="2207259" h="361950">
                  <a:moveTo>
                    <a:pt x="1068449" y="313400"/>
                  </a:moveTo>
                  <a:lnTo>
                    <a:pt x="1068324" y="344170"/>
                  </a:lnTo>
                  <a:lnTo>
                    <a:pt x="1083819" y="344170"/>
                  </a:lnTo>
                  <a:lnTo>
                    <a:pt x="1068449" y="313400"/>
                  </a:lnTo>
                  <a:close/>
                </a:path>
                <a:path w="2207259" h="361950">
                  <a:moveTo>
                    <a:pt x="1189355" y="245110"/>
                  </a:moveTo>
                  <a:lnTo>
                    <a:pt x="1189387" y="308610"/>
                  </a:lnTo>
                  <a:lnTo>
                    <a:pt x="1207135" y="344170"/>
                  </a:lnTo>
                  <a:lnTo>
                    <a:pt x="1207135" y="280670"/>
                  </a:lnTo>
                  <a:lnTo>
                    <a:pt x="1189355" y="245110"/>
                  </a:lnTo>
                  <a:close/>
                </a:path>
                <a:path w="2207259" h="361950">
                  <a:moveTo>
                    <a:pt x="1207205" y="280811"/>
                  </a:moveTo>
                  <a:lnTo>
                    <a:pt x="1207135" y="344170"/>
                  </a:lnTo>
                  <a:lnTo>
                    <a:pt x="1238250" y="342900"/>
                  </a:lnTo>
                  <a:lnTo>
                    <a:pt x="1236345" y="339089"/>
                  </a:lnTo>
                  <a:lnTo>
                    <a:pt x="1215771" y="339089"/>
                  </a:lnTo>
                  <a:lnTo>
                    <a:pt x="1215771" y="298042"/>
                  </a:lnTo>
                  <a:lnTo>
                    <a:pt x="1215643" y="297687"/>
                  </a:lnTo>
                  <a:lnTo>
                    <a:pt x="1207205" y="280811"/>
                  </a:lnTo>
                  <a:close/>
                </a:path>
                <a:path w="2207259" h="361950">
                  <a:moveTo>
                    <a:pt x="121539" y="320752"/>
                  </a:moveTo>
                  <a:lnTo>
                    <a:pt x="121539" y="337937"/>
                  </a:lnTo>
                  <a:lnTo>
                    <a:pt x="124333" y="343498"/>
                  </a:lnTo>
                  <a:lnTo>
                    <a:pt x="124333" y="326389"/>
                  </a:lnTo>
                  <a:lnTo>
                    <a:pt x="121539" y="320752"/>
                  </a:lnTo>
                  <a:close/>
                </a:path>
                <a:path w="2207259" h="361950">
                  <a:moveTo>
                    <a:pt x="201675" y="341655"/>
                  </a:moveTo>
                  <a:lnTo>
                    <a:pt x="201675" y="342900"/>
                  </a:lnTo>
                  <a:lnTo>
                    <a:pt x="202299" y="342900"/>
                  </a:lnTo>
                  <a:lnTo>
                    <a:pt x="201675" y="341655"/>
                  </a:lnTo>
                  <a:close/>
                </a:path>
                <a:path w="2207259" h="361950">
                  <a:moveTo>
                    <a:pt x="318512" y="296411"/>
                  </a:moveTo>
                  <a:lnTo>
                    <a:pt x="318451" y="333637"/>
                  </a:lnTo>
                  <a:lnTo>
                    <a:pt x="323088" y="342900"/>
                  </a:lnTo>
                  <a:lnTo>
                    <a:pt x="323088" y="305562"/>
                  </a:lnTo>
                  <a:lnTo>
                    <a:pt x="318512" y="296411"/>
                  </a:lnTo>
                  <a:close/>
                </a:path>
                <a:path w="2207259" h="361950">
                  <a:moveTo>
                    <a:pt x="323088" y="305562"/>
                  </a:moveTo>
                  <a:lnTo>
                    <a:pt x="323088" y="342900"/>
                  </a:lnTo>
                  <a:lnTo>
                    <a:pt x="340762" y="341655"/>
                  </a:lnTo>
                  <a:lnTo>
                    <a:pt x="341134" y="341655"/>
                  </a:lnTo>
                  <a:lnTo>
                    <a:pt x="339851" y="339089"/>
                  </a:lnTo>
                  <a:lnTo>
                    <a:pt x="337058" y="339089"/>
                  </a:lnTo>
                  <a:lnTo>
                    <a:pt x="337058" y="333637"/>
                  </a:lnTo>
                  <a:lnTo>
                    <a:pt x="336676" y="332739"/>
                  </a:lnTo>
                  <a:lnTo>
                    <a:pt x="323088" y="305562"/>
                  </a:lnTo>
                  <a:close/>
                </a:path>
                <a:path w="2207259" h="361950">
                  <a:moveTo>
                    <a:pt x="469646" y="82667"/>
                  </a:moveTo>
                  <a:lnTo>
                    <a:pt x="467700" y="82667"/>
                  </a:lnTo>
                  <a:lnTo>
                    <a:pt x="448691" y="83820"/>
                  </a:lnTo>
                  <a:lnTo>
                    <a:pt x="448691" y="341655"/>
                  </a:lnTo>
                  <a:lnTo>
                    <a:pt x="449109" y="341655"/>
                  </a:lnTo>
                  <a:lnTo>
                    <a:pt x="469646" y="342900"/>
                  </a:lnTo>
                  <a:lnTo>
                    <a:pt x="469646" y="339089"/>
                  </a:lnTo>
                  <a:lnTo>
                    <a:pt x="463169" y="339089"/>
                  </a:lnTo>
                  <a:lnTo>
                    <a:pt x="463169" y="86360"/>
                  </a:lnTo>
                  <a:lnTo>
                    <a:pt x="469646" y="86360"/>
                  </a:lnTo>
                  <a:lnTo>
                    <a:pt x="469646" y="82667"/>
                  </a:lnTo>
                  <a:close/>
                </a:path>
                <a:path w="2207259" h="361950">
                  <a:moveTo>
                    <a:pt x="604901" y="82667"/>
                  </a:moveTo>
                  <a:lnTo>
                    <a:pt x="599694" y="82667"/>
                  </a:lnTo>
                  <a:lnTo>
                    <a:pt x="599694" y="342900"/>
                  </a:lnTo>
                  <a:lnTo>
                    <a:pt x="604901" y="342900"/>
                  </a:lnTo>
                  <a:lnTo>
                    <a:pt x="604901" y="82667"/>
                  </a:lnTo>
                  <a:close/>
                </a:path>
                <a:path w="2207259" h="361950">
                  <a:moveTo>
                    <a:pt x="1099185" y="323871"/>
                  </a:moveTo>
                  <a:lnTo>
                    <a:pt x="1099185" y="342900"/>
                  </a:lnTo>
                  <a:lnTo>
                    <a:pt x="1108708" y="342900"/>
                  </a:lnTo>
                  <a:lnTo>
                    <a:pt x="1099185" y="323871"/>
                  </a:lnTo>
                  <a:close/>
                </a:path>
                <a:path w="2207259" h="361950">
                  <a:moveTo>
                    <a:pt x="1238250" y="286816"/>
                  </a:moveTo>
                  <a:lnTo>
                    <a:pt x="1238250" y="342900"/>
                  </a:lnTo>
                  <a:lnTo>
                    <a:pt x="1265134" y="341655"/>
                  </a:lnTo>
                  <a:lnTo>
                    <a:pt x="1265694" y="341655"/>
                  </a:lnTo>
                  <a:lnTo>
                    <a:pt x="1263833" y="337937"/>
                  </a:lnTo>
                  <a:lnTo>
                    <a:pt x="1240409" y="337937"/>
                  </a:lnTo>
                  <a:lnTo>
                    <a:pt x="1240409" y="291130"/>
                  </a:lnTo>
                  <a:lnTo>
                    <a:pt x="1238250" y="286816"/>
                  </a:lnTo>
                  <a:close/>
                </a:path>
                <a:path w="2207259" h="361950">
                  <a:moveTo>
                    <a:pt x="75446" y="264297"/>
                  </a:moveTo>
                  <a:lnTo>
                    <a:pt x="75452" y="336296"/>
                  </a:lnTo>
                  <a:lnTo>
                    <a:pt x="78622" y="342646"/>
                  </a:lnTo>
                  <a:lnTo>
                    <a:pt x="78613" y="270392"/>
                  </a:lnTo>
                  <a:lnTo>
                    <a:pt x="78301" y="270002"/>
                  </a:lnTo>
                  <a:lnTo>
                    <a:pt x="75446" y="264297"/>
                  </a:lnTo>
                  <a:close/>
                </a:path>
                <a:path w="2207259" h="361950">
                  <a:moveTo>
                    <a:pt x="1215887" y="178498"/>
                  </a:moveTo>
                  <a:lnTo>
                    <a:pt x="1215821" y="298042"/>
                  </a:lnTo>
                  <a:lnTo>
                    <a:pt x="1238123" y="342646"/>
                  </a:lnTo>
                  <a:lnTo>
                    <a:pt x="1238250" y="286816"/>
                  </a:lnTo>
                  <a:lnTo>
                    <a:pt x="1215999" y="242356"/>
                  </a:lnTo>
                  <a:lnTo>
                    <a:pt x="1238250" y="242356"/>
                  </a:lnTo>
                  <a:lnTo>
                    <a:pt x="1238250" y="223304"/>
                  </a:lnTo>
                  <a:lnTo>
                    <a:pt x="1215887" y="178498"/>
                  </a:lnTo>
                  <a:close/>
                </a:path>
                <a:path w="2207259" h="361950">
                  <a:moveTo>
                    <a:pt x="193134" y="292100"/>
                  </a:moveTo>
                  <a:lnTo>
                    <a:pt x="193040" y="324421"/>
                  </a:lnTo>
                  <a:lnTo>
                    <a:pt x="201675" y="341655"/>
                  </a:lnTo>
                  <a:lnTo>
                    <a:pt x="201675" y="309164"/>
                  </a:lnTo>
                  <a:lnTo>
                    <a:pt x="193219" y="292271"/>
                  </a:lnTo>
                  <a:lnTo>
                    <a:pt x="193134" y="292100"/>
                  </a:lnTo>
                  <a:close/>
                </a:path>
                <a:path w="2207259" h="361950">
                  <a:moveTo>
                    <a:pt x="219268" y="311877"/>
                  </a:moveTo>
                  <a:lnTo>
                    <a:pt x="219201" y="341655"/>
                  </a:lnTo>
                  <a:lnTo>
                    <a:pt x="223012" y="341655"/>
                  </a:lnTo>
                  <a:lnTo>
                    <a:pt x="223012" y="319397"/>
                  </a:lnTo>
                  <a:lnTo>
                    <a:pt x="219268" y="311877"/>
                  </a:lnTo>
                  <a:close/>
                </a:path>
                <a:path w="2207259" h="361950">
                  <a:moveTo>
                    <a:pt x="337058" y="290270"/>
                  </a:moveTo>
                  <a:lnTo>
                    <a:pt x="337125" y="333637"/>
                  </a:lnTo>
                  <a:lnTo>
                    <a:pt x="341134" y="341655"/>
                  </a:lnTo>
                  <a:lnTo>
                    <a:pt x="341122" y="298406"/>
                  </a:lnTo>
                  <a:lnTo>
                    <a:pt x="337058" y="290270"/>
                  </a:lnTo>
                  <a:close/>
                </a:path>
                <a:path w="2207259" h="361950">
                  <a:moveTo>
                    <a:pt x="341122" y="298406"/>
                  </a:moveTo>
                  <a:lnTo>
                    <a:pt x="341122" y="341655"/>
                  </a:lnTo>
                  <a:lnTo>
                    <a:pt x="340703" y="341655"/>
                  </a:lnTo>
                  <a:lnTo>
                    <a:pt x="362076" y="340360"/>
                  </a:lnTo>
                  <a:lnTo>
                    <a:pt x="361708" y="339621"/>
                  </a:lnTo>
                  <a:lnTo>
                    <a:pt x="362815" y="339621"/>
                  </a:lnTo>
                  <a:lnTo>
                    <a:pt x="355219" y="339089"/>
                  </a:lnTo>
                  <a:lnTo>
                    <a:pt x="355099" y="326389"/>
                  </a:lnTo>
                  <a:lnTo>
                    <a:pt x="341122" y="298406"/>
                  </a:lnTo>
                  <a:close/>
                </a:path>
                <a:path w="2207259" h="361950">
                  <a:moveTo>
                    <a:pt x="410718" y="311150"/>
                  </a:moveTo>
                  <a:lnTo>
                    <a:pt x="410591" y="340360"/>
                  </a:lnTo>
                  <a:lnTo>
                    <a:pt x="430280" y="341655"/>
                  </a:lnTo>
                  <a:lnTo>
                    <a:pt x="429895" y="341655"/>
                  </a:lnTo>
                  <a:lnTo>
                    <a:pt x="429895" y="339089"/>
                  </a:lnTo>
                  <a:lnTo>
                    <a:pt x="424688" y="339089"/>
                  </a:lnTo>
                  <a:lnTo>
                    <a:pt x="410718" y="311150"/>
                  </a:lnTo>
                  <a:close/>
                </a:path>
                <a:path w="2207259" h="361950">
                  <a:moveTo>
                    <a:pt x="430022" y="310896"/>
                  </a:moveTo>
                  <a:lnTo>
                    <a:pt x="429895" y="341655"/>
                  </a:lnTo>
                  <a:lnTo>
                    <a:pt x="448691" y="341655"/>
                  </a:lnTo>
                  <a:lnTo>
                    <a:pt x="448691" y="339089"/>
                  </a:lnTo>
                  <a:lnTo>
                    <a:pt x="444119" y="339089"/>
                  </a:lnTo>
                  <a:lnTo>
                    <a:pt x="430149" y="311150"/>
                  </a:lnTo>
                  <a:lnTo>
                    <a:pt x="430022" y="310896"/>
                  </a:lnTo>
                  <a:close/>
                </a:path>
                <a:path w="2207259" h="361950">
                  <a:moveTo>
                    <a:pt x="581151" y="83820"/>
                  </a:moveTo>
                  <a:lnTo>
                    <a:pt x="578103" y="83820"/>
                  </a:lnTo>
                  <a:lnTo>
                    <a:pt x="578103" y="341655"/>
                  </a:lnTo>
                  <a:lnTo>
                    <a:pt x="581151" y="341655"/>
                  </a:lnTo>
                  <a:lnTo>
                    <a:pt x="581151" y="83820"/>
                  </a:lnTo>
                  <a:close/>
                </a:path>
                <a:path w="2207259" h="361950">
                  <a:moveTo>
                    <a:pt x="1126568" y="311877"/>
                  </a:moveTo>
                  <a:lnTo>
                    <a:pt x="1126490" y="341655"/>
                  </a:lnTo>
                  <a:lnTo>
                    <a:pt x="1141485" y="341655"/>
                  </a:lnTo>
                  <a:lnTo>
                    <a:pt x="1126568" y="311877"/>
                  </a:lnTo>
                  <a:close/>
                </a:path>
                <a:path w="2207259" h="361950">
                  <a:moveTo>
                    <a:pt x="1157986" y="310896"/>
                  </a:moveTo>
                  <a:lnTo>
                    <a:pt x="1157859" y="341655"/>
                  </a:lnTo>
                  <a:lnTo>
                    <a:pt x="1173365" y="341655"/>
                  </a:lnTo>
                  <a:lnTo>
                    <a:pt x="1158113" y="311150"/>
                  </a:lnTo>
                  <a:lnTo>
                    <a:pt x="1157986" y="310896"/>
                  </a:lnTo>
                  <a:close/>
                </a:path>
                <a:path w="2207259" h="361950">
                  <a:moveTo>
                    <a:pt x="1240512" y="227838"/>
                  </a:moveTo>
                  <a:lnTo>
                    <a:pt x="1240409" y="291130"/>
                  </a:lnTo>
                  <a:lnTo>
                    <a:pt x="1265694" y="341655"/>
                  </a:lnTo>
                  <a:lnTo>
                    <a:pt x="1265682" y="278268"/>
                  </a:lnTo>
                  <a:lnTo>
                    <a:pt x="1240512" y="227838"/>
                  </a:lnTo>
                  <a:close/>
                </a:path>
                <a:path w="2207259" h="361950">
                  <a:moveTo>
                    <a:pt x="1265753" y="278412"/>
                  </a:moveTo>
                  <a:lnTo>
                    <a:pt x="1265682" y="341655"/>
                  </a:lnTo>
                  <a:lnTo>
                    <a:pt x="1297317" y="341655"/>
                  </a:lnTo>
                  <a:lnTo>
                    <a:pt x="1294769" y="336550"/>
                  </a:lnTo>
                  <a:lnTo>
                    <a:pt x="1271905" y="336550"/>
                  </a:lnTo>
                  <a:lnTo>
                    <a:pt x="1271905" y="290737"/>
                  </a:lnTo>
                  <a:lnTo>
                    <a:pt x="1265753" y="278412"/>
                  </a:lnTo>
                  <a:close/>
                </a:path>
                <a:path w="2207259" h="361950">
                  <a:moveTo>
                    <a:pt x="1271973" y="226197"/>
                  </a:moveTo>
                  <a:lnTo>
                    <a:pt x="1271905" y="290737"/>
                  </a:lnTo>
                  <a:lnTo>
                    <a:pt x="1297317" y="341655"/>
                  </a:lnTo>
                  <a:lnTo>
                    <a:pt x="1297305" y="276860"/>
                  </a:lnTo>
                  <a:lnTo>
                    <a:pt x="1272068" y="226386"/>
                  </a:lnTo>
                  <a:lnTo>
                    <a:pt x="1271973" y="226197"/>
                  </a:lnTo>
                  <a:close/>
                </a:path>
                <a:path w="2207259" h="361950">
                  <a:moveTo>
                    <a:pt x="1297305" y="276860"/>
                  </a:moveTo>
                  <a:lnTo>
                    <a:pt x="1297305" y="341655"/>
                  </a:lnTo>
                  <a:lnTo>
                    <a:pt x="1296671" y="341655"/>
                  </a:lnTo>
                  <a:lnTo>
                    <a:pt x="1329055" y="340360"/>
                  </a:lnTo>
                  <a:lnTo>
                    <a:pt x="1326515" y="335279"/>
                  </a:lnTo>
                  <a:lnTo>
                    <a:pt x="1303527" y="335279"/>
                  </a:lnTo>
                  <a:lnTo>
                    <a:pt x="1303527" y="289305"/>
                  </a:lnTo>
                  <a:lnTo>
                    <a:pt x="1297305" y="276860"/>
                  </a:lnTo>
                  <a:close/>
                </a:path>
                <a:path w="2207259" h="361950">
                  <a:moveTo>
                    <a:pt x="239649" y="318515"/>
                  </a:moveTo>
                  <a:lnTo>
                    <a:pt x="239649" y="340360"/>
                  </a:lnTo>
                  <a:lnTo>
                    <a:pt x="250571" y="340360"/>
                  </a:lnTo>
                  <a:lnTo>
                    <a:pt x="239649" y="318515"/>
                  </a:lnTo>
                  <a:close/>
                </a:path>
                <a:path w="2207259" h="361950">
                  <a:moveTo>
                    <a:pt x="355219" y="286511"/>
                  </a:moveTo>
                  <a:lnTo>
                    <a:pt x="355219" y="326629"/>
                  </a:lnTo>
                  <a:lnTo>
                    <a:pt x="362076" y="340360"/>
                  </a:lnTo>
                  <a:lnTo>
                    <a:pt x="362076" y="300062"/>
                  </a:lnTo>
                  <a:lnTo>
                    <a:pt x="361823" y="299719"/>
                  </a:lnTo>
                  <a:lnTo>
                    <a:pt x="355219" y="286511"/>
                  </a:lnTo>
                  <a:close/>
                </a:path>
                <a:path w="2207259" h="361950">
                  <a:moveTo>
                    <a:pt x="362077" y="300228"/>
                  </a:moveTo>
                  <a:lnTo>
                    <a:pt x="362076" y="340360"/>
                  </a:lnTo>
                  <a:lnTo>
                    <a:pt x="367919" y="339978"/>
                  </a:lnTo>
                  <a:lnTo>
                    <a:pt x="362815" y="339621"/>
                  </a:lnTo>
                  <a:lnTo>
                    <a:pt x="373380" y="339621"/>
                  </a:lnTo>
                  <a:lnTo>
                    <a:pt x="373253" y="322579"/>
                  </a:lnTo>
                  <a:lnTo>
                    <a:pt x="362077" y="300228"/>
                  </a:lnTo>
                  <a:close/>
                </a:path>
                <a:path w="2207259" h="361950">
                  <a:moveTo>
                    <a:pt x="373380" y="339621"/>
                  </a:moveTo>
                  <a:lnTo>
                    <a:pt x="367919" y="339978"/>
                  </a:lnTo>
                  <a:lnTo>
                    <a:pt x="373380" y="340360"/>
                  </a:lnTo>
                  <a:lnTo>
                    <a:pt x="373380" y="339621"/>
                  </a:lnTo>
                  <a:close/>
                </a:path>
                <a:path w="2207259" h="361950">
                  <a:moveTo>
                    <a:pt x="381544" y="296411"/>
                  </a:moveTo>
                  <a:lnTo>
                    <a:pt x="381508" y="339089"/>
                  </a:lnTo>
                  <a:lnTo>
                    <a:pt x="373380" y="339621"/>
                  </a:lnTo>
                  <a:lnTo>
                    <a:pt x="373380" y="340360"/>
                  </a:lnTo>
                  <a:lnTo>
                    <a:pt x="392302" y="340360"/>
                  </a:lnTo>
                  <a:lnTo>
                    <a:pt x="392302" y="317841"/>
                  </a:lnTo>
                  <a:lnTo>
                    <a:pt x="381544" y="296411"/>
                  </a:lnTo>
                  <a:close/>
                </a:path>
                <a:path w="2207259" h="361950">
                  <a:moveTo>
                    <a:pt x="392302" y="317841"/>
                  </a:moveTo>
                  <a:lnTo>
                    <a:pt x="392302" y="340360"/>
                  </a:lnTo>
                  <a:lnTo>
                    <a:pt x="410591" y="340360"/>
                  </a:lnTo>
                  <a:lnTo>
                    <a:pt x="410591" y="339089"/>
                  </a:lnTo>
                  <a:lnTo>
                    <a:pt x="402971" y="339089"/>
                  </a:lnTo>
                  <a:lnTo>
                    <a:pt x="392302" y="317841"/>
                  </a:lnTo>
                  <a:close/>
                </a:path>
                <a:path w="2207259" h="361950">
                  <a:moveTo>
                    <a:pt x="513715" y="85089"/>
                  </a:moveTo>
                  <a:lnTo>
                    <a:pt x="500761" y="85089"/>
                  </a:lnTo>
                  <a:lnTo>
                    <a:pt x="500761" y="340360"/>
                  </a:lnTo>
                  <a:lnTo>
                    <a:pt x="513715" y="340360"/>
                  </a:lnTo>
                  <a:lnTo>
                    <a:pt x="513715" y="85089"/>
                  </a:lnTo>
                  <a:close/>
                </a:path>
                <a:path w="2207259" h="361950">
                  <a:moveTo>
                    <a:pt x="535559" y="85089"/>
                  </a:moveTo>
                  <a:lnTo>
                    <a:pt x="520192" y="85089"/>
                  </a:lnTo>
                  <a:lnTo>
                    <a:pt x="520192" y="340360"/>
                  </a:lnTo>
                  <a:lnTo>
                    <a:pt x="535559" y="340360"/>
                  </a:lnTo>
                  <a:lnTo>
                    <a:pt x="535559" y="85089"/>
                  </a:lnTo>
                  <a:close/>
                </a:path>
                <a:path w="2207259" h="361950">
                  <a:moveTo>
                    <a:pt x="558673" y="83820"/>
                  </a:moveTo>
                  <a:lnTo>
                    <a:pt x="538861" y="83820"/>
                  </a:lnTo>
                  <a:lnTo>
                    <a:pt x="538861" y="340360"/>
                  </a:lnTo>
                  <a:lnTo>
                    <a:pt x="558673" y="340360"/>
                  </a:lnTo>
                  <a:lnTo>
                    <a:pt x="558673" y="83820"/>
                  </a:lnTo>
                  <a:close/>
                </a:path>
                <a:path w="2207259" h="361950">
                  <a:moveTo>
                    <a:pt x="1189387" y="308610"/>
                  </a:moveTo>
                  <a:lnTo>
                    <a:pt x="1189355" y="340360"/>
                  </a:lnTo>
                  <a:lnTo>
                    <a:pt x="1205233" y="340360"/>
                  </a:lnTo>
                  <a:lnTo>
                    <a:pt x="1189387" y="308610"/>
                  </a:lnTo>
                  <a:close/>
                </a:path>
                <a:path w="2207259" h="361950">
                  <a:moveTo>
                    <a:pt x="1303543" y="234442"/>
                  </a:moveTo>
                  <a:lnTo>
                    <a:pt x="1303527" y="289305"/>
                  </a:lnTo>
                  <a:lnTo>
                    <a:pt x="1329055" y="340360"/>
                  </a:lnTo>
                  <a:lnTo>
                    <a:pt x="1329055" y="285604"/>
                  </a:lnTo>
                  <a:lnTo>
                    <a:pt x="1303543" y="234442"/>
                  </a:lnTo>
                  <a:close/>
                </a:path>
                <a:path w="2207259" h="361950">
                  <a:moveTo>
                    <a:pt x="1329127" y="285750"/>
                  </a:moveTo>
                  <a:lnTo>
                    <a:pt x="1329055" y="340360"/>
                  </a:lnTo>
                  <a:lnTo>
                    <a:pt x="1355725" y="339089"/>
                  </a:lnTo>
                  <a:lnTo>
                    <a:pt x="1353300" y="334227"/>
                  </a:lnTo>
                  <a:lnTo>
                    <a:pt x="1353191" y="334010"/>
                  </a:lnTo>
                  <a:lnTo>
                    <a:pt x="1330325" y="334010"/>
                  </a:lnTo>
                  <a:lnTo>
                    <a:pt x="1330325" y="288019"/>
                  </a:lnTo>
                  <a:lnTo>
                    <a:pt x="1330182" y="287865"/>
                  </a:lnTo>
                  <a:lnTo>
                    <a:pt x="1329127" y="285750"/>
                  </a:lnTo>
                  <a:close/>
                </a:path>
                <a:path w="2207259" h="361950">
                  <a:moveTo>
                    <a:pt x="373380" y="339621"/>
                  </a:moveTo>
                  <a:lnTo>
                    <a:pt x="362815" y="339621"/>
                  </a:lnTo>
                  <a:lnTo>
                    <a:pt x="367919" y="339978"/>
                  </a:lnTo>
                  <a:lnTo>
                    <a:pt x="373380" y="339621"/>
                  </a:lnTo>
                  <a:close/>
                </a:path>
                <a:path w="2207259" h="361950">
                  <a:moveTo>
                    <a:pt x="136271" y="300720"/>
                  </a:moveTo>
                  <a:lnTo>
                    <a:pt x="136182" y="327660"/>
                  </a:lnTo>
                  <a:lnTo>
                    <a:pt x="142149" y="339621"/>
                  </a:lnTo>
                  <a:lnTo>
                    <a:pt x="142113" y="312458"/>
                  </a:lnTo>
                  <a:lnTo>
                    <a:pt x="136271" y="300720"/>
                  </a:lnTo>
                  <a:close/>
                </a:path>
                <a:path w="2207259" h="361950">
                  <a:moveTo>
                    <a:pt x="355219" y="326629"/>
                  </a:moveTo>
                  <a:lnTo>
                    <a:pt x="355219" y="339089"/>
                  </a:lnTo>
                  <a:lnTo>
                    <a:pt x="362815" y="339621"/>
                  </a:lnTo>
                  <a:lnTo>
                    <a:pt x="361708" y="339621"/>
                  </a:lnTo>
                  <a:lnTo>
                    <a:pt x="355219" y="326629"/>
                  </a:lnTo>
                  <a:close/>
                </a:path>
                <a:path w="2207259" h="361950">
                  <a:moveTo>
                    <a:pt x="373380" y="322834"/>
                  </a:moveTo>
                  <a:lnTo>
                    <a:pt x="373380" y="339621"/>
                  </a:lnTo>
                  <a:lnTo>
                    <a:pt x="381508" y="339089"/>
                  </a:lnTo>
                  <a:lnTo>
                    <a:pt x="373380" y="322834"/>
                  </a:lnTo>
                  <a:close/>
                </a:path>
                <a:path w="2207259" h="361950">
                  <a:moveTo>
                    <a:pt x="258331" y="321310"/>
                  </a:moveTo>
                  <a:lnTo>
                    <a:pt x="258318" y="339089"/>
                  </a:lnTo>
                  <a:lnTo>
                    <a:pt x="267212" y="339089"/>
                  </a:lnTo>
                  <a:lnTo>
                    <a:pt x="258331" y="321310"/>
                  </a:lnTo>
                  <a:close/>
                </a:path>
                <a:path w="2207259" h="361950">
                  <a:moveTo>
                    <a:pt x="278638" y="325416"/>
                  </a:moveTo>
                  <a:lnTo>
                    <a:pt x="278638" y="339089"/>
                  </a:lnTo>
                  <a:lnTo>
                    <a:pt x="285489" y="339089"/>
                  </a:lnTo>
                  <a:lnTo>
                    <a:pt x="278638" y="325416"/>
                  </a:lnTo>
                  <a:close/>
                </a:path>
                <a:path w="2207259" h="361950">
                  <a:moveTo>
                    <a:pt x="299713" y="332739"/>
                  </a:moveTo>
                  <a:lnTo>
                    <a:pt x="299593" y="339089"/>
                  </a:lnTo>
                  <a:lnTo>
                    <a:pt x="302892" y="339089"/>
                  </a:lnTo>
                  <a:lnTo>
                    <a:pt x="299713" y="332739"/>
                  </a:lnTo>
                  <a:close/>
                </a:path>
                <a:path w="2207259" h="361950">
                  <a:moveTo>
                    <a:pt x="318451" y="333637"/>
                  </a:moveTo>
                  <a:lnTo>
                    <a:pt x="318389" y="339089"/>
                  </a:lnTo>
                  <a:lnTo>
                    <a:pt x="321181" y="339089"/>
                  </a:lnTo>
                  <a:lnTo>
                    <a:pt x="318451" y="333637"/>
                  </a:lnTo>
                  <a:close/>
                </a:path>
                <a:path w="2207259" h="361950">
                  <a:moveTo>
                    <a:pt x="337125" y="333637"/>
                  </a:moveTo>
                  <a:lnTo>
                    <a:pt x="337058" y="339089"/>
                  </a:lnTo>
                  <a:lnTo>
                    <a:pt x="339851" y="339089"/>
                  </a:lnTo>
                  <a:lnTo>
                    <a:pt x="337125" y="333637"/>
                  </a:lnTo>
                  <a:close/>
                </a:path>
                <a:path w="2207259" h="361950">
                  <a:moveTo>
                    <a:pt x="402995" y="295705"/>
                  </a:moveTo>
                  <a:lnTo>
                    <a:pt x="402971" y="339089"/>
                  </a:lnTo>
                  <a:lnTo>
                    <a:pt x="410591" y="339089"/>
                  </a:lnTo>
                  <a:lnTo>
                    <a:pt x="410481" y="310677"/>
                  </a:lnTo>
                  <a:lnTo>
                    <a:pt x="403122" y="295959"/>
                  </a:lnTo>
                  <a:lnTo>
                    <a:pt x="402995" y="295705"/>
                  </a:lnTo>
                  <a:close/>
                </a:path>
                <a:path w="2207259" h="361950">
                  <a:moveTo>
                    <a:pt x="424688" y="300228"/>
                  </a:moveTo>
                  <a:lnTo>
                    <a:pt x="424688" y="339089"/>
                  </a:lnTo>
                  <a:lnTo>
                    <a:pt x="429895" y="339089"/>
                  </a:lnTo>
                  <a:lnTo>
                    <a:pt x="429895" y="310677"/>
                  </a:lnTo>
                  <a:lnTo>
                    <a:pt x="429765" y="310382"/>
                  </a:lnTo>
                  <a:lnTo>
                    <a:pt x="424688" y="300228"/>
                  </a:lnTo>
                  <a:close/>
                </a:path>
                <a:path w="2207259" h="361950">
                  <a:moveTo>
                    <a:pt x="448691" y="87629"/>
                  </a:moveTo>
                  <a:lnTo>
                    <a:pt x="444119" y="87629"/>
                  </a:lnTo>
                  <a:lnTo>
                    <a:pt x="444119" y="339089"/>
                  </a:lnTo>
                  <a:lnTo>
                    <a:pt x="448691" y="339089"/>
                  </a:lnTo>
                  <a:lnTo>
                    <a:pt x="448691" y="87629"/>
                  </a:lnTo>
                  <a:close/>
                </a:path>
                <a:path w="2207259" h="361950">
                  <a:moveTo>
                    <a:pt x="469646" y="86360"/>
                  </a:moveTo>
                  <a:lnTo>
                    <a:pt x="463169" y="86360"/>
                  </a:lnTo>
                  <a:lnTo>
                    <a:pt x="463169" y="339089"/>
                  </a:lnTo>
                  <a:lnTo>
                    <a:pt x="469646" y="339089"/>
                  </a:lnTo>
                  <a:lnTo>
                    <a:pt x="469646" y="86360"/>
                  </a:lnTo>
                  <a:close/>
                </a:path>
                <a:path w="2207259" h="361950">
                  <a:moveTo>
                    <a:pt x="491490" y="86360"/>
                  </a:moveTo>
                  <a:lnTo>
                    <a:pt x="481965" y="86360"/>
                  </a:lnTo>
                  <a:lnTo>
                    <a:pt x="481965" y="339089"/>
                  </a:lnTo>
                  <a:lnTo>
                    <a:pt x="491490" y="339089"/>
                  </a:lnTo>
                  <a:lnTo>
                    <a:pt x="491490" y="86360"/>
                  </a:lnTo>
                  <a:close/>
                </a:path>
                <a:path w="2207259" h="361950">
                  <a:moveTo>
                    <a:pt x="1215821" y="298042"/>
                  </a:moveTo>
                  <a:lnTo>
                    <a:pt x="1215771" y="339089"/>
                  </a:lnTo>
                  <a:lnTo>
                    <a:pt x="1236345" y="339089"/>
                  </a:lnTo>
                  <a:lnTo>
                    <a:pt x="1215821" y="298042"/>
                  </a:lnTo>
                  <a:close/>
                </a:path>
                <a:path w="2207259" h="361950">
                  <a:moveTo>
                    <a:pt x="1355843" y="288019"/>
                  </a:moveTo>
                  <a:lnTo>
                    <a:pt x="1355725" y="339089"/>
                  </a:lnTo>
                  <a:lnTo>
                    <a:pt x="1378436" y="337937"/>
                  </a:lnTo>
                  <a:lnTo>
                    <a:pt x="1380802" y="337937"/>
                  </a:lnTo>
                  <a:lnTo>
                    <a:pt x="1377569" y="331470"/>
                  </a:lnTo>
                  <a:lnTo>
                    <a:pt x="1376552" y="331470"/>
                  </a:lnTo>
                  <a:lnTo>
                    <a:pt x="1376552" y="329437"/>
                  </a:lnTo>
                  <a:lnTo>
                    <a:pt x="1355923" y="288179"/>
                  </a:lnTo>
                  <a:lnTo>
                    <a:pt x="1355843" y="288019"/>
                  </a:lnTo>
                  <a:close/>
                </a:path>
                <a:path w="2207259" h="361950">
                  <a:moveTo>
                    <a:pt x="179004" y="296411"/>
                  </a:moveTo>
                  <a:lnTo>
                    <a:pt x="179054" y="327660"/>
                  </a:lnTo>
                  <a:lnTo>
                    <a:pt x="184658" y="338854"/>
                  </a:lnTo>
                  <a:lnTo>
                    <a:pt x="184658" y="307694"/>
                  </a:lnTo>
                  <a:lnTo>
                    <a:pt x="179004" y="296411"/>
                  </a:lnTo>
                  <a:close/>
                </a:path>
                <a:path w="2207259" h="361950">
                  <a:moveTo>
                    <a:pt x="373455" y="280299"/>
                  </a:moveTo>
                  <a:lnTo>
                    <a:pt x="373380" y="322834"/>
                  </a:lnTo>
                  <a:lnTo>
                    <a:pt x="381390" y="338854"/>
                  </a:lnTo>
                  <a:lnTo>
                    <a:pt x="381508" y="296411"/>
                  </a:lnTo>
                  <a:lnTo>
                    <a:pt x="381317" y="295959"/>
                  </a:lnTo>
                  <a:lnTo>
                    <a:pt x="373455" y="280299"/>
                  </a:lnTo>
                  <a:close/>
                </a:path>
                <a:path w="2207259" h="361950">
                  <a:moveTo>
                    <a:pt x="392377" y="274469"/>
                  </a:moveTo>
                  <a:lnTo>
                    <a:pt x="392302" y="317841"/>
                  </a:lnTo>
                  <a:lnTo>
                    <a:pt x="402852" y="338854"/>
                  </a:lnTo>
                  <a:lnTo>
                    <a:pt x="402971" y="295421"/>
                  </a:lnTo>
                  <a:lnTo>
                    <a:pt x="402717" y="295147"/>
                  </a:lnTo>
                  <a:lnTo>
                    <a:pt x="392466" y="274646"/>
                  </a:lnTo>
                  <a:lnTo>
                    <a:pt x="392377" y="274469"/>
                  </a:lnTo>
                  <a:close/>
                </a:path>
                <a:path w="2207259" h="361950">
                  <a:moveTo>
                    <a:pt x="410591" y="272034"/>
                  </a:moveTo>
                  <a:lnTo>
                    <a:pt x="410718" y="311150"/>
                  </a:lnTo>
                  <a:lnTo>
                    <a:pt x="424570" y="338854"/>
                  </a:lnTo>
                  <a:lnTo>
                    <a:pt x="424688" y="300062"/>
                  </a:lnTo>
                  <a:lnTo>
                    <a:pt x="424433" y="299719"/>
                  </a:lnTo>
                  <a:lnTo>
                    <a:pt x="410591" y="272034"/>
                  </a:lnTo>
                  <a:close/>
                </a:path>
                <a:path w="2207259" h="361950">
                  <a:moveTo>
                    <a:pt x="448691" y="83820"/>
                  </a:moveTo>
                  <a:lnTo>
                    <a:pt x="429895" y="83820"/>
                  </a:lnTo>
                  <a:lnTo>
                    <a:pt x="430022" y="310896"/>
                  </a:lnTo>
                  <a:lnTo>
                    <a:pt x="444001" y="338854"/>
                  </a:lnTo>
                  <a:lnTo>
                    <a:pt x="444119" y="87629"/>
                  </a:lnTo>
                  <a:lnTo>
                    <a:pt x="448691" y="87629"/>
                  </a:lnTo>
                  <a:lnTo>
                    <a:pt x="448691" y="83820"/>
                  </a:lnTo>
                  <a:close/>
                </a:path>
                <a:path w="2207259" h="361950">
                  <a:moveTo>
                    <a:pt x="1330325" y="236981"/>
                  </a:moveTo>
                  <a:lnTo>
                    <a:pt x="1330338" y="288179"/>
                  </a:lnTo>
                  <a:lnTo>
                    <a:pt x="1355607" y="338854"/>
                  </a:lnTo>
                  <a:lnTo>
                    <a:pt x="1355725" y="332739"/>
                  </a:lnTo>
                  <a:lnTo>
                    <a:pt x="1353566" y="332739"/>
                  </a:lnTo>
                  <a:lnTo>
                    <a:pt x="1353566" y="283588"/>
                  </a:lnTo>
                  <a:lnTo>
                    <a:pt x="1353397" y="283126"/>
                  </a:lnTo>
                  <a:lnTo>
                    <a:pt x="1330325" y="236981"/>
                  </a:lnTo>
                  <a:close/>
                </a:path>
                <a:path w="2207259" h="361950">
                  <a:moveTo>
                    <a:pt x="15651" y="230743"/>
                  </a:moveTo>
                  <a:lnTo>
                    <a:pt x="15621" y="337937"/>
                  </a:lnTo>
                  <a:lnTo>
                    <a:pt x="16383" y="337937"/>
                  </a:lnTo>
                  <a:lnTo>
                    <a:pt x="16383" y="232237"/>
                  </a:lnTo>
                  <a:lnTo>
                    <a:pt x="15771" y="230983"/>
                  </a:lnTo>
                  <a:lnTo>
                    <a:pt x="15651" y="230743"/>
                  </a:lnTo>
                  <a:close/>
                </a:path>
                <a:path w="2207259" h="361950">
                  <a:moveTo>
                    <a:pt x="70760" y="326898"/>
                  </a:moveTo>
                  <a:lnTo>
                    <a:pt x="70739" y="337937"/>
                  </a:lnTo>
                  <a:lnTo>
                    <a:pt x="75438" y="337937"/>
                  </a:lnTo>
                  <a:lnTo>
                    <a:pt x="75438" y="336296"/>
                  </a:lnTo>
                  <a:lnTo>
                    <a:pt x="70760" y="326898"/>
                  </a:lnTo>
                  <a:close/>
                </a:path>
                <a:path w="2207259" h="361950">
                  <a:moveTo>
                    <a:pt x="116360" y="310382"/>
                  </a:moveTo>
                  <a:lnTo>
                    <a:pt x="116375" y="327660"/>
                  </a:lnTo>
                  <a:lnTo>
                    <a:pt x="121539" y="337937"/>
                  </a:lnTo>
                  <a:lnTo>
                    <a:pt x="121453" y="320582"/>
                  </a:lnTo>
                  <a:lnTo>
                    <a:pt x="116360" y="310382"/>
                  </a:lnTo>
                  <a:close/>
                </a:path>
                <a:path w="2207259" h="361950">
                  <a:moveTo>
                    <a:pt x="1240409" y="291130"/>
                  </a:moveTo>
                  <a:lnTo>
                    <a:pt x="1240409" y="337937"/>
                  </a:lnTo>
                  <a:lnTo>
                    <a:pt x="1263833" y="337937"/>
                  </a:lnTo>
                  <a:lnTo>
                    <a:pt x="1240409" y="291130"/>
                  </a:lnTo>
                  <a:close/>
                </a:path>
                <a:path w="2207259" h="361950">
                  <a:moveTo>
                    <a:pt x="1376559" y="264297"/>
                  </a:moveTo>
                  <a:lnTo>
                    <a:pt x="1376552" y="329437"/>
                  </a:lnTo>
                  <a:lnTo>
                    <a:pt x="1380802" y="337937"/>
                  </a:lnTo>
                  <a:lnTo>
                    <a:pt x="1380744" y="272680"/>
                  </a:lnTo>
                  <a:lnTo>
                    <a:pt x="1376559" y="264297"/>
                  </a:lnTo>
                  <a:close/>
                </a:path>
                <a:path w="2207259" h="361950">
                  <a:moveTo>
                    <a:pt x="1380841" y="272876"/>
                  </a:moveTo>
                  <a:lnTo>
                    <a:pt x="1380744" y="337937"/>
                  </a:lnTo>
                  <a:lnTo>
                    <a:pt x="1377803" y="337937"/>
                  </a:lnTo>
                  <a:lnTo>
                    <a:pt x="1412621" y="336550"/>
                  </a:lnTo>
                  <a:lnTo>
                    <a:pt x="1408817" y="328929"/>
                  </a:lnTo>
                  <a:lnTo>
                    <a:pt x="1408049" y="328929"/>
                  </a:lnTo>
                  <a:lnTo>
                    <a:pt x="1408049" y="327437"/>
                  </a:lnTo>
                  <a:lnTo>
                    <a:pt x="1407669" y="326629"/>
                  </a:lnTo>
                  <a:lnTo>
                    <a:pt x="1380841" y="272876"/>
                  </a:lnTo>
                  <a:close/>
                </a:path>
                <a:path w="2207259" h="361950">
                  <a:moveTo>
                    <a:pt x="1271905" y="290737"/>
                  </a:moveTo>
                  <a:lnTo>
                    <a:pt x="1271905" y="336550"/>
                  </a:lnTo>
                  <a:lnTo>
                    <a:pt x="1294769" y="336550"/>
                  </a:lnTo>
                  <a:lnTo>
                    <a:pt x="1271905" y="290737"/>
                  </a:lnTo>
                  <a:close/>
                </a:path>
                <a:path w="2207259" h="361950">
                  <a:moveTo>
                    <a:pt x="1412748" y="271779"/>
                  </a:moveTo>
                  <a:lnTo>
                    <a:pt x="1412621" y="336550"/>
                  </a:lnTo>
                  <a:lnTo>
                    <a:pt x="1444498" y="335279"/>
                  </a:lnTo>
                  <a:lnTo>
                    <a:pt x="1440688" y="327660"/>
                  </a:lnTo>
                  <a:lnTo>
                    <a:pt x="1434846" y="327660"/>
                  </a:lnTo>
                  <a:lnTo>
                    <a:pt x="1434727" y="315738"/>
                  </a:lnTo>
                  <a:lnTo>
                    <a:pt x="1412875" y="272034"/>
                  </a:lnTo>
                  <a:lnTo>
                    <a:pt x="1412748" y="271779"/>
                  </a:lnTo>
                  <a:close/>
                </a:path>
                <a:path w="2207259" h="361950">
                  <a:moveTo>
                    <a:pt x="70739" y="254894"/>
                  </a:moveTo>
                  <a:lnTo>
                    <a:pt x="70626" y="326629"/>
                  </a:lnTo>
                  <a:lnTo>
                    <a:pt x="75452" y="336296"/>
                  </a:lnTo>
                  <a:lnTo>
                    <a:pt x="75438" y="264297"/>
                  </a:lnTo>
                  <a:lnTo>
                    <a:pt x="70739" y="254894"/>
                  </a:lnTo>
                  <a:close/>
                </a:path>
                <a:path w="2207259" h="361950">
                  <a:moveTo>
                    <a:pt x="1408049" y="262381"/>
                  </a:moveTo>
                  <a:lnTo>
                    <a:pt x="1408073" y="327437"/>
                  </a:lnTo>
                  <a:lnTo>
                    <a:pt x="1412494" y="336296"/>
                  </a:lnTo>
                  <a:lnTo>
                    <a:pt x="1412621" y="271525"/>
                  </a:lnTo>
                  <a:lnTo>
                    <a:pt x="1408049" y="262381"/>
                  </a:lnTo>
                  <a:close/>
                </a:path>
                <a:path w="2207259" h="361950">
                  <a:moveTo>
                    <a:pt x="165569" y="300720"/>
                  </a:moveTo>
                  <a:lnTo>
                    <a:pt x="165481" y="329915"/>
                  </a:lnTo>
                  <a:lnTo>
                    <a:pt x="168401" y="335764"/>
                  </a:lnTo>
                  <a:lnTo>
                    <a:pt x="168401" y="306379"/>
                  </a:lnTo>
                  <a:lnTo>
                    <a:pt x="165569" y="300720"/>
                  </a:lnTo>
                  <a:close/>
                </a:path>
                <a:path w="2207259" h="361950">
                  <a:moveTo>
                    <a:pt x="1303527" y="289305"/>
                  </a:moveTo>
                  <a:lnTo>
                    <a:pt x="1303527" y="335279"/>
                  </a:lnTo>
                  <a:lnTo>
                    <a:pt x="1326515" y="335279"/>
                  </a:lnTo>
                  <a:lnTo>
                    <a:pt x="1303527" y="289305"/>
                  </a:lnTo>
                  <a:close/>
                </a:path>
                <a:path w="2207259" h="361950">
                  <a:moveTo>
                    <a:pt x="1434935" y="260396"/>
                  </a:moveTo>
                  <a:lnTo>
                    <a:pt x="1434973" y="316229"/>
                  </a:lnTo>
                  <a:lnTo>
                    <a:pt x="1444498" y="335279"/>
                  </a:lnTo>
                  <a:lnTo>
                    <a:pt x="1444498" y="279653"/>
                  </a:lnTo>
                  <a:lnTo>
                    <a:pt x="1444325" y="279210"/>
                  </a:lnTo>
                  <a:lnTo>
                    <a:pt x="1434935" y="260396"/>
                  </a:lnTo>
                  <a:close/>
                </a:path>
                <a:path w="2207259" h="361950">
                  <a:moveTo>
                    <a:pt x="1444546" y="279653"/>
                  </a:moveTo>
                  <a:lnTo>
                    <a:pt x="1444498" y="335279"/>
                  </a:lnTo>
                  <a:lnTo>
                    <a:pt x="1471676" y="334010"/>
                  </a:lnTo>
                  <a:lnTo>
                    <a:pt x="1467992" y="326629"/>
                  </a:lnTo>
                  <a:lnTo>
                    <a:pt x="1467872" y="326389"/>
                  </a:lnTo>
                  <a:lnTo>
                    <a:pt x="1457833" y="326389"/>
                  </a:lnTo>
                  <a:lnTo>
                    <a:pt x="1457833" y="306056"/>
                  </a:lnTo>
                  <a:lnTo>
                    <a:pt x="1457477" y="305562"/>
                  </a:lnTo>
                  <a:lnTo>
                    <a:pt x="1444640" y="279841"/>
                  </a:lnTo>
                  <a:lnTo>
                    <a:pt x="1444546" y="279653"/>
                  </a:lnTo>
                  <a:close/>
                </a:path>
                <a:path w="2207259" h="361950">
                  <a:moveTo>
                    <a:pt x="55499" y="296411"/>
                  </a:moveTo>
                  <a:lnTo>
                    <a:pt x="55406" y="310382"/>
                  </a:lnTo>
                  <a:lnTo>
                    <a:pt x="67201" y="334010"/>
                  </a:lnTo>
                  <a:lnTo>
                    <a:pt x="67310" y="323871"/>
                  </a:lnTo>
                  <a:lnTo>
                    <a:pt x="62738" y="323871"/>
                  </a:lnTo>
                  <a:lnTo>
                    <a:pt x="62738" y="310677"/>
                  </a:lnTo>
                  <a:lnTo>
                    <a:pt x="62514" y="310382"/>
                  </a:lnTo>
                  <a:lnTo>
                    <a:pt x="55499" y="296411"/>
                  </a:lnTo>
                  <a:close/>
                </a:path>
                <a:path w="2207259" h="361950">
                  <a:moveTo>
                    <a:pt x="1330338" y="288179"/>
                  </a:moveTo>
                  <a:lnTo>
                    <a:pt x="1330325" y="334010"/>
                  </a:lnTo>
                  <a:lnTo>
                    <a:pt x="1353191" y="334010"/>
                  </a:lnTo>
                  <a:lnTo>
                    <a:pt x="1330338" y="288179"/>
                  </a:lnTo>
                  <a:close/>
                </a:path>
                <a:path w="2207259" h="361950">
                  <a:moveTo>
                    <a:pt x="1457959" y="258317"/>
                  </a:moveTo>
                  <a:lnTo>
                    <a:pt x="1457833" y="258572"/>
                  </a:lnTo>
                  <a:lnTo>
                    <a:pt x="1457724" y="306056"/>
                  </a:lnTo>
                  <a:lnTo>
                    <a:pt x="1471676" y="334010"/>
                  </a:lnTo>
                  <a:lnTo>
                    <a:pt x="1471676" y="285604"/>
                  </a:lnTo>
                  <a:lnTo>
                    <a:pt x="1471422" y="285241"/>
                  </a:lnTo>
                  <a:lnTo>
                    <a:pt x="1457959" y="258317"/>
                  </a:lnTo>
                  <a:close/>
                </a:path>
                <a:path w="2207259" h="361950">
                  <a:moveTo>
                    <a:pt x="1471676" y="285750"/>
                  </a:moveTo>
                  <a:lnTo>
                    <a:pt x="1471676" y="334010"/>
                  </a:lnTo>
                  <a:lnTo>
                    <a:pt x="1495171" y="332739"/>
                  </a:lnTo>
                  <a:lnTo>
                    <a:pt x="1491361" y="325120"/>
                  </a:lnTo>
                  <a:lnTo>
                    <a:pt x="1480312" y="325120"/>
                  </a:lnTo>
                  <a:lnTo>
                    <a:pt x="1480312" y="303022"/>
                  </a:lnTo>
                  <a:lnTo>
                    <a:pt x="1471676" y="285750"/>
                  </a:lnTo>
                  <a:close/>
                </a:path>
                <a:path w="2207259" h="361950">
                  <a:moveTo>
                    <a:pt x="151765" y="302452"/>
                  </a:moveTo>
                  <a:lnTo>
                    <a:pt x="151846" y="332015"/>
                  </a:lnTo>
                  <a:lnTo>
                    <a:pt x="152653" y="333637"/>
                  </a:lnTo>
                  <a:lnTo>
                    <a:pt x="152653" y="304299"/>
                  </a:lnTo>
                  <a:lnTo>
                    <a:pt x="152490" y="303905"/>
                  </a:lnTo>
                  <a:lnTo>
                    <a:pt x="151765" y="302452"/>
                  </a:lnTo>
                  <a:close/>
                </a:path>
                <a:path w="2207259" h="361950">
                  <a:moveTo>
                    <a:pt x="305503" y="270392"/>
                  </a:moveTo>
                  <a:lnTo>
                    <a:pt x="305435" y="270624"/>
                  </a:lnTo>
                  <a:lnTo>
                    <a:pt x="305329" y="307419"/>
                  </a:lnTo>
                  <a:lnTo>
                    <a:pt x="318451" y="333637"/>
                  </a:lnTo>
                  <a:lnTo>
                    <a:pt x="318389" y="295959"/>
                  </a:lnTo>
                  <a:lnTo>
                    <a:pt x="318159" y="295705"/>
                  </a:lnTo>
                  <a:lnTo>
                    <a:pt x="305728" y="270842"/>
                  </a:lnTo>
                  <a:lnTo>
                    <a:pt x="305619" y="270624"/>
                  </a:lnTo>
                  <a:lnTo>
                    <a:pt x="305503" y="270392"/>
                  </a:lnTo>
                  <a:close/>
                </a:path>
                <a:path w="2207259" h="361950">
                  <a:moveTo>
                    <a:pt x="323128" y="262381"/>
                  </a:moveTo>
                  <a:lnTo>
                    <a:pt x="323088" y="305562"/>
                  </a:lnTo>
                  <a:lnTo>
                    <a:pt x="337125" y="333637"/>
                  </a:lnTo>
                  <a:lnTo>
                    <a:pt x="337058" y="290270"/>
                  </a:lnTo>
                  <a:lnTo>
                    <a:pt x="323128" y="262381"/>
                  </a:lnTo>
                  <a:close/>
                </a:path>
                <a:path w="2207259" h="361950">
                  <a:moveTo>
                    <a:pt x="1353628" y="283588"/>
                  </a:moveTo>
                  <a:lnTo>
                    <a:pt x="1353566" y="332739"/>
                  </a:lnTo>
                  <a:lnTo>
                    <a:pt x="1355725" y="332739"/>
                  </a:lnTo>
                  <a:lnTo>
                    <a:pt x="1355725" y="287562"/>
                  </a:lnTo>
                  <a:lnTo>
                    <a:pt x="1355242" y="286816"/>
                  </a:lnTo>
                  <a:lnTo>
                    <a:pt x="1353628" y="283588"/>
                  </a:lnTo>
                  <a:close/>
                </a:path>
                <a:path w="2207259" h="361950">
                  <a:moveTo>
                    <a:pt x="1495233" y="284987"/>
                  </a:moveTo>
                  <a:lnTo>
                    <a:pt x="1495171" y="332739"/>
                  </a:lnTo>
                  <a:lnTo>
                    <a:pt x="1518412" y="331470"/>
                  </a:lnTo>
                  <a:lnTo>
                    <a:pt x="1514622" y="323871"/>
                  </a:lnTo>
                  <a:lnTo>
                    <a:pt x="1503299" y="323871"/>
                  </a:lnTo>
                  <a:lnTo>
                    <a:pt x="1503299" y="301231"/>
                  </a:lnTo>
                  <a:lnTo>
                    <a:pt x="1503078" y="300720"/>
                  </a:lnTo>
                  <a:lnTo>
                    <a:pt x="1495359" y="285241"/>
                  </a:lnTo>
                  <a:lnTo>
                    <a:pt x="1495233" y="284987"/>
                  </a:lnTo>
                  <a:close/>
                </a:path>
                <a:path w="2207259" h="361950">
                  <a:moveTo>
                    <a:pt x="288762" y="274319"/>
                  </a:moveTo>
                  <a:lnTo>
                    <a:pt x="288780" y="310896"/>
                  </a:lnTo>
                  <a:lnTo>
                    <a:pt x="299593" y="332498"/>
                  </a:lnTo>
                  <a:lnTo>
                    <a:pt x="299593" y="295959"/>
                  </a:lnTo>
                  <a:lnTo>
                    <a:pt x="288925" y="274646"/>
                  </a:lnTo>
                  <a:lnTo>
                    <a:pt x="288837" y="274469"/>
                  </a:lnTo>
                  <a:lnTo>
                    <a:pt x="288762" y="274319"/>
                  </a:lnTo>
                  <a:close/>
                </a:path>
                <a:path w="2207259" h="361950">
                  <a:moveTo>
                    <a:pt x="1480364" y="255169"/>
                  </a:moveTo>
                  <a:lnTo>
                    <a:pt x="1480427" y="303253"/>
                  </a:lnTo>
                  <a:lnTo>
                    <a:pt x="1495050" y="332498"/>
                  </a:lnTo>
                  <a:lnTo>
                    <a:pt x="1495171" y="284987"/>
                  </a:lnTo>
                  <a:lnTo>
                    <a:pt x="1494853" y="284225"/>
                  </a:lnTo>
                  <a:lnTo>
                    <a:pt x="1480440" y="255323"/>
                  </a:lnTo>
                  <a:lnTo>
                    <a:pt x="1480364" y="255169"/>
                  </a:lnTo>
                  <a:close/>
                </a:path>
                <a:path w="2207259" h="361950">
                  <a:moveTo>
                    <a:pt x="107315" y="309627"/>
                  </a:moveTo>
                  <a:lnTo>
                    <a:pt x="107315" y="327956"/>
                  </a:lnTo>
                  <a:lnTo>
                    <a:pt x="109264" y="331851"/>
                  </a:lnTo>
                  <a:lnTo>
                    <a:pt x="109347" y="313689"/>
                  </a:lnTo>
                  <a:lnTo>
                    <a:pt x="107315" y="309627"/>
                  </a:lnTo>
                  <a:close/>
                </a:path>
                <a:path w="2207259" h="361950">
                  <a:moveTo>
                    <a:pt x="142113" y="283126"/>
                  </a:moveTo>
                  <a:lnTo>
                    <a:pt x="142113" y="312458"/>
                  </a:lnTo>
                  <a:lnTo>
                    <a:pt x="151765" y="331851"/>
                  </a:lnTo>
                  <a:lnTo>
                    <a:pt x="151690" y="302303"/>
                  </a:lnTo>
                  <a:lnTo>
                    <a:pt x="142113" y="283126"/>
                  </a:lnTo>
                  <a:close/>
                </a:path>
                <a:path w="2207259" h="361950">
                  <a:moveTo>
                    <a:pt x="1376552" y="329437"/>
                  </a:moveTo>
                  <a:lnTo>
                    <a:pt x="1376552" y="331470"/>
                  </a:lnTo>
                  <a:lnTo>
                    <a:pt x="1377569" y="331470"/>
                  </a:lnTo>
                  <a:lnTo>
                    <a:pt x="1376552" y="329437"/>
                  </a:lnTo>
                  <a:close/>
                </a:path>
                <a:path w="2207259" h="361950">
                  <a:moveTo>
                    <a:pt x="1503299" y="235120"/>
                  </a:moveTo>
                  <a:lnTo>
                    <a:pt x="1503333" y="301231"/>
                  </a:lnTo>
                  <a:lnTo>
                    <a:pt x="1518412" y="331470"/>
                  </a:lnTo>
                  <a:lnTo>
                    <a:pt x="1518412" y="265393"/>
                  </a:lnTo>
                  <a:lnTo>
                    <a:pt x="1503299" y="235120"/>
                  </a:lnTo>
                  <a:close/>
                </a:path>
                <a:path w="2207259" h="361950">
                  <a:moveTo>
                    <a:pt x="1518528" y="265606"/>
                  </a:moveTo>
                  <a:lnTo>
                    <a:pt x="1518412" y="331470"/>
                  </a:lnTo>
                  <a:lnTo>
                    <a:pt x="1550162" y="328929"/>
                  </a:lnTo>
                  <a:lnTo>
                    <a:pt x="1547116" y="322834"/>
                  </a:lnTo>
                  <a:lnTo>
                    <a:pt x="1546989" y="322579"/>
                  </a:lnTo>
                  <a:lnTo>
                    <a:pt x="1526286" y="322579"/>
                  </a:lnTo>
                  <a:lnTo>
                    <a:pt x="1526286" y="281135"/>
                  </a:lnTo>
                  <a:lnTo>
                    <a:pt x="1518894" y="266339"/>
                  </a:lnTo>
                  <a:lnTo>
                    <a:pt x="1518769" y="266088"/>
                  </a:lnTo>
                  <a:lnTo>
                    <a:pt x="1518655" y="265860"/>
                  </a:lnTo>
                  <a:lnTo>
                    <a:pt x="1518528" y="265606"/>
                  </a:lnTo>
                  <a:close/>
                </a:path>
                <a:path w="2207259" h="361950">
                  <a:moveTo>
                    <a:pt x="990256" y="251713"/>
                  </a:moveTo>
                  <a:lnTo>
                    <a:pt x="990233" y="300720"/>
                  </a:lnTo>
                  <a:lnTo>
                    <a:pt x="1005332" y="330945"/>
                  </a:lnTo>
                  <a:lnTo>
                    <a:pt x="1005332" y="281822"/>
                  </a:lnTo>
                  <a:lnTo>
                    <a:pt x="990256" y="251713"/>
                  </a:lnTo>
                  <a:close/>
                </a:path>
                <a:path w="2207259" h="361950">
                  <a:moveTo>
                    <a:pt x="152653" y="274918"/>
                  </a:moveTo>
                  <a:lnTo>
                    <a:pt x="152687" y="304299"/>
                  </a:lnTo>
                  <a:lnTo>
                    <a:pt x="165481" y="329915"/>
                  </a:lnTo>
                  <a:lnTo>
                    <a:pt x="165481" y="300543"/>
                  </a:lnTo>
                  <a:lnTo>
                    <a:pt x="152653" y="274918"/>
                  </a:lnTo>
                  <a:close/>
                </a:path>
                <a:path w="2207259" h="361950">
                  <a:moveTo>
                    <a:pt x="1355846" y="222795"/>
                  </a:moveTo>
                  <a:lnTo>
                    <a:pt x="1355725" y="223304"/>
                  </a:lnTo>
                  <a:lnTo>
                    <a:pt x="1355615" y="287562"/>
                  </a:lnTo>
                  <a:lnTo>
                    <a:pt x="1376552" y="329437"/>
                  </a:lnTo>
                  <a:lnTo>
                    <a:pt x="1376552" y="264297"/>
                  </a:lnTo>
                  <a:lnTo>
                    <a:pt x="1355846" y="222795"/>
                  </a:lnTo>
                  <a:close/>
                </a:path>
                <a:path w="2207259" h="361950">
                  <a:moveTo>
                    <a:pt x="1408073" y="327437"/>
                  </a:moveTo>
                  <a:lnTo>
                    <a:pt x="1408049" y="328929"/>
                  </a:lnTo>
                  <a:lnTo>
                    <a:pt x="1408817" y="328929"/>
                  </a:lnTo>
                  <a:lnTo>
                    <a:pt x="1408184" y="327660"/>
                  </a:lnTo>
                  <a:lnTo>
                    <a:pt x="1408073" y="327437"/>
                  </a:lnTo>
                  <a:close/>
                </a:path>
                <a:path w="2207259" h="361950">
                  <a:moveTo>
                    <a:pt x="1526372" y="225906"/>
                  </a:moveTo>
                  <a:lnTo>
                    <a:pt x="1526286" y="281135"/>
                  </a:lnTo>
                  <a:lnTo>
                    <a:pt x="1550162" y="328929"/>
                  </a:lnTo>
                  <a:lnTo>
                    <a:pt x="1550162" y="321310"/>
                  </a:lnTo>
                  <a:lnTo>
                    <a:pt x="1548002" y="321310"/>
                  </a:lnTo>
                  <a:lnTo>
                    <a:pt x="1547876" y="268838"/>
                  </a:lnTo>
                  <a:lnTo>
                    <a:pt x="1526612" y="226386"/>
                  </a:lnTo>
                  <a:lnTo>
                    <a:pt x="1526518" y="226197"/>
                  </a:lnTo>
                  <a:lnTo>
                    <a:pt x="1526449" y="226060"/>
                  </a:lnTo>
                  <a:lnTo>
                    <a:pt x="1526372" y="225906"/>
                  </a:lnTo>
                  <a:close/>
                </a:path>
                <a:path w="2207259" h="361950">
                  <a:moveTo>
                    <a:pt x="1550162" y="273400"/>
                  </a:moveTo>
                  <a:lnTo>
                    <a:pt x="1550162" y="328929"/>
                  </a:lnTo>
                  <a:lnTo>
                    <a:pt x="1577340" y="327660"/>
                  </a:lnTo>
                  <a:lnTo>
                    <a:pt x="1573523" y="320039"/>
                  </a:lnTo>
                  <a:lnTo>
                    <a:pt x="1570482" y="320039"/>
                  </a:lnTo>
                  <a:lnTo>
                    <a:pt x="1570482" y="313968"/>
                  </a:lnTo>
                  <a:lnTo>
                    <a:pt x="1550162" y="273400"/>
                  </a:lnTo>
                  <a:close/>
                </a:path>
                <a:path w="2207259" h="361950">
                  <a:moveTo>
                    <a:pt x="103336" y="301709"/>
                  </a:moveTo>
                  <a:lnTo>
                    <a:pt x="103351" y="320039"/>
                  </a:lnTo>
                  <a:lnTo>
                    <a:pt x="107315" y="327956"/>
                  </a:lnTo>
                  <a:lnTo>
                    <a:pt x="107315" y="309627"/>
                  </a:lnTo>
                  <a:lnTo>
                    <a:pt x="103336" y="301709"/>
                  </a:lnTo>
                  <a:close/>
                </a:path>
                <a:path w="2207259" h="361950">
                  <a:moveTo>
                    <a:pt x="133633" y="295421"/>
                  </a:moveTo>
                  <a:lnTo>
                    <a:pt x="133648" y="322579"/>
                  </a:lnTo>
                  <a:lnTo>
                    <a:pt x="136071" y="327437"/>
                  </a:lnTo>
                  <a:lnTo>
                    <a:pt x="136182" y="327660"/>
                  </a:lnTo>
                  <a:lnTo>
                    <a:pt x="136183" y="300543"/>
                  </a:lnTo>
                  <a:lnTo>
                    <a:pt x="133633" y="295421"/>
                  </a:lnTo>
                  <a:close/>
                </a:path>
                <a:path w="2207259" h="361950">
                  <a:moveTo>
                    <a:pt x="1434973" y="316229"/>
                  </a:moveTo>
                  <a:lnTo>
                    <a:pt x="1434846" y="327660"/>
                  </a:lnTo>
                  <a:lnTo>
                    <a:pt x="1440688" y="327660"/>
                  </a:lnTo>
                  <a:lnTo>
                    <a:pt x="1434973" y="316229"/>
                  </a:lnTo>
                  <a:close/>
                </a:path>
                <a:path w="2207259" h="361950">
                  <a:moveTo>
                    <a:pt x="1577449" y="280299"/>
                  </a:moveTo>
                  <a:lnTo>
                    <a:pt x="1577340" y="327660"/>
                  </a:lnTo>
                  <a:lnTo>
                    <a:pt x="1600453" y="326389"/>
                  </a:lnTo>
                  <a:lnTo>
                    <a:pt x="1597284" y="320039"/>
                  </a:lnTo>
                  <a:lnTo>
                    <a:pt x="1591437" y="320039"/>
                  </a:lnTo>
                  <a:lnTo>
                    <a:pt x="1591437" y="308355"/>
                  </a:lnTo>
                  <a:lnTo>
                    <a:pt x="1577449" y="280299"/>
                  </a:lnTo>
                  <a:close/>
                </a:path>
                <a:path w="2207259" h="361950">
                  <a:moveTo>
                    <a:pt x="109383" y="296411"/>
                  </a:moveTo>
                  <a:lnTo>
                    <a:pt x="109356" y="313689"/>
                  </a:lnTo>
                  <a:lnTo>
                    <a:pt x="116263" y="327437"/>
                  </a:lnTo>
                  <a:lnTo>
                    <a:pt x="116332" y="310382"/>
                  </a:lnTo>
                  <a:lnTo>
                    <a:pt x="115982" y="309627"/>
                  </a:lnTo>
                  <a:lnTo>
                    <a:pt x="109383" y="296411"/>
                  </a:lnTo>
                  <a:close/>
                </a:path>
                <a:path w="2207259" h="361950">
                  <a:moveTo>
                    <a:pt x="168478" y="275408"/>
                  </a:moveTo>
                  <a:lnTo>
                    <a:pt x="168501" y="306577"/>
                  </a:lnTo>
                  <a:lnTo>
                    <a:pt x="178943" y="327437"/>
                  </a:lnTo>
                  <a:lnTo>
                    <a:pt x="178943" y="296411"/>
                  </a:lnTo>
                  <a:lnTo>
                    <a:pt x="178777" y="295959"/>
                  </a:lnTo>
                  <a:lnTo>
                    <a:pt x="168478" y="275408"/>
                  </a:lnTo>
                  <a:close/>
                </a:path>
                <a:path w="2207259" h="361950">
                  <a:moveTo>
                    <a:pt x="1380797" y="207878"/>
                  </a:moveTo>
                  <a:lnTo>
                    <a:pt x="1380841" y="272876"/>
                  </a:lnTo>
                  <a:lnTo>
                    <a:pt x="1408073" y="327437"/>
                  </a:lnTo>
                  <a:lnTo>
                    <a:pt x="1408049" y="262381"/>
                  </a:lnTo>
                  <a:lnTo>
                    <a:pt x="1380797" y="207878"/>
                  </a:lnTo>
                  <a:close/>
                </a:path>
                <a:path w="2207259" h="361950">
                  <a:moveTo>
                    <a:pt x="1570482" y="266339"/>
                  </a:moveTo>
                  <a:lnTo>
                    <a:pt x="1570482" y="313968"/>
                  </a:lnTo>
                  <a:lnTo>
                    <a:pt x="1577228" y="327437"/>
                  </a:lnTo>
                  <a:lnTo>
                    <a:pt x="1577340" y="279841"/>
                  </a:lnTo>
                  <a:lnTo>
                    <a:pt x="1577127" y="279653"/>
                  </a:lnTo>
                  <a:lnTo>
                    <a:pt x="1570482" y="266339"/>
                  </a:lnTo>
                  <a:close/>
                </a:path>
                <a:path w="2207259" h="361950">
                  <a:moveTo>
                    <a:pt x="67433" y="248292"/>
                  </a:moveTo>
                  <a:lnTo>
                    <a:pt x="67311" y="320039"/>
                  </a:lnTo>
                  <a:lnTo>
                    <a:pt x="70505" y="326389"/>
                  </a:lnTo>
                  <a:lnTo>
                    <a:pt x="70626" y="326629"/>
                  </a:lnTo>
                  <a:lnTo>
                    <a:pt x="70739" y="254894"/>
                  </a:lnTo>
                  <a:lnTo>
                    <a:pt x="67522" y="248470"/>
                  </a:lnTo>
                  <a:lnTo>
                    <a:pt x="67433" y="248292"/>
                  </a:lnTo>
                  <a:close/>
                </a:path>
                <a:path w="2207259" h="361950">
                  <a:moveTo>
                    <a:pt x="121590" y="298406"/>
                  </a:moveTo>
                  <a:lnTo>
                    <a:pt x="121539" y="320752"/>
                  </a:lnTo>
                  <a:lnTo>
                    <a:pt x="124354" y="326389"/>
                  </a:lnTo>
                  <a:lnTo>
                    <a:pt x="124333" y="303905"/>
                  </a:lnTo>
                  <a:lnTo>
                    <a:pt x="121590" y="298406"/>
                  </a:lnTo>
                  <a:close/>
                </a:path>
                <a:path w="2207259" h="361950">
                  <a:moveTo>
                    <a:pt x="341122" y="258317"/>
                  </a:moveTo>
                  <a:lnTo>
                    <a:pt x="341122" y="298406"/>
                  </a:lnTo>
                  <a:lnTo>
                    <a:pt x="355099" y="326389"/>
                  </a:lnTo>
                  <a:lnTo>
                    <a:pt x="355092" y="286257"/>
                  </a:lnTo>
                  <a:lnTo>
                    <a:pt x="341122" y="258317"/>
                  </a:lnTo>
                  <a:close/>
                </a:path>
                <a:path w="2207259" h="361950">
                  <a:moveTo>
                    <a:pt x="1457885" y="306379"/>
                  </a:moveTo>
                  <a:lnTo>
                    <a:pt x="1457833" y="326389"/>
                  </a:lnTo>
                  <a:lnTo>
                    <a:pt x="1467872" y="326389"/>
                  </a:lnTo>
                  <a:lnTo>
                    <a:pt x="1457984" y="306577"/>
                  </a:lnTo>
                  <a:lnTo>
                    <a:pt x="1457885" y="306379"/>
                  </a:lnTo>
                  <a:close/>
                </a:path>
                <a:path w="2207259" h="361950">
                  <a:moveTo>
                    <a:pt x="1591448" y="261642"/>
                  </a:moveTo>
                  <a:lnTo>
                    <a:pt x="1591453" y="308355"/>
                  </a:lnTo>
                  <a:lnTo>
                    <a:pt x="1600453" y="326389"/>
                  </a:lnTo>
                  <a:lnTo>
                    <a:pt x="1600453" y="279653"/>
                  </a:lnTo>
                  <a:lnTo>
                    <a:pt x="1591448" y="261642"/>
                  </a:lnTo>
                  <a:close/>
                </a:path>
                <a:path w="2207259" h="361950">
                  <a:moveTo>
                    <a:pt x="1600547" y="279841"/>
                  </a:moveTo>
                  <a:lnTo>
                    <a:pt x="1600453" y="326389"/>
                  </a:lnTo>
                  <a:lnTo>
                    <a:pt x="1623187" y="325120"/>
                  </a:lnTo>
                  <a:lnTo>
                    <a:pt x="1620012" y="318770"/>
                  </a:lnTo>
                  <a:lnTo>
                    <a:pt x="1613916" y="318770"/>
                  </a:lnTo>
                  <a:lnTo>
                    <a:pt x="1613816" y="306379"/>
                  </a:lnTo>
                  <a:lnTo>
                    <a:pt x="1600547" y="279841"/>
                  </a:lnTo>
                  <a:close/>
                </a:path>
                <a:path w="2207259" h="361950">
                  <a:moveTo>
                    <a:pt x="271018" y="275408"/>
                  </a:moveTo>
                  <a:lnTo>
                    <a:pt x="271105" y="310382"/>
                  </a:lnTo>
                  <a:lnTo>
                    <a:pt x="278638" y="325416"/>
                  </a:lnTo>
                  <a:lnTo>
                    <a:pt x="278638" y="290737"/>
                  </a:lnTo>
                  <a:lnTo>
                    <a:pt x="278456" y="290270"/>
                  </a:lnTo>
                  <a:lnTo>
                    <a:pt x="271018" y="275408"/>
                  </a:lnTo>
                  <a:close/>
                </a:path>
                <a:path w="2207259" h="361950">
                  <a:moveTo>
                    <a:pt x="1480427" y="303253"/>
                  </a:moveTo>
                  <a:lnTo>
                    <a:pt x="1480312" y="325120"/>
                  </a:lnTo>
                  <a:lnTo>
                    <a:pt x="1491361" y="325120"/>
                  </a:lnTo>
                  <a:lnTo>
                    <a:pt x="1480427" y="303253"/>
                  </a:lnTo>
                  <a:close/>
                </a:path>
                <a:path w="2207259" h="361950">
                  <a:moveTo>
                    <a:pt x="1623187" y="277663"/>
                  </a:moveTo>
                  <a:lnTo>
                    <a:pt x="1623187" y="325120"/>
                  </a:lnTo>
                  <a:lnTo>
                    <a:pt x="1645917" y="323871"/>
                  </a:lnTo>
                  <a:lnTo>
                    <a:pt x="1646311" y="323871"/>
                  </a:lnTo>
                  <a:lnTo>
                    <a:pt x="1643123" y="317500"/>
                  </a:lnTo>
                  <a:lnTo>
                    <a:pt x="1635378" y="317500"/>
                  </a:lnTo>
                  <a:lnTo>
                    <a:pt x="1635378" y="302025"/>
                  </a:lnTo>
                  <a:lnTo>
                    <a:pt x="1623187" y="277663"/>
                  </a:lnTo>
                  <a:close/>
                </a:path>
                <a:path w="2207259" h="361950">
                  <a:moveTo>
                    <a:pt x="763016" y="220715"/>
                  </a:moveTo>
                  <a:lnTo>
                    <a:pt x="763143" y="286511"/>
                  </a:lnTo>
                  <a:lnTo>
                    <a:pt x="782331" y="324888"/>
                  </a:lnTo>
                  <a:lnTo>
                    <a:pt x="782320" y="259250"/>
                  </a:lnTo>
                  <a:lnTo>
                    <a:pt x="763016" y="220715"/>
                  </a:lnTo>
                  <a:close/>
                </a:path>
                <a:path w="2207259" h="361950">
                  <a:moveTo>
                    <a:pt x="855980" y="176530"/>
                  </a:moveTo>
                  <a:lnTo>
                    <a:pt x="856046" y="282135"/>
                  </a:lnTo>
                  <a:lnTo>
                    <a:pt x="877443" y="324888"/>
                  </a:lnTo>
                  <a:lnTo>
                    <a:pt x="877443" y="219456"/>
                  </a:lnTo>
                  <a:lnTo>
                    <a:pt x="855980" y="176530"/>
                  </a:lnTo>
                  <a:close/>
                </a:path>
                <a:path w="2207259" h="361950">
                  <a:moveTo>
                    <a:pt x="1613972" y="259250"/>
                  </a:moveTo>
                  <a:lnTo>
                    <a:pt x="1613916" y="306577"/>
                  </a:lnTo>
                  <a:lnTo>
                    <a:pt x="1623071" y="324888"/>
                  </a:lnTo>
                  <a:lnTo>
                    <a:pt x="1623187" y="277663"/>
                  </a:lnTo>
                  <a:lnTo>
                    <a:pt x="1613972" y="259250"/>
                  </a:lnTo>
                  <a:close/>
                </a:path>
                <a:path w="2207259" h="361950">
                  <a:moveTo>
                    <a:pt x="184779" y="275408"/>
                  </a:moveTo>
                  <a:lnTo>
                    <a:pt x="184658" y="307694"/>
                  </a:lnTo>
                  <a:lnTo>
                    <a:pt x="193040" y="324421"/>
                  </a:lnTo>
                  <a:lnTo>
                    <a:pt x="193040" y="292100"/>
                  </a:lnTo>
                  <a:lnTo>
                    <a:pt x="192648" y="291130"/>
                  </a:lnTo>
                  <a:lnTo>
                    <a:pt x="184779" y="275408"/>
                  </a:lnTo>
                  <a:close/>
                </a:path>
                <a:path w="2207259" h="361950">
                  <a:moveTo>
                    <a:pt x="23583" y="246633"/>
                  </a:moveTo>
                  <a:lnTo>
                    <a:pt x="23495" y="323871"/>
                  </a:lnTo>
                  <a:lnTo>
                    <a:pt x="28956" y="323871"/>
                  </a:lnTo>
                  <a:lnTo>
                    <a:pt x="28956" y="257395"/>
                  </a:lnTo>
                  <a:lnTo>
                    <a:pt x="23583" y="246633"/>
                  </a:lnTo>
                  <a:close/>
                </a:path>
                <a:path w="2207259" h="361950">
                  <a:moveTo>
                    <a:pt x="62771" y="310896"/>
                  </a:moveTo>
                  <a:lnTo>
                    <a:pt x="62738" y="323871"/>
                  </a:lnTo>
                  <a:lnTo>
                    <a:pt x="67310" y="323871"/>
                  </a:lnTo>
                  <a:lnTo>
                    <a:pt x="67310" y="319838"/>
                  </a:lnTo>
                  <a:lnTo>
                    <a:pt x="66992" y="319397"/>
                  </a:lnTo>
                  <a:lnTo>
                    <a:pt x="62897" y="311150"/>
                  </a:lnTo>
                  <a:lnTo>
                    <a:pt x="62771" y="310896"/>
                  </a:lnTo>
                  <a:close/>
                </a:path>
                <a:path w="2207259" h="361950">
                  <a:moveTo>
                    <a:pt x="1085763" y="230416"/>
                  </a:moveTo>
                  <a:lnTo>
                    <a:pt x="1085723" y="296971"/>
                  </a:lnTo>
                  <a:lnTo>
                    <a:pt x="1099185" y="323871"/>
                  </a:lnTo>
                  <a:lnTo>
                    <a:pt x="1099185" y="257395"/>
                  </a:lnTo>
                  <a:lnTo>
                    <a:pt x="1098976" y="256793"/>
                  </a:lnTo>
                  <a:lnTo>
                    <a:pt x="1085763" y="230416"/>
                  </a:lnTo>
                  <a:close/>
                </a:path>
                <a:path w="2207259" h="361950">
                  <a:moveTo>
                    <a:pt x="1503333" y="301231"/>
                  </a:moveTo>
                  <a:lnTo>
                    <a:pt x="1503299" y="323871"/>
                  </a:lnTo>
                  <a:lnTo>
                    <a:pt x="1514622" y="323871"/>
                  </a:lnTo>
                  <a:lnTo>
                    <a:pt x="1503333" y="301231"/>
                  </a:lnTo>
                  <a:close/>
                </a:path>
                <a:path w="2207259" h="361950">
                  <a:moveTo>
                    <a:pt x="1635405" y="254379"/>
                  </a:moveTo>
                  <a:lnTo>
                    <a:pt x="1635378" y="302025"/>
                  </a:lnTo>
                  <a:lnTo>
                    <a:pt x="1646311" y="323871"/>
                  </a:lnTo>
                  <a:lnTo>
                    <a:pt x="1646301" y="276317"/>
                  </a:lnTo>
                  <a:lnTo>
                    <a:pt x="1645891" y="275408"/>
                  </a:lnTo>
                  <a:lnTo>
                    <a:pt x="1635405" y="254379"/>
                  </a:lnTo>
                  <a:close/>
                </a:path>
                <a:path w="2207259" h="361950">
                  <a:moveTo>
                    <a:pt x="1646345" y="276317"/>
                  </a:moveTo>
                  <a:lnTo>
                    <a:pt x="1646301" y="323871"/>
                  </a:lnTo>
                  <a:lnTo>
                    <a:pt x="1645917" y="323871"/>
                  </a:lnTo>
                  <a:lnTo>
                    <a:pt x="1669415" y="322579"/>
                  </a:lnTo>
                  <a:lnTo>
                    <a:pt x="1666881" y="317500"/>
                  </a:lnTo>
                  <a:lnTo>
                    <a:pt x="1656461" y="317500"/>
                  </a:lnTo>
                  <a:lnTo>
                    <a:pt x="1656461" y="296411"/>
                  </a:lnTo>
                  <a:lnTo>
                    <a:pt x="1656139" y="295959"/>
                  </a:lnTo>
                  <a:lnTo>
                    <a:pt x="1646456" y="276540"/>
                  </a:lnTo>
                  <a:lnTo>
                    <a:pt x="1646345" y="276317"/>
                  </a:lnTo>
                  <a:close/>
                </a:path>
                <a:path w="2207259" h="361950">
                  <a:moveTo>
                    <a:pt x="124395" y="276860"/>
                  </a:moveTo>
                  <a:lnTo>
                    <a:pt x="124333" y="303905"/>
                  </a:lnTo>
                  <a:lnTo>
                    <a:pt x="133648" y="322579"/>
                  </a:lnTo>
                  <a:lnTo>
                    <a:pt x="133603" y="295147"/>
                  </a:lnTo>
                  <a:lnTo>
                    <a:pt x="133389" y="294931"/>
                  </a:lnTo>
                  <a:lnTo>
                    <a:pt x="124395" y="276860"/>
                  </a:lnTo>
                  <a:close/>
                </a:path>
                <a:path w="2207259" h="361950">
                  <a:moveTo>
                    <a:pt x="362076" y="257636"/>
                  </a:moveTo>
                  <a:lnTo>
                    <a:pt x="362077" y="300228"/>
                  </a:lnTo>
                  <a:lnTo>
                    <a:pt x="373253" y="322579"/>
                  </a:lnTo>
                  <a:lnTo>
                    <a:pt x="373380" y="280149"/>
                  </a:lnTo>
                  <a:lnTo>
                    <a:pt x="362076" y="257636"/>
                  </a:lnTo>
                  <a:close/>
                </a:path>
                <a:path w="2207259" h="361950">
                  <a:moveTo>
                    <a:pt x="1526286" y="281135"/>
                  </a:moveTo>
                  <a:lnTo>
                    <a:pt x="1526286" y="322579"/>
                  </a:lnTo>
                  <a:lnTo>
                    <a:pt x="1546989" y="322579"/>
                  </a:lnTo>
                  <a:lnTo>
                    <a:pt x="1526286" y="281135"/>
                  </a:lnTo>
                  <a:close/>
                </a:path>
                <a:path w="2207259" h="361950">
                  <a:moveTo>
                    <a:pt x="1656461" y="251206"/>
                  </a:moveTo>
                  <a:lnTo>
                    <a:pt x="1656365" y="296411"/>
                  </a:lnTo>
                  <a:lnTo>
                    <a:pt x="1669415" y="322579"/>
                  </a:lnTo>
                  <a:lnTo>
                    <a:pt x="1669415" y="276860"/>
                  </a:lnTo>
                  <a:lnTo>
                    <a:pt x="1669128" y="276540"/>
                  </a:lnTo>
                  <a:lnTo>
                    <a:pt x="1656461" y="251206"/>
                  </a:lnTo>
                  <a:close/>
                </a:path>
                <a:path w="2207259" h="361950">
                  <a:moveTo>
                    <a:pt x="1669448" y="277181"/>
                  </a:moveTo>
                  <a:lnTo>
                    <a:pt x="1669415" y="322579"/>
                  </a:lnTo>
                  <a:lnTo>
                    <a:pt x="1691513" y="321310"/>
                  </a:lnTo>
                  <a:lnTo>
                    <a:pt x="1688973" y="316229"/>
                  </a:lnTo>
                  <a:lnTo>
                    <a:pt x="1674622" y="316229"/>
                  </a:lnTo>
                  <a:lnTo>
                    <a:pt x="1674622" y="287562"/>
                  </a:lnTo>
                  <a:lnTo>
                    <a:pt x="1669448" y="277181"/>
                  </a:lnTo>
                  <a:close/>
                </a:path>
                <a:path w="2207259" h="361950">
                  <a:moveTo>
                    <a:pt x="1927478" y="297687"/>
                  </a:moveTo>
                  <a:lnTo>
                    <a:pt x="1927478" y="321310"/>
                  </a:lnTo>
                  <a:lnTo>
                    <a:pt x="1941957" y="322579"/>
                  </a:lnTo>
                  <a:lnTo>
                    <a:pt x="1941957" y="314960"/>
                  </a:lnTo>
                  <a:lnTo>
                    <a:pt x="1936115" y="314960"/>
                  </a:lnTo>
                  <a:lnTo>
                    <a:pt x="1927478" y="297687"/>
                  </a:lnTo>
                  <a:close/>
                </a:path>
                <a:path w="2207259" h="361950">
                  <a:moveTo>
                    <a:pt x="1948561" y="197153"/>
                  </a:moveTo>
                  <a:lnTo>
                    <a:pt x="1942246" y="209804"/>
                  </a:lnTo>
                  <a:lnTo>
                    <a:pt x="1941957" y="210452"/>
                  </a:lnTo>
                  <a:lnTo>
                    <a:pt x="1941957" y="322579"/>
                  </a:lnTo>
                  <a:lnTo>
                    <a:pt x="1956816" y="322579"/>
                  </a:lnTo>
                  <a:lnTo>
                    <a:pt x="1956816" y="314960"/>
                  </a:lnTo>
                  <a:lnTo>
                    <a:pt x="1948561" y="314960"/>
                  </a:lnTo>
                  <a:lnTo>
                    <a:pt x="1948561" y="197153"/>
                  </a:lnTo>
                  <a:close/>
                </a:path>
                <a:path w="2207259" h="361950">
                  <a:moveTo>
                    <a:pt x="1961007" y="172346"/>
                  </a:moveTo>
                  <a:lnTo>
                    <a:pt x="1960696" y="172842"/>
                  </a:lnTo>
                  <a:lnTo>
                    <a:pt x="1956816" y="180615"/>
                  </a:lnTo>
                  <a:lnTo>
                    <a:pt x="1956816" y="322579"/>
                  </a:lnTo>
                  <a:lnTo>
                    <a:pt x="1970786" y="322579"/>
                  </a:lnTo>
                  <a:lnTo>
                    <a:pt x="1970786" y="316229"/>
                  </a:lnTo>
                  <a:lnTo>
                    <a:pt x="1967484" y="316229"/>
                  </a:lnTo>
                  <a:lnTo>
                    <a:pt x="1967484" y="314960"/>
                  </a:lnTo>
                  <a:lnTo>
                    <a:pt x="1961007" y="314960"/>
                  </a:lnTo>
                  <a:lnTo>
                    <a:pt x="1961007" y="172346"/>
                  </a:lnTo>
                  <a:close/>
                </a:path>
                <a:path w="2207259" h="361950">
                  <a:moveTo>
                    <a:pt x="1975612" y="143070"/>
                  </a:moveTo>
                  <a:lnTo>
                    <a:pt x="1975337" y="143510"/>
                  </a:lnTo>
                  <a:lnTo>
                    <a:pt x="1970786" y="152653"/>
                  </a:lnTo>
                  <a:lnTo>
                    <a:pt x="1970786" y="322579"/>
                  </a:lnTo>
                  <a:lnTo>
                    <a:pt x="1983867" y="322579"/>
                  </a:lnTo>
                  <a:lnTo>
                    <a:pt x="1983867" y="316229"/>
                  </a:lnTo>
                  <a:lnTo>
                    <a:pt x="1975612" y="316229"/>
                  </a:lnTo>
                  <a:lnTo>
                    <a:pt x="1975612" y="143070"/>
                  </a:lnTo>
                  <a:close/>
                </a:path>
                <a:path w="2207259" h="361950">
                  <a:moveTo>
                    <a:pt x="1984628" y="124968"/>
                  </a:moveTo>
                  <a:lnTo>
                    <a:pt x="1983867" y="126237"/>
                  </a:lnTo>
                  <a:lnTo>
                    <a:pt x="1983867" y="322579"/>
                  </a:lnTo>
                  <a:lnTo>
                    <a:pt x="1996313" y="322579"/>
                  </a:lnTo>
                  <a:lnTo>
                    <a:pt x="1996313" y="317500"/>
                  </a:lnTo>
                  <a:lnTo>
                    <a:pt x="1994789" y="317500"/>
                  </a:lnTo>
                  <a:lnTo>
                    <a:pt x="1994789" y="316229"/>
                  </a:lnTo>
                  <a:lnTo>
                    <a:pt x="1984628" y="316229"/>
                  </a:lnTo>
                  <a:lnTo>
                    <a:pt x="1984628" y="124968"/>
                  </a:lnTo>
                  <a:close/>
                </a:path>
                <a:path w="2207259" h="361950">
                  <a:moveTo>
                    <a:pt x="2004060" y="85969"/>
                  </a:moveTo>
                  <a:lnTo>
                    <a:pt x="1996674" y="100766"/>
                  </a:lnTo>
                  <a:lnTo>
                    <a:pt x="1996606" y="100901"/>
                  </a:lnTo>
                  <a:lnTo>
                    <a:pt x="1996313" y="101323"/>
                  </a:lnTo>
                  <a:lnTo>
                    <a:pt x="1996313" y="322579"/>
                  </a:lnTo>
                  <a:lnTo>
                    <a:pt x="2095500" y="322579"/>
                  </a:lnTo>
                  <a:lnTo>
                    <a:pt x="2095500" y="321310"/>
                  </a:lnTo>
                  <a:lnTo>
                    <a:pt x="2007743" y="321310"/>
                  </a:lnTo>
                  <a:lnTo>
                    <a:pt x="2007743" y="317500"/>
                  </a:lnTo>
                  <a:lnTo>
                    <a:pt x="2004060" y="317500"/>
                  </a:lnTo>
                  <a:lnTo>
                    <a:pt x="2004060" y="85969"/>
                  </a:lnTo>
                  <a:close/>
                </a:path>
                <a:path w="2207259" h="361950">
                  <a:moveTo>
                    <a:pt x="2095561" y="263520"/>
                  </a:moveTo>
                  <a:lnTo>
                    <a:pt x="2095500" y="322579"/>
                  </a:lnTo>
                  <a:lnTo>
                    <a:pt x="2110740" y="322579"/>
                  </a:lnTo>
                  <a:lnTo>
                    <a:pt x="2110740" y="293976"/>
                  </a:lnTo>
                  <a:lnTo>
                    <a:pt x="2110456" y="293311"/>
                  </a:lnTo>
                  <a:lnTo>
                    <a:pt x="2095753" y="263905"/>
                  </a:lnTo>
                  <a:lnTo>
                    <a:pt x="2095675" y="263748"/>
                  </a:lnTo>
                  <a:lnTo>
                    <a:pt x="2095561" y="263520"/>
                  </a:lnTo>
                  <a:close/>
                </a:path>
                <a:path w="2207259" h="361950">
                  <a:moveTo>
                    <a:pt x="2110789" y="293976"/>
                  </a:moveTo>
                  <a:lnTo>
                    <a:pt x="2110740" y="322579"/>
                  </a:lnTo>
                  <a:lnTo>
                    <a:pt x="2125091" y="322579"/>
                  </a:lnTo>
                  <a:lnTo>
                    <a:pt x="2110789" y="293976"/>
                  </a:lnTo>
                  <a:close/>
                </a:path>
                <a:path w="2207259" h="361950">
                  <a:moveTo>
                    <a:pt x="2110762" y="266700"/>
                  </a:moveTo>
                  <a:lnTo>
                    <a:pt x="2110789" y="293976"/>
                  </a:lnTo>
                  <a:lnTo>
                    <a:pt x="2125091" y="322579"/>
                  </a:lnTo>
                  <a:lnTo>
                    <a:pt x="2125091" y="295147"/>
                  </a:lnTo>
                  <a:lnTo>
                    <a:pt x="2124866" y="294931"/>
                  </a:lnTo>
                  <a:lnTo>
                    <a:pt x="2110762" y="266700"/>
                  </a:lnTo>
                  <a:close/>
                </a:path>
                <a:path w="2207259" h="361950">
                  <a:moveTo>
                    <a:pt x="2125111" y="295421"/>
                  </a:moveTo>
                  <a:lnTo>
                    <a:pt x="2125091" y="322579"/>
                  </a:lnTo>
                  <a:lnTo>
                    <a:pt x="2138680" y="322579"/>
                  </a:lnTo>
                  <a:lnTo>
                    <a:pt x="2125111" y="295421"/>
                  </a:lnTo>
                  <a:close/>
                </a:path>
                <a:path w="2207259" h="361950">
                  <a:moveTo>
                    <a:pt x="2125176" y="269789"/>
                  </a:moveTo>
                  <a:lnTo>
                    <a:pt x="2125091" y="270002"/>
                  </a:lnTo>
                  <a:lnTo>
                    <a:pt x="2124975" y="295147"/>
                  </a:lnTo>
                  <a:lnTo>
                    <a:pt x="2138680" y="322579"/>
                  </a:lnTo>
                  <a:lnTo>
                    <a:pt x="2138680" y="296691"/>
                  </a:lnTo>
                  <a:lnTo>
                    <a:pt x="2138455" y="296411"/>
                  </a:lnTo>
                  <a:lnTo>
                    <a:pt x="2125282" y="270002"/>
                  </a:lnTo>
                  <a:lnTo>
                    <a:pt x="2125176" y="269789"/>
                  </a:lnTo>
                  <a:close/>
                </a:path>
                <a:path w="2207259" h="361950">
                  <a:moveTo>
                    <a:pt x="2138734" y="296971"/>
                  </a:moveTo>
                  <a:lnTo>
                    <a:pt x="2138680" y="322579"/>
                  </a:lnTo>
                  <a:lnTo>
                    <a:pt x="2151507" y="322579"/>
                  </a:lnTo>
                  <a:lnTo>
                    <a:pt x="2138734" y="296971"/>
                  </a:lnTo>
                  <a:close/>
                </a:path>
                <a:path w="2207259" h="361950">
                  <a:moveTo>
                    <a:pt x="2138717" y="272322"/>
                  </a:moveTo>
                  <a:lnTo>
                    <a:pt x="2138594" y="296691"/>
                  </a:lnTo>
                  <a:lnTo>
                    <a:pt x="2151507" y="322579"/>
                  </a:lnTo>
                  <a:lnTo>
                    <a:pt x="2151507" y="297687"/>
                  </a:lnTo>
                  <a:lnTo>
                    <a:pt x="2151271" y="297452"/>
                  </a:lnTo>
                  <a:lnTo>
                    <a:pt x="2138717" y="272322"/>
                  </a:lnTo>
                  <a:close/>
                </a:path>
                <a:path w="2207259" h="361950">
                  <a:moveTo>
                    <a:pt x="2151566" y="298042"/>
                  </a:moveTo>
                  <a:lnTo>
                    <a:pt x="2151507" y="322579"/>
                  </a:lnTo>
                  <a:lnTo>
                    <a:pt x="2163191" y="321310"/>
                  </a:lnTo>
                  <a:lnTo>
                    <a:pt x="2151566" y="298042"/>
                  </a:lnTo>
                  <a:close/>
                </a:path>
                <a:path w="2207259" h="361950">
                  <a:moveTo>
                    <a:pt x="254469" y="277181"/>
                  </a:moveTo>
                  <a:lnTo>
                    <a:pt x="254381" y="313400"/>
                  </a:lnTo>
                  <a:lnTo>
                    <a:pt x="258331" y="321310"/>
                  </a:lnTo>
                  <a:lnTo>
                    <a:pt x="258318" y="284987"/>
                  </a:lnTo>
                  <a:lnTo>
                    <a:pt x="257999" y="284225"/>
                  </a:lnTo>
                  <a:lnTo>
                    <a:pt x="254469" y="277181"/>
                  </a:lnTo>
                  <a:close/>
                </a:path>
                <a:path w="2207259" h="361950">
                  <a:moveTo>
                    <a:pt x="1548077" y="269239"/>
                  </a:moveTo>
                  <a:lnTo>
                    <a:pt x="1548002" y="321310"/>
                  </a:lnTo>
                  <a:lnTo>
                    <a:pt x="1550162" y="321310"/>
                  </a:lnTo>
                  <a:lnTo>
                    <a:pt x="1550162" y="273160"/>
                  </a:lnTo>
                  <a:lnTo>
                    <a:pt x="1549899" y="272876"/>
                  </a:lnTo>
                  <a:lnTo>
                    <a:pt x="1548077" y="269239"/>
                  </a:lnTo>
                  <a:close/>
                </a:path>
                <a:path w="2207259" h="361950">
                  <a:moveTo>
                    <a:pt x="1674718" y="240407"/>
                  </a:moveTo>
                  <a:lnTo>
                    <a:pt x="1674639" y="287562"/>
                  </a:lnTo>
                  <a:lnTo>
                    <a:pt x="1691513" y="321310"/>
                  </a:lnTo>
                  <a:lnTo>
                    <a:pt x="1691513" y="274319"/>
                  </a:lnTo>
                  <a:lnTo>
                    <a:pt x="1691660" y="274319"/>
                  </a:lnTo>
                  <a:lnTo>
                    <a:pt x="1674718" y="240407"/>
                  </a:lnTo>
                  <a:close/>
                </a:path>
                <a:path w="2207259" h="361950">
                  <a:moveTo>
                    <a:pt x="1691513" y="230983"/>
                  </a:moveTo>
                  <a:lnTo>
                    <a:pt x="1691513" y="321310"/>
                  </a:lnTo>
                  <a:lnTo>
                    <a:pt x="1714500" y="320039"/>
                  </a:lnTo>
                  <a:lnTo>
                    <a:pt x="1712596" y="316229"/>
                  </a:lnTo>
                  <a:lnTo>
                    <a:pt x="1694815" y="316229"/>
                  </a:lnTo>
                  <a:lnTo>
                    <a:pt x="1694815" y="280670"/>
                  </a:lnTo>
                  <a:lnTo>
                    <a:pt x="1691823" y="274646"/>
                  </a:lnTo>
                  <a:lnTo>
                    <a:pt x="1691735" y="274469"/>
                  </a:lnTo>
                  <a:lnTo>
                    <a:pt x="1691660" y="274319"/>
                  </a:lnTo>
                  <a:lnTo>
                    <a:pt x="1694815" y="274319"/>
                  </a:lnTo>
                  <a:lnTo>
                    <a:pt x="1694815" y="237746"/>
                  </a:lnTo>
                  <a:lnTo>
                    <a:pt x="1694686" y="237341"/>
                  </a:lnTo>
                  <a:lnTo>
                    <a:pt x="1691513" y="230983"/>
                  </a:lnTo>
                  <a:close/>
                </a:path>
                <a:path w="2207259" h="361950">
                  <a:moveTo>
                    <a:pt x="1899793" y="301231"/>
                  </a:moveTo>
                  <a:lnTo>
                    <a:pt x="1899793" y="320039"/>
                  </a:lnTo>
                  <a:lnTo>
                    <a:pt x="1913382" y="321310"/>
                  </a:lnTo>
                  <a:lnTo>
                    <a:pt x="1913382" y="316229"/>
                  </a:lnTo>
                  <a:lnTo>
                    <a:pt x="1907286" y="316229"/>
                  </a:lnTo>
                  <a:lnTo>
                    <a:pt x="1899793" y="301231"/>
                  </a:lnTo>
                  <a:close/>
                </a:path>
                <a:path w="2207259" h="361950">
                  <a:moveTo>
                    <a:pt x="1923044" y="288819"/>
                  </a:moveTo>
                  <a:lnTo>
                    <a:pt x="1923034" y="314960"/>
                  </a:lnTo>
                  <a:lnTo>
                    <a:pt x="1913382" y="315738"/>
                  </a:lnTo>
                  <a:lnTo>
                    <a:pt x="1913382" y="321310"/>
                  </a:lnTo>
                  <a:lnTo>
                    <a:pt x="1927478" y="321310"/>
                  </a:lnTo>
                  <a:lnTo>
                    <a:pt x="1927361" y="297452"/>
                  </a:lnTo>
                  <a:lnTo>
                    <a:pt x="1923044" y="288819"/>
                  </a:lnTo>
                  <a:close/>
                </a:path>
                <a:path w="2207259" h="361950">
                  <a:moveTo>
                    <a:pt x="2007853" y="88104"/>
                  </a:moveTo>
                  <a:lnTo>
                    <a:pt x="2007743" y="321310"/>
                  </a:lnTo>
                  <a:lnTo>
                    <a:pt x="2066417" y="321310"/>
                  </a:lnTo>
                  <a:lnTo>
                    <a:pt x="2066417" y="320039"/>
                  </a:lnTo>
                  <a:lnTo>
                    <a:pt x="2018792" y="320039"/>
                  </a:lnTo>
                  <a:lnTo>
                    <a:pt x="2018792" y="318770"/>
                  </a:lnTo>
                  <a:lnTo>
                    <a:pt x="2015490" y="318770"/>
                  </a:lnTo>
                  <a:lnTo>
                    <a:pt x="2015490" y="103500"/>
                  </a:lnTo>
                  <a:lnTo>
                    <a:pt x="2015236" y="102870"/>
                  </a:lnTo>
                  <a:lnTo>
                    <a:pt x="2007853" y="88104"/>
                  </a:lnTo>
                  <a:close/>
                </a:path>
                <a:path w="2207259" h="361950">
                  <a:moveTo>
                    <a:pt x="2066512" y="205423"/>
                  </a:moveTo>
                  <a:lnTo>
                    <a:pt x="2066417" y="321310"/>
                  </a:lnTo>
                  <a:lnTo>
                    <a:pt x="2080768" y="321310"/>
                  </a:lnTo>
                  <a:lnTo>
                    <a:pt x="2080768" y="269239"/>
                  </a:lnTo>
                  <a:lnTo>
                    <a:pt x="2074291" y="269239"/>
                  </a:lnTo>
                  <a:lnTo>
                    <a:pt x="2074291" y="220979"/>
                  </a:lnTo>
                  <a:lnTo>
                    <a:pt x="2066512" y="205423"/>
                  </a:lnTo>
                  <a:close/>
                </a:path>
                <a:path w="2207259" h="361950">
                  <a:moveTo>
                    <a:pt x="2080768" y="233933"/>
                  </a:moveTo>
                  <a:lnTo>
                    <a:pt x="2080768" y="321310"/>
                  </a:lnTo>
                  <a:lnTo>
                    <a:pt x="2095500" y="321310"/>
                  </a:lnTo>
                  <a:lnTo>
                    <a:pt x="2095500" y="263520"/>
                  </a:lnTo>
                  <a:lnTo>
                    <a:pt x="2094992" y="262381"/>
                  </a:lnTo>
                  <a:lnTo>
                    <a:pt x="2087118" y="246633"/>
                  </a:lnTo>
                  <a:lnTo>
                    <a:pt x="2087028" y="246455"/>
                  </a:lnTo>
                  <a:lnTo>
                    <a:pt x="2085467" y="246455"/>
                  </a:lnTo>
                  <a:lnTo>
                    <a:pt x="2085467" y="243161"/>
                  </a:lnTo>
                  <a:lnTo>
                    <a:pt x="2085284" y="242967"/>
                  </a:lnTo>
                  <a:lnTo>
                    <a:pt x="2080768" y="233933"/>
                  </a:lnTo>
                  <a:close/>
                </a:path>
                <a:path w="2207259" h="361950">
                  <a:moveTo>
                    <a:pt x="2151615" y="274319"/>
                  </a:moveTo>
                  <a:lnTo>
                    <a:pt x="2151507" y="274469"/>
                  </a:lnTo>
                  <a:lnTo>
                    <a:pt x="2151389" y="297687"/>
                  </a:lnTo>
                  <a:lnTo>
                    <a:pt x="2163191" y="321310"/>
                  </a:lnTo>
                  <a:lnTo>
                    <a:pt x="2163191" y="297452"/>
                  </a:lnTo>
                  <a:lnTo>
                    <a:pt x="2151778" y="274646"/>
                  </a:lnTo>
                  <a:lnTo>
                    <a:pt x="2151690" y="274469"/>
                  </a:lnTo>
                  <a:lnTo>
                    <a:pt x="2151615" y="274319"/>
                  </a:lnTo>
                  <a:close/>
                </a:path>
                <a:path w="2207259" h="361950">
                  <a:moveTo>
                    <a:pt x="2163308" y="297687"/>
                  </a:moveTo>
                  <a:lnTo>
                    <a:pt x="2163191" y="321310"/>
                  </a:lnTo>
                  <a:lnTo>
                    <a:pt x="2174494" y="320039"/>
                  </a:lnTo>
                  <a:lnTo>
                    <a:pt x="2163308" y="297687"/>
                  </a:lnTo>
                  <a:close/>
                </a:path>
                <a:path w="2207259" h="361950">
                  <a:moveTo>
                    <a:pt x="116408" y="288019"/>
                  </a:moveTo>
                  <a:lnTo>
                    <a:pt x="116360" y="310382"/>
                  </a:lnTo>
                  <a:lnTo>
                    <a:pt x="121453" y="320582"/>
                  </a:lnTo>
                  <a:lnTo>
                    <a:pt x="121539" y="298406"/>
                  </a:lnTo>
                  <a:lnTo>
                    <a:pt x="121408" y="298042"/>
                  </a:lnTo>
                  <a:lnTo>
                    <a:pt x="116488" y="288179"/>
                  </a:lnTo>
                  <a:lnTo>
                    <a:pt x="116408" y="288019"/>
                  </a:lnTo>
                  <a:close/>
                </a:path>
                <a:path w="2207259" h="361950">
                  <a:moveTo>
                    <a:pt x="201675" y="276540"/>
                  </a:moveTo>
                  <a:lnTo>
                    <a:pt x="201675" y="309164"/>
                  </a:lnTo>
                  <a:lnTo>
                    <a:pt x="207391" y="320582"/>
                  </a:lnTo>
                  <a:lnTo>
                    <a:pt x="207391" y="287865"/>
                  </a:lnTo>
                  <a:lnTo>
                    <a:pt x="207163" y="287562"/>
                  </a:lnTo>
                  <a:lnTo>
                    <a:pt x="201675" y="276540"/>
                  </a:lnTo>
                  <a:close/>
                </a:path>
                <a:path w="2207259" h="361950">
                  <a:moveTo>
                    <a:pt x="1570482" y="313968"/>
                  </a:moveTo>
                  <a:lnTo>
                    <a:pt x="1570482" y="320039"/>
                  </a:lnTo>
                  <a:lnTo>
                    <a:pt x="1573523" y="320039"/>
                  </a:lnTo>
                  <a:lnTo>
                    <a:pt x="1570482" y="313968"/>
                  </a:lnTo>
                  <a:close/>
                </a:path>
                <a:path w="2207259" h="361950">
                  <a:moveTo>
                    <a:pt x="1591453" y="308355"/>
                  </a:moveTo>
                  <a:lnTo>
                    <a:pt x="1591437" y="320039"/>
                  </a:lnTo>
                  <a:lnTo>
                    <a:pt x="1597284" y="320039"/>
                  </a:lnTo>
                  <a:lnTo>
                    <a:pt x="1591579" y="308610"/>
                  </a:lnTo>
                  <a:lnTo>
                    <a:pt x="1591453" y="308355"/>
                  </a:lnTo>
                  <a:close/>
                </a:path>
                <a:path w="2207259" h="361950">
                  <a:moveTo>
                    <a:pt x="1714571" y="277181"/>
                  </a:moveTo>
                  <a:lnTo>
                    <a:pt x="1714500" y="320039"/>
                  </a:lnTo>
                  <a:lnTo>
                    <a:pt x="1735963" y="320039"/>
                  </a:lnTo>
                  <a:lnTo>
                    <a:pt x="1734061" y="316229"/>
                  </a:lnTo>
                  <a:lnTo>
                    <a:pt x="1726946" y="316229"/>
                  </a:lnTo>
                  <a:lnTo>
                    <a:pt x="1726946" y="302025"/>
                  </a:lnTo>
                  <a:lnTo>
                    <a:pt x="1726813" y="301709"/>
                  </a:lnTo>
                  <a:lnTo>
                    <a:pt x="1714571" y="277181"/>
                  </a:lnTo>
                  <a:close/>
                </a:path>
                <a:path w="2207259" h="361950">
                  <a:moveTo>
                    <a:pt x="1735963" y="272876"/>
                  </a:moveTo>
                  <a:lnTo>
                    <a:pt x="1735963" y="320039"/>
                  </a:lnTo>
                  <a:lnTo>
                    <a:pt x="1758950" y="318770"/>
                  </a:lnTo>
                  <a:lnTo>
                    <a:pt x="1757677" y="316229"/>
                  </a:lnTo>
                  <a:lnTo>
                    <a:pt x="1742567" y="316229"/>
                  </a:lnTo>
                  <a:lnTo>
                    <a:pt x="1742567" y="286257"/>
                  </a:lnTo>
                  <a:lnTo>
                    <a:pt x="1742411" y="285750"/>
                  </a:lnTo>
                  <a:lnTo>
                    <a:pt x="1735963" y="272876"/>
                  </a:lnTo>
                  <a:close/>
                </a:path>
                <a:path w="2207259" h="361950">
                  <a:moveTo>
                    <a:pt x="1887220" y="295421"/>
                  </a:moveTo>
                  <a:lnTo>
                    <a:pt x="1875536" y="318770"/>
                  </a:lnTo>
                  <a:lnTo>
                    <a:pt x="1887220" y="320039"/>
                  </a:lnTo>
                  <a:lnTo>
                    <a:pt x="1887220" y="308355"/>
                  </a:lnTo>
                  <a:lnTo>
                    <a:pt x="1884054" y="302025"/>
                  </a:lnTo>
                  <a:lnTo>
                    <a:pt x="1887220" y="302025"/>
                  </a:lnTo>
                  <a:lnTo>
                    <a:pt x="1887220" y="295421"/>
                  </a:lnTo>
                  <a:close/>
                </a:path>
                <a:path w="2207259" h="361950">
                  <a:moveTo>
                    <a:pt x="1890157" y="314230"/>
                  </a:moveTo>
                  <a:lnTo>
                    <a:pt x="1889882" y="314705"/>
                  </a:lnTo>
                  <a:lnTo>
                    <a:pt x="1887540" y="319397"/>
                  </a:lnTo>
                  <a:lnTo>
                    <a:pt x="1887220" y="319838"/>
                  </a:lnTo>
                  <a:lnTo>
                    <a:pt x="1887220" y="320039"/>
                  </a:lnTo>
                  <a:lnTo>
                    <a:pt x="1899793" y="320039"/>
                  </a:lnTo>
                  <a:lnTo>
                    <a:pt x="1899793" y="316229"/>
                  </a:lnTo>
                  <a:lnTo>
                    <a:pt x="1891157" y="316229"/>
                  </a:lnTo>
                  <a:lnTo>
                    <a:pt x="1890157" y="314230"/>
                  </a:lnTo>
                  <a:close/>
                </a:path>
                <a:path w="2207259" h="361950">
                  <a:moveTo>
                    <a:pt x="2018878" y="110155"/>
                  </a:moveTo>
                  <a:lnTo>
                    <a:pt x="2018792" y="320039"/>
                  </a:lnTo>
                  <a:lnTo>
                    <a:pt x="2039366" y="320039"/>
                  </a:lnTo>
                  <a:lnTo>
                    <a:pt x="2039366" y="318770"/>
                  </a:lnTo>
                  <a:lnTo>
                    <a:pt x="2026920" y="318770"/>
                  </a:lnTo>
                  <a:lnTo>
                    <a:pt x="2026920" y="126237"/>
                  </a:lnTo>
                  <a:lnTo>
                    <a:pt x="2018878" y="110155"/>
                  </a:lnTo>
                  <a:close/>
                </a:path>
                <a:path w="2207259" h="361950">
                  <a:moveTo>
                    <a:pt x="2039366" y="151129"/>
                  </a:moveTo>
                  <a:lnTo>
                    <a:pt x="2039366" y="320039"/>
                  </a:lnTo>
                  <a:lnTo>
                    <a:pt x="2052320" y="320039"/>
                  </a:lnTo>
                  <a:lnTo>
                    <a:pt x="2052320" y="314960"/>
                  </a:lnTo>
                  <a:lnTo>
                    <a:pt x="2040127" y="314960"/>
                  </a:lnTo>
                  <a:lnTo>
                    <a:pt x="2040127" y="152653"/>
                  </a:lnTo>
                  <a:lnTo>
                    <a:pt x="2039366" y="151129"/>
                  </a:lnTo>
                  <a:close/>
                </a:path>
                <a:path w="2207259" h="361950">
                  <a:moveTo>
                    <a:pt x="2052320" y="177037"/>
                  </a:moveTo>
                  <a:lnTo>
                    <a:pt x="2052320" y="320039"/>
                  </a:lnTo>
                  <a:lnTo>
                    <a:pt x="2066417" y="320039"/>
                  </a:lnTo>
                  <a:lnTo>
                    <a:pt x="2066417" y="304800"/>
                  </a:lnTo>
                  <a:lnTo>
                    <a:pt x="2055114" y="304800"/>
                  </a:lnTo>
                  <a:lnTo>
                    <a:pt x="2055114" y="182738"/>
                  </a:lnTo>
                  <a:lnTo>
                    <a:pt x="2054860" y="182118"/>
                  </a:lnTo>
                  <a:lnTo>
                    <a:pt x="2052320" y="177037"/>
                  </a:lnTo>
                  <a:close/>
                </a:path>
                <a:path w="2207259" h="361950">
                  <a:moveTo>
                    <a:pt x="2174609" y="302452"/>
                  </a:moveTo>
                  <a:lnTo>
                    <a:pt x="2174494" y="320039"/>
                  </a:lnTo>
                  <a:lnTo>
                    <a:pt x="2182749" y="318770"/>
                  </a:lnTo>
                  <a:lnTo>
                    <a:pt x="2174609" y="302452"/>
                  </a:lnTo>
                  <a:close/>
                </a:path>
                <a:path w="2207259" h="361950">
                  <a:moveTo>
                    <a:pt x="65840" y="245110"/>
                  </a:moveTo>
                  <a:lnTo>
                    <a:pt x="62738" y="245110"/>
                  </a:lnTo>
                  <a:lnTo>
                    <a:pt x="62771" y="310896"/>
                  </a:lnTo>
                  <a:lnTo>
                    <a:pt x="67211" y="319838"/>
                  </a:lnTo>
                  <a:lnTo>
                    <a:pt x="67171" y="247768"/>
                  </a:lnTo>
                  <a:lnTo>
                    <a:pt x="65840" y="245110"/>
                  </a:lnTo>
                  <a:close/>
                </a:path>
                <a:path w="2207259" h="361950">
                  <a:moveTo>
                    <a:pt x="98508" y="292100"/>
                  </a:moveTo>
                  <a:lnTo>
                    <a:pt x="98517" y="310382"/>
                  </a:lnTo>
                  <a:lnTo>
                    <a:pt x="103250" y="319838"/>
                  </a:lnTo>
                  <a:lnTo>
                    <a:pt x="103250" y="301538"/>
                  </a:lnTo>
                  <a:lnTo>
                    <a:pt x="98594" y="292271"/>
                  </a:lnTo>
                  <a:lnTo>
                    <a:pt x="98508" y="292100"/>
                  </a:lnTo>
                  <a:close/>
                </a:path>
                <a:path w="2207259" h="361950">
                  <a:moveTo>
                    <a:pt x="1711182" y="270392"/>
                  </a:moveTo>
                  <a:lnTo>
                    <a:pt x="1711183" y="313400"/>
                  </a:lnTo>
                  <a:lnTo>
                    <a:pt x="1714399" y="319838"/>
                  </a:lnTo>
                  <a:lnTo>
                    <a:pt x="1714500" y="276860"/>
                  </a:lnTo>
                  <a:lnTo>
                    <a:pt x="1714251" y="276540"/>
                  </a:lnTo>
                  <a:lnTo>
                    <a:pt x="1711407" y="270842"/>
                  </a:lnTo>
                  <a:lnTo>
                    <a:pt x="1711298" y="270624"/>
                  </a:lnTo>
                  <a:lnTo>
                    <a:pt x="1711182" y="270392"/>
                  </a:lnTo>
                  <a:close/>
                </a:path>
                <a:path w="2207259" h="361950">
                  <a:moveTo>
                    <a:pt x="1726956" y="254894"/>
                  </a:moveTo>
                  <a:lnTo>
                    <a:pt x="1726971" y="302025"/>
                  </a:lnTo>
                  <a:lnTo>
                    <a:pt x="1735862" y="319838"/>
                  </a:lnTo>
                  <a:lnTo>
                    <a:pt x="1735963" y="272680"/>
                  </a:lnTo>
                  <a:lnTo>
                    <a:pt x="1735685" y="272322"/>
                  </a:lnTo>
                  <a:lnTo>
                    <a:pt x="1726956" y="254894"/>
                  </a:lnTo>
                  <a:close/>
                </a:path>
                <a:path w="2207259" h="361950">
                  <a:moveTo>
                    <a:pt x="1887220" y="308355"/>
                  </a:moveTo>
                  <a:lnTo>
                    <a:pt x="1887220" y="319838"/>
                  </a:lnTo>
                  <a:lnTo>
                    <a:pt x="1887540" y="319397"/>
                  </a:lnTo>
                  <a:lnTo>
                    <a:pt x="1890119" y="314230"/>
                  </a:lnTo>
                  <a:lnTo>
                    <a:pt x="1890026" y="313968"/>
                  </a:lnTo>
                  <a:lnTo>
                    <a:pt x="1887220" y="308355"/>
                  </a:lnTo>
                  <a:close/>
                </a:path>
                <a:path w="2207259" h="361950">
                  <a:moveTo>
                    <a:pt x="2163238" y="279653"/>
                  </a:moveTo>
                  <a:lnTo>
                    <a:pt x="2163308" y="297687"/>
                  </a:lnTo>
                  <a:lnTo>
                    <a:pt x="2174393" y="319838"/>
                  </a:lnTo>
                  <a:lnTo>
                    <a:pt x="2174494" y="302025"/>
                  </a:lnTo>
                  <a:lnTo>
                    <a:pt x="2174239" y="301709"/>
                  </a:lnTo>
                  <a:lnTo>
                    <a:pt x="2163331" y="279841"/>
                  </a:lnTo>
                  <a:lnTo>
                    <a:pt x="2163238" y="279653"/>
                  </a:lnTo>
                  <a:close/>
                </a:path>
                <a:path w="2207259" h="361950">
                  <a:moveTo>
                    <a:pt x="219222" y="277663"/>
                  </a:moveTo>
                  <a:lnTo>
                    <a:pt x="219268" y="311877"/>
                  </a:lnTo>
                  <a:lnTo>
                    <a:pt x="223012" y="319397"/>
                  </a:lnTo>
                  <a:lnTo>
                    <a:pt x="223012" y="284987"/>
                  </a:lnTo>
                  <a:lnTo>
                    <a:pt x="222504" y="284225"/>
                  </a:lnTo>
                  <a:lnTo>
                    <a:pt x="219222" y="277663"/>
                  </a:lnTo>
                  <a:close/>
                </a:path>
                <a:path w="2207259" h="361950">
                  <a:moveTo>
                    <a:pt x="1613916" y="306577"/>
                  </a:moveTo>
                  <a:lnTo>
                    <a:pt x="1613916" y="318770"/>
                  </a:lnTo>
                  <a:lnTo>
                    <a:pt x="1620012" y="318770"/>
                  </a:lnTo>
                  <a:lnTo>
                    <a:pt x="1613916" y="306577"/>
                  </a:lnTo>
                  <a:close/>
                </a:path>
                <a:path w="2207259" h="361950">
                  <a:moveTo>
                    <a:pt x="1742567" y="241046"/>
                  </a:moveTo>
                  <a:lnTo>
                    <a:pt x="1742665" y="286257"/>
                  </a:lnTo>
                  <a:lnTo>
                    <a:pt x="1758950" y="318770"/>
                  </a:lnTo>
                  <a:lnTo>
                    <a:pt x="1758950" y="316229"/>
                  </a:lnTo>
                  <a:lnTo>
                    <a:pt x="1758188" y="316229"/>
                  </a:lnTo>
                  <a:lnTo>
                    <a:pt x="1758188" y="272034"/>
                  </a:lnTo>
                  <a:lnTo>
                    <a:pt x="1757933" y="271779"/>
                  </a:lnTo>
                  <a:lnTo>
                    <a:pt x="1742567" y="241046"/>
                  </a:lnTo>
                  <a:close/>
                </a:path>
                <a:path w="2207259" h="361950">
                  <a:moveTo>
                    <a:pt x="1759043" y="230743"/>
                  </a:moveTo>
                  <a:lnTo>
                    <a:pt x="1758950" y="318770"/>
                  </a:lnTo>
                  <a:lnTo>
                    <a:pt x="1780794" y="317500"/>
                  </a:lnTo>
                  <a:lnTo>
                    <a:pt x="1779524" y="314960"/>
                  </a:lnTo>
                  <a:lnTo>
                    <a:pt x="1773427" y="314960"/>
                  </a:lnTo>
                  <a:lnTo>
                    <a:pt x="1773427" y="302767"/>
                  </a:lnTo>
                  <a:lnTo>
                    <a:pt x="1759367" y="274646"/>
                  </a:lnTo>
                  <a:lnTo>
                    <a:pt x="1759278" y="274469"/>
                  </a:lnTo>
                  <a:lnTo>
                    <a:pt x="1759203" y="274319"/>
                  </a:lnTo>
                  <a:lnTo>
                    <a:pt x="1773427" y="274319"/>
                  </a:lnTo>
                  <a:lnTo>
                    <a:pt x="1773427" y="259537"/>
                  </a:lnTo>
                  <a:lnTo>
                    <a:pt x="1759163" y="230983"/>
                  </a:lnTo>
                  <a:lnTo>
                    <a:pt x="1759043" y="230743"/>
                  </a:lnTo>
                  <a:close/>
                </a:path>
                <a:path w="2207259" h="361950">
                  <a:moveTo>
                    <a:pt x="1855853" y="310382"/>
                  </a:moveTo>
                  <a:lnTo>
                    <a:pt x="1852295" y="317500"/>
                  </a:lnTo>
                  <a:lnTo>
                    <a:pt x="1863725" y="318770"/>
                  </a:lnTo>
                  <a:lnTo>
                    <a:pt x="1863725" y="316229"/>
                  </a:lnTo>
                  <a:lnTo>
                    <a:pt x="1858772" y="316229"/>
                  </a:lnTo>
                  <a:lnTo>
                    <a:pt x="1855853" y="310382"/>
                  </a:lnTo>
                  <a:close/>
                </a:path>
                <a:path w="2207259" h="361950">
                  <a:moveTo>
                    <a:pt x="1864056" y="293976"/>
                  </a:moveTo>
                  <a:lnTo>
                    <a:pt x="1863725" y="294386"/>
                  </a:lnTo>
                  <a:lnTo>
                    <a:pt x="1863725" y="318770"/>
                  </a:lnTo>
                  <a:lnTo>
                    <a:pt x="1870081" y="306056"/>
                  </a:lnTo>
                  <a:lnTo>
                    <a:pt x="1864056" y="293976"/>
                  </a:lnTo>
                  <a:close/>
                </a:path>
                <a:path w="2207259" h="361950">
                  <a:moveTo>
                    <a:pt x="1870081" y="306056"/>
                  </a:moveTo>
                  <a:lnTo>
                    <a:pt x="1863725" y="318770"/>
                  </a:lnTo>
                  <a:lnTo>
                    <a:pt x="1875536" y="318770"/>
                  </a:lnTo>
                  <a:lnTo>
                    <a:pt x="1875536" y="316229"/>
                  </a:lnTo>
                  <a:lnTo>
                    <a:pt x="1875155" y="316229"/>
                  </a:lnTo>
                  <a:lnTo>
                    <a:pt x="1870081" y="306056"/>
                  </a:lnTo>
                  <a:close/>
                </a:path>
                <a:path w="2207259" h="361950">
                  <a:moveTo>
                    <a:pt x="1887220" y="272034"/>
                  </a:moveTo>
                  <a:lnTo>
                    <a:pt x="1886948" y="272322"/>
                  </a:lnTo>
                  <a:lnTo>
                    <a:pt x="1875917" y="294386"/>
                  </a:lnTo>
                  <a:lnTo>
                    <a:pt x="1875790" y="294640"/>
                  </a:lnTo>
                  <a:lnTo>
                    <a:pt x="1875536" y="294931"/>
                  </a:lnTo>
                  <a:lnTo>
                    <a:pt x="1875536" y="318770"/>
                  </a:lnTo>
                  <a:lnTo>
                    <a:pt x="1883915" y="302025"/>
                  </a:lnTo>
                  <a:lnTo>
                    <a:pt x="1884054" y="302025"/>
                  </a:lnTo>
                  <a:lnTo>
                    <a:pt x="1878177" y="290270"/>
                  </a:lnTo>
                  <a:lnTo>
                    <a:pt x="1887220" y="290270"/>
                  </a:lnTo>
                  <a:lnTo>
                    <a:pt x="1887220" y="276317"/>
                  </a:lnTo>
                  <a:lnTo>
                    <a:pt x="1886892" y="275408"/>
                  </a:lnTo>
                  <a:lnTo>
                    <a:pt x="1886511" y="274646"/>
                  </a:lnTo>
                  <a:lnTo>
                    <a:pt x="1886423" y="274469"/>
                  </a:lnTo>
                  <a:lnTo>
                    <a:pt x="1886348" y="274319"/>
                  </a:lnTo>
                  <a:lnTo>
                    <a:pt x="1887220" y="274319"/>
                  </a:lnTo>
                  <a:lnTo>
                    <a:pt x="1887220" y="272034"/>
                  </a:lnTo>
                  <a:close/>
                </a:path>
                <a:path w="2207259" h="361950">
                  <a:moveTo>
                    <a:pt x="2015551" y="103500"/>
                  </a:moveTo>
                  <a:lnTo>
                    <a:pt x="2015490" y="318770"/>
                  </a:lnTo>
                  <a:lnTo>
                    <a:pt x="2018792" y="318770"/>
                  </a:lnTo>
                  <a:lnTo>
                    <a:pt x="2018682" y="109762"/>
                  </a:lnTo>
                  <a:lnTo>
                    <a:pt x="2015832" y="104062"/>
                  </a:lnTo>
                  <a:lnTo>
                    <a:pt x="2015744" y="103885"/>
                  </a:lnTo>
                  <a:lnTo>
                    <a:pt x="2015674" y="103747"/>
                  </a:lnTo>
                  <a:lnTo>
                    <a:pt x="2015551" y="103500"/>
                  </a:lnTo>
                  <a:close/>
                </a:path>
                <a:path w="2207259" h="361950">
                  <a:moveTo>
                    <a:pt x="2026920" y="126237"/>
                  </a:moveTo>
                  <a:lnTo>
                    <a:pt x="2026920" y="318770"/>
                  </a:lnTo>
                  <a:lnTo>
                    <a:pt x="2027427" y="318770"/>
                  </a:lnTo>
                  <a:lnTo>
                    <a:pt x="2027427" y="127022"/>
                  </a:lnTo>
                  <a:lnTo>
                    <a:pt x="2027047" y="126492"/>
                  </a:lnTo>
                  <a:lnTo>
                    <a:pt x="2026920" y="126237"/>
                  </a:lnTo>
                  <a:close/>
                </a:path>
                <a:path w="2207259" h="361950">
                  <a:moveTo>
                    <a:pt x="2027515" y="127428"/>
                  </a:moveTo>
                  <a:lnTo>
                    <a:pt x="2027427" y="318770"/>
                  </a:lnTo>
                  <a:lnTo>
                    <a:pt x="2039366" y="318770"/>
                  </a:lnTo>
                  <a:lnTo>
                    <a:pt x="2039366" y="317500"/>
                  </a:lnTo>
                  <a:lnTo>
                    <a:pt x="2034286" y="317500"/>
                  </a:lnTo>
                  <a:lnTo>
                    <a:pt x="2034286" y="140970"/>
                  </a:lnTo>
                  <a:lnTo>
                    <a:pt x="2027602" y="127603"/>
                  </a:lnTo>
                  <a:lnTo>
                    <a:pt x="2027515" y="127428"/>
                  </a:lnTo>
                  <a:close/>
                </a:path>
                <a:path w="2207259" h="361950">
                  <a:moveTo>
                    <a:pt x="2182766" y="302767"/>
                  </a:moveTo>
                  <a:lnTo>
                    <a:pt x="2182749" y="318770"/>
                  </a:lnTo>
                  <a:lnTo>
                    <a:pt x="2190115" y="317500"/>
                  </a:lnTo>
                  <a:lnTo>
                    <a:pt x="2183009" y="303253"/>
                  </a:lnTo>
                  <a:lnTo>
                    <a:pt x="2182893" y="303022"/>
                  </a:lnTo>
                  <a:lnTo>
                    <a:pt x="2182766" y="302767"/>
                  </a:lnTo>
                  <a:close/>
                </a:path>
                <a:path w="2207259" h="361950">
                  <a:moveTo>
                    <a:pt x="238608" y="281822"/>
                  </a:moveTo>
                  <a:lnTo>
                    <a:pt x="238506" y="316229"/>
                  </a:lnTo>
                  <a:lnTo>
                    <a:pt x="239649" y="318515"/>
                  </a:lnTo>
                  <a:lnTo>
                    <a:pt x="239649" y="283944"/>
                  </a:lnTo>
                  <a:lnTo>
                    <a:pt x="238765" y="282135"/>
                  </a:lnTo>
                  <a:lnTo>
                    <a:pt x="238699" y="282003"/>
                  </a:lnTo>
                  <a:lnTo>
                    <a:pt x="238608" y="281822"/>
                  </a:lnTo>
                  <a:close/>
                </a:path>
                <a:path w="2207259" h="361950">
                  <a:moveTo>
                    <a:pt x="2174532" y="286257"/>
                  </a:moveTo>
                  <a:lnTo>
                    <a:pt x="2174494" y="286511"/>
                  </a:lnTo>
                  <a:lnTo>
                    <a:pt x="2174397" y="302025"/>
                  </a:lnTo>
                  <a:lnTo>
                    <a:pt x="2182622" y="318515"/>
                  </a:lnTo>
                  <a:lnTo>
                    <a:pt x="2182749" y="302767"/>
                  </a:lnTo>
                  <a:lnTo>
                    <a:pt x="2174658" y="286511"/>
                  </a:lnTo>
                  <a:lnTo>
                    <a:pt x="2174532" y="286257"/>
                  </a:lnTo>
                  <a:close/>
                </a:path>
                <a:path w="2207259" h="361950">
                  <a:moveTo>
                    <a:pt x="381589" y="252893"/>
                  </a:moveTo>
                  <a:lnTo>
                    <a:pt x="381544" y="296411"/>
                  </a:lnTo>
                  <a:lnTo>
                    <a:pt x="392302" y="317841"/>
                  </a:lnTo>
                  <a:lnTo>
                    <a:pt x="392302" y="274319"/>
                  </a:lnTo>
                  <a:lnTo>
                    <a:pt x="381589" y="252893"/>
                  </a:lnTo>
                  <a:close/>
                </a:path>
                <a:path w="2207259" h="361950">
                  <a:moveTo>
                    <a:pt x="1635378" y="302025"/>
                  </a:moveTo>
                  <a:lnTo>
                    <a:pt x="1635378" y="317500"/>
                  </a:lnTo>
                  <a:lnTo>
                    <a:pt x="1643123" y="317500"/>
                  </a:lnTo>
                  <a:lnTo>
                    <a:pt x="1635378" y="302025"/>
                  </a:lnTo>
                  <a:close/>
                </a:path>
                <a:path w="2207259" h="361950">
                  <a:moveTo>
                    <a:pt x="1656505" y="296691"/>
                  </a:moveTo>
                  <a:lnTo>
                    <a:pt x="1656461" y="317500"/>
                  </a:lnTo>
                  <a:lnTo>
                    <a:pt x="1666881" y="317500"/>
                  </a:lnTo>
                  <a:lnTo>
                    <a:pt x="1656505" y="296691"/>
                  </a:lnTo>
                  <a:close/>
                </a:path>
                <a:path w="2207259" h="361950">
                  <a:moveTo>
                    <a:pt x="1773427" y="259537"/>
                  </a:moveTo>
                  <a:lnTo>
                    <a:pt x="1773427" y="302767"/>
                  </a:lnTo>
                  <a:lnTo>
                    <a:pt x="1780794" y="317500"/>
                  </a:lnTo>
                  <a:lnTo>
                    <a:pt x="1780794" y="274319"/>
                  </a:lnTo>
                  <a:lnTo>
                    <a:pt x="1773427" y="259537"/>
                  </a:lnTo>
                  <a:close/>
                </a:path>
                <a:path w="2207259" h="361950">
                  <a:moveTo>
                    <a:pt x="1780887" y="274469"/>
                  </a:moveTo>
                  <a:lnTo>
                    <a:pt x="1780794" y="317500"/>
                  </a:lnTo>
                  <a:lnTo>
                    <a:pt x="1802384" y="317500"/>
                  </a:lnTo>
                  <a:lnTo>
                    <a:pt x="1801115" y="314960"/>
                  </a:lnTo>
                  <a:lnTo>
                    <a:pt x="1786255" y="314960"/>
                  </a:lnTo>
                  <a:lnTo>
                    <a:pt x="1786255" y="284987"/>
                  </a:lnTo>
                  <a:lnTo>
                    <a:pt x="1785761" y="284225"/>
                  </a:lnTo>
                  <a:lnTo>
                    <a:pt x="1780975" y="274646"/>
                  </a:lnTo>
                  <a:lnTo>
                    <a:pt x="1780887" y="274469"/>
                  </a:lnTo>
                  <a:close/>
                </a:path>
                <a:path w="2207259" h="361950">
                  <a:moveTo>
                    <a:pt x="1798193" y="270842"/>
                  </a:moveTo>
                  <a:lnTo>
                    <a:pt x="1798220" y="309164"/>
                  </a:lnTo>
                  <a:lnTo>
                    <a:pt x="1802384" y="317500"/>
                  </a:lnTo>
                  <a:lnTo>
                    <a:pt x="1802384" y="279210"/>
                  </a:lnTo>
                  <a:lnTo>
                    <a:pt x="1798193" y="270842"/>
                  </a:lnTo>
                  <a:close/>
                </a:path>
                <a:path w="2207259" h="361950">
                  <a:moveTo>
                    <a:pt x="1802384" y="279210"/>
                  </a:moveTo>
                  <a:lnTo>
                    <a:pt x="1802384" y="317500"/>
                  </a:lnTo>
                  <a:lnTo>
                    <a:pt x="1820926" y="316229"/>
                  </a:lnTo>
                  <a:lnTo>
                    <a:pt x="1816481" y="316229"/>
                  </a:lnTo>
                  <a:lnTo>
                    <a:pt x="1810258" y="314960"/>
                  </a:lnTo>
                  <a:lnTo>
                    <a:pt x="1810258" y="294931"/>
                  </a:lnTo>
                  <a:lnTo>
                    <a:pt x="1802384" y="279210"/>
                  </a:lnTo>
                  <a:close/>
                </a:path>
                <a:path w="2207259" h="361950">
                  <a:moveTo>
                    <a:pt x="1837479" y="307694"/>
                  </a:moveTo>
                  <a:lnTo>
                    <a:pt x="1837064" y="308355"/>
                  </a:lnTo>
                  <a:lnTo>
                    <a:pt x="1833118" y="316229"/>
                  </a:lnTo>
                  <a:lnTo>
                    <a:pt x="1843151" y="317500"/>
                  </a:lnTo>
                  <a:lnTo>
                    <a:pt x="1843151" y="316229"/>
                  </a:lnTo>
                  <a:lnTo>
                    <a:pt x="1841753" y="316229"/>
                  </a:lnTo>
                  <a:lnTo>
                    <a:pt x="1837479" y="307694"/>
                  </a:lnTo>
                  <a:close/>
                </a:path>
                <a:path w="2207259" h="361950">
                  <a:moveTo>
                    <a:pt x="1852295" y="278002"/>
                  </a:moveTo>
                  <a:lnTo>
                    <a:pt x="1843278" y="295959"/>
                  </a:lnTo>
                  <a:lnTo>
                    <a:pt x="1843151" y="296411"/>
                  </a:lnTo>
                  <a:lnTo>
                    <a:pt x="1843151" y="317500"/>
                  </a:lnTo>
                  <a:lnTo>
                    <a:pt x="1851278" y="301231"/>
                  </a:lnTo>
                  <a:lnTo>
                    <a:pt x="1846047" y="290737"/>
                  </a:lnTo>
                  <a:lnTo>
                    <a:pt x="1852295" y="290737"/>
                  </a:lnTo>
                  <a:lnTo>
                    <a:pt x="1852295" y="278002"/>
                  </a:lnTo>
                  <a:close/>
                </a:path>
                <a:path w="2207259" h="361950">
                  <a:moveTo>
                    <a:pt x="1851285" y="301231"/>
                  </a:moveTo>
                  <a:lnTo>
                    <a:pt x="1843151" y="317500"/>
                  </a:lnTo>
                  <a:lnTo>
                    <a:pt x="1852295" y="317500"/>
                  </a:lnTo>
                  <a:lnTo>
                    <a:pt x="1852179" y="303022"/>
                  </a:lnTo>
                  <a:lnTo>
                    <a:pt x="1851285" y="301231"/>
                  </a:lnTo>
                  <a:close/>
                </a:path>
                <a:path w="2207259" h="361950">
                  <a:moveTo>
                    <a:pt x="1852295" y="303253"/>
                  </a:moveTo>
                  <a:lnTo>
                    <a:pt x="1852295" y="317500"/>
                  </a:lnTo>
                  <a:lnTo>
                    <a:pt x="1855853" y="310382"/>
                  </a:lnTo>
                  <a:lnTo>
                    <a:pt x="1852295" y="303253"/>
                  </a:lnTo>
                  <a:close/>
                </a:path>
                <a:path w="2207259" h="361950">
                  <a:moveTo>
                    <a:pt x="1996313" y="101691"/>
                  </a:moveTo>
                  <a:lnTo>
                    <a:pt x="1995860" y="102396"/>
                  </a:lnTo>
                  <a:lnTo>
                    <a:pt x="1995309" y="103500"/>
                  </a:lnTo>
                  <a:lnTo>
                    <a:pt x="1995185" y="103747"/>
                  </a:lnTo>
                  <a:lnTo>
                    <a:pt x="1995116" y="103885"/>
                  </a:lnTo>
                  <a:lnTo>
                    <a:pt x="1995028" y="104062"/>
                  </a:lnTo>
                  <a:lnTo>
                    <a:pt x="1994789" y="104394"/>
                  </a:lnTo>
                  <a:lnTo>
                    <a:pt x="1994789" y="317500"/>
                  </a:lnTo>
                  <a:lnTo>
                    <a:pt x="1996313" y="317500"/>
                  </a:lnTo>
                  <a:lnTo>
                    <a:pt x="1996313" y="101691"/>
                  </a:lnTo>
                  <a:close/>
                </a:path>
                <a:path w="2207259" h="361950">
                  <a:moveTo>
                    <a:pt x="2005421" y="83241"/>
                  </a:moveTo>
                  <a:lnTo>
                    <a:pt x="2004060" y="85969"/>
                  </a:lnTo>
                  <a:lnTo>
                    <a:pt x="2004060" y="317500"/>
                  </a:lnTo>
                  <a:lnTo>
                    <a:pt x="2007743" y="317500"/>
                  </a:lnTo>
                  <a:lnTo>
                    <a:pt x="2007616" y="87629"/>
                  </a:lnTo>
                  <a:lnTo>
                    <a:pt x="2005520" y="83439"/>
                  </a:lnTo>
                  <a:lnTo>
                    <a:pt x="2005421" y="83241"/>
                  </a:lnTo>
                  <a:close/>
                </a:path>
                <a:path w="2207259" h="361950">
                  <a:moveTo>
                    <a:pt x="2034286" y="140970"/>
                  </a:moveTo>
                  <a:lnTo>
                    <a:pt x="2034286" y="317500"/>
                  </a:lnTo>
                  <a:lnTo>
                    <a:pt x="2039366" y="317500"/>
                  </a:lnTo>
                  <a:lnTo>
                    <a:pt x="2039366" y="150908"/>
                  </a:lnTo>
                  <a:lnTo>
                    <a:pt x="2039189" y="150776"/>
                  </a:lnTo>
                  <a:lnTo>
                    <a:pt x="2034286" y="140970"/>
                  </a:lnTo>
                  <a:close/>
                </a:path>
                <a:path w="2207259" h="361950">
                  <a:moveTo>
                    <a:pt x="2182749" y="288819"/>
                  </a:moveTo>
                  <a:lnTo>
                    <a:pt x="2182766" y="302767"/>
                  </a:lnTo>
                  <a:lnTo>
                    <a:pt x="2190115" y="317500"/>
                  </a:lnTo>
                  <a:lnTo>
                    <a:pt x="2190115" y="303539"/>
                  </a:lnTo>
                  <a:lnTo>
                    <a:pt x="2182749" y="288819"/>
                  </a:lnTo>
                  <a:close/>
                </a:path>
                <a:path w="2207259" h="361950">
                  <a:moveTo>
                    <a:pt x="2190115" y="303539"/>
                  </a:moveTo>
                  <a:lnTo>
                    <a:pt x="2190115" y="317500"/>
                  </a:lnTo>
                  <a:lnTo>
                    <a:pt x="2195830" y="314960"/>
                  </a:lnTo>
                  <a:lnTo>
                    <a:pt x="2190115" y="303539"/>
                  </a:lnTo>
                  <a:close/>
                </a:path>
                <a:path w="2207259" h="361950">
                  <a:moveTo>
                    <a:pt x="1674639" y="287562"/>
                  </a:moveTo>
                  <a:lnTo>
                    <a:pt x="1674622" y="316229"/>
                  </a:lnTo>
                  <a:lnTo>
                    <a:pt x="1688973" y="316229"/>
                  </a:lnTo>
                  <a:lnTo>
                    <a:pt x="1674639" y="287562"/>
                  </a:lnTo>
                  <a:close/>
                </a:path>
                <a:path w="2207259" h="361950">
                  <a:moveTo>
                    <a:pt x="1694903" y="280811"/>
                  </a:moveTo>
                  <a:lnTo>
                    <a:pt x="1694815" y="316229"/>
                  </a:lnTo>
                  <a:lnTo>
                    <a:pt x="1711071" y="316229"/>
                  </a:lnTo>
                  <a:lnTo>
                    <a:pt x="1711071" y="313175"/>
                  </a:lnTo>
                  <a:lnTo>
                    <a:pt x="1694903" y="280811"/>
                  </a:lnTo>
                  <a:close/>
                </a:path>
                <a:path w="2207259" h="361950">
                  <a:moveTo>
                    <a:pt x="1711183" y="313400"/>
                  </a:moveTo>
                  <a:lnTo>
                    <a:pt x="1711071" y="316229"/>
                  </a:lnTo>
                  <a:lnTo>
                    <a:pt x="1712596" y="316229"/>
                  </a:lnTo>
                  <a:lnTo>
                    <a:pt x="1711183" y="313400"/>
                  </a:lnTo>
                  <a:close/>
                </a:path>
                <a:path w="2207259" h="361950">
                  <a:moveTo>
                    <a:pt x="1726971" y="302025"/>
                  </a:moveTo>
                  <a:lnTo>
                    <a:pt x="1726946" y="316229"/>
                  </a:lnTo>
                  <a:lnTo>
                    <a:pt x="1734061" y="316229"/>
                  </a:lnTo>
                  <a:lnTo>
                    <a:pt x="1726971" y="302025"/>
                  </a:lnTo>
                  <a:close/>
                </a:path>
                <a:path w="2207259" h="361950">
                  <a:moveTo>
                    <a:pt x="1742665" y="286257"/>
                  </a:moveTo>
                  <a:lnTo>
                    <a:pt x="1742567" y="316229"/>
                  </a:lnTo>
                  <a:lnTo>
                    <a:pt x="1757677" y="316229"/>
                  </a:lnTo>
                  <a:lnTo>
                    <a:pt x="1742665" y="286257"/>
                  </a:lnTo>
                  <a:close/>
                </a:path>
                <a:path w="2207259" h="361950">
                  <a:moveTo>
                    <a:pt x="1758205" y="272322"/>
                  </a:moveTo>
                  <a:lnTo>
                    <a:pt x="1758188" y="316229"/>
                  </a:lnTo>
                  <a:lnTo>
                    <a:pt x="1758950" y="316229"/>
                  </a:lnTo>
                  <a:lnTo>
                    <a:pt x="1758950" y="274319"/>
                  </a:lnTo>
                  <a:lnTo>
                    <a:pt x="1759203" y="274319"/>
                  </a:lnTo>
                  <a:lnTo>
                    <a:pt x="1758205" y="272322"/>
                  </a:lnTo>
                  <a:close/>
                </a:path>
                <a:path w="2207259" h="361950">
                  <a:moveTo>
                    <a:pt x="1810366" y="295147"/>
                  </a:moveTo>
                  <a:lnTo>
                    <a:pt x="1810258" y="314960"/>
                  </a:lnTo>
                  <a:lnTo>
                    <a:pt x="1816481" y="316229"/>
                  </a:lnTo>
                  <a:lnTo>
                    <a:pt x="1816481" y="307419"/>
                  </a:lnTo>
                  <a:lnTo>
                    <a:pt x="1816091" y="306577"/>
                  </a:lnTo>
                  <a:lnTo>
                    <a:pt x="1810366" y="295147"/>
                  </a:lnTo>
                  <a:close/>
                </a:path>
                <a:path w="2207259" h="361950">
                  <a:moveTo>
                    <a:pt x="1816512" y="307419"/>
                  </a:moveTo>
                  <a:lnTo>
                    <a:pt x="1816481" y="316229"/>
                  </a:lnTo>
                  <a:lnTo>
                    <a:pt x="1820926" y="316229"/>
                  </a:lnTo>
                  <a:lnTo>
                    <a:pt x="1816512" y="307419"/>
                  </a:lnTo>
                  <a:close/>
                </a:path>
                <a:path w="2207259" h="361950">
                  <a:moveTo>
                    <a:pt x="1816525" y="265860"/>
                  </a:moveTo>
                  <a:lnTo>
                    <a:pt x="1816512" y="307419"/>
                  </a:lnTo>
                  <a:lnTo>
                    <a:pt x="1820926" y="316229"/>
                  </a:lnTo>
                  <a:lnTo>
                    <a:pt x="1820926" y="274469"/>
                  </a:lnTo>
                  <a:lnTo>
                    <a:pt x="1820762" y="274319"/>
                  </a:lnTo>
                  <a:lnTo>
                    <a:pt x="1816765" y="266339"/>
                  </a:lnTo>
                  <a:lnTo>
                    <a:pt x="1816640" y="266088"/>
                  </a:lnTo>
                  <a:lnTo>
                    <a:pt x="1816525" y="265860"/>
                  </a:lnTo>
                  <a:close/>
                </a:path>
                <a:path w="2207259" h="361950">
                  <a:moveTo>
                    <a:pt x="1820926" y="274646"/>
                  </a:moveTo>
                  <a:lnTo>
                    <a:pt x="1820926" y="316229"/>
                  </a:lnTo>
                  <a:lnTo>
                    <a:pt x="1824355" y="316229"/>
                  </a:lnTo>
                  <a:lnTo>
                    <a:pt x="1824355" y="281822"/>
                  </a:lnTo>
                  <a:lnTo>
                    <a:pt x="1824520" y="281822"/>
                  </a:lnTo>
                  <a:lnTo>
                    <a:pt x="1820926" y="274646"/>
                  </a:lnTo>
                  <a:close/>
                </a:path>
                <a:path w="2207259" h="361950">
                  <a:moveTo>
                    <a:pt x="1824355" y="247277"/>
                  </a:moveTo>
                  <a:lnTo>
                    <a:pt x="1824355" y="316229"/>
                  </a:lnTo>
                  <a:lnTo>
                    <a:pt x="1832878" y="299196"/>
                  </a:lnTo>
                  <a:lnTo>
                    <a:pt x="1832983" y="298718"/>
                  </a:lnTo>
                  <a:lnTo>
                    <a:pt x="1824677" y="282135"/>
                  </a:lnTo>
                  <a:lnTo>
                    <a:pt x="1824611" y="282003"/>
                  </a:lnTo>
                  <a:lnTo>
                    <a:pt x="1824520" y="281822"/>
                  </a:lnTo>
                  <a:lnTo>
                    <a:pt x="1833118" y="281822"/>
                  </a:lnTo>
                  <a:lnTo>
                    <a:pt x="1833118" y="264833"/>
                  </a:lnTo>
                  <a:lnTo>
                    <a:pt x="1824355" y="247277"/>
                  </a:lnTo>
                  <a:close/>
                </a:path>
                <a:path w="2207259" h="361950">
                  <a:moveTo>
                    <a:pt x="1833118" y="298853"/>
                  </a:moveTo>
                  <a:lnTo>
                    <a:pt x="1832959" y="299036"/>
                  </a:lnTo>
                  <a:lnTo>
                    <a:pt x="1824355" y="316229"/>
                  </a:lnTo>
                  <a:lnTo>
                    <a:pt x="1833118" y="316229"/>
                  </a:lnTo>
                  <a:lnTo>
                    <a:pt x="1833118" y="298853"/>
                  </a:lnTo>
                  <a:close/>
                </a:path>
                <a:path w="2207259" h="361950">
                  <a:moveTo>
                    <a:pt x="1833222" y="299196"/>
                  </a:moveTo>
                  <a:lnTo>
                    <a:pt x="1833118" y="316229"/>
                  </a:lnTo>
                  <a:lnTo>
                    <a:pt x="1837396" y="307694"/>
                  </a:lnTo>
                  <a:lnTo>
                    <a:pt x="1837341" y="307419"/>
                  </a:lnTo>
                  <a:lnTo>
                    <a:pt x="1833222" y="299196"/>
                  </a:lnTo>
                  <a:close/>
                </a:path>
                <a:path w="2207259" h="361950">
                  <a:moveTo>
                    <a:pt x="1841753" y="299196"/>
                  </a:moveTo>
                  <a:lnTo>
                    <a:pt x="1841393" y="299719"/>
                  </a:lnTo>
                  <a:lnTo>
                    <a:pt x="1837534" y="307419"/>
                  </a:lnTo>
                  <a:lnTo>
                    <a:pt x="1837479" y="307694"/>
                  </a:lnTo>
                  <a:lnTo>
                    <a:pt x="1841753" y="316229"/>
                  </a:lnTo>
                  <a:lnTo>
                    <a:pt x="1841753" y="299196"/>
                  </a:lnTo>
                  <a:close/>
                </a:path>
                <a:path w="2207259" h="361950">
                  <a:moveTo>
                    <a:pt x="1843151" y="296411"/>
                  </a:moveTo>
                  <a:lnTo>
                    <a:pt x="1842911" y="296691"/>
                  </a:lnTo>
                  <a:lnTo>
                    <a:pt x="1841895" y="298718"/>
                  </a:lnTo>
                  <a:lnTo>
                    <a:pt x="1841753" y="298853"/>
                  </a:lnTo>
                  <a:lnTo>
                    <a:pt x="1841753" y="316229"/>
                  </a:lnTo>
                  <a:lnTo>
                    <a:pt x="1843151" y="316229"/>
                  </a:lnTo>
                  <a:lnTo>
                    <a:pt x="1843151" y="296411"/>
                  </a:lnTo>
                  <a:close/>
                </a:path>
                <a:path w="2207259" h="361950">
                  <a:moveTo>
                    <a:pt x="1863725" y="294640"/>
                  </a:moveTo>
                  <a:lnTo>
                    <a:pt x="1859092" y="303905"/>
                  </a:lnTo>
                  <a:lnTo>
                    <a:pt x="1858772" y="304299"/>
                  </a:lnTo>
                  <a:lnTo>
                    <a:pt x="1858772" y="316229"/>
                  </a:lnTo>
                  <a:lnTo>
                    <a:pt x="1863725" y="316229"/>
                  </a:lnTo>
                  <a:lnTo>
                    <a:pt x="1863725" y="294640"/>
                  </a:lnTo>
                  <a:close/>
                </a:path>
                <a:path w="2207259" h="361950">
                  <a:moveTo>
                    <a:pt x="1875536" y="295147"/>
                  </a:moveTo>
                  <a:lnTo>
                    <a:pt x="1875399" y="295421"/>
                  </a:lnTo>
                  <a:lnTo>
                    <a:pt x="1875155" y="295705"/>
                  </a:lnTo>
                  <a:lnTo>
                    <a:pt x="1875155" y="316229"/>
                  </a:lnTo>
                  <a:lnTo>
                    <a:pt x="1875536" y="316229"/>
                  </a:lnTo>
                  <a:lnTo>
                    <a:pt x="1875536" y="295147"/>
                  </a:lnTo>
                  <a:close/>
                </a:path>
                <a:path w="2207259" h="361950">
                  <a:moveTo>
                    <a:pt x="1898200" y="298042"/>
                  </a:moveTo>
                  <a:lnTo>
                    <a:pt x="1891157" y="312152"/>
                  </a:lnTo>
                  <a:lnTo>
                    <a:pt x="1891157" y="316229"/>
                  </a:lnTo>
                  <a:lnTo>
                    <a:pt x="1899793" y="316229"/>
                  </a:lnTo>
                  <a:lnTo>
                    <a:pt x="1899793" y="301231"/>
                  </a:lnTo>
                  <a:lnTo>
                    <a:pt x="1898200" y="298042"/>
                  </a:lnTo>
                  <a:close/>
                </a:path>
                <a:path w="2207259" h="361950">
                  <a:moveTo>
                    <a:pt x="1907308" y="283588"/>
                  </a:moveTo>
                  <a:lnTo>
                    <a:pt x="1907286" y="316229"/>
                  </a:lnTo>
                  <a:lnTo>
                    <a:pt x="1913382" y="315738"/>
                  </a:lnTo>
                  <a:lnTo>
                    <a:pt x="1913382" y="295705"/>
                  </a:lnTo>
                  <a:lnTo>
                    <a:pt x="1907308" y="283588"/>
                  </a:lnTo>
                  <a:close/>
                </a:path>
                <a:path w="2207259" h="361950">
                  <a:moveTo>
                    <a:pt x="1913382" y="315738"/>
                  </a:moveTo>
                  <a:lnTo>
                    <a:pt x="1907286" y="316229"/>
                  </a:lnTo>
                  <a:lnTo>
                    <a:pt x="1913382" y="316229"/>
                  </a:lnTo>
                  <a:lnTo>
                    <a:pt x="1913382" y="315738"/>
                  </a:lnTo>
                  <a:close/>
                </a:path>
                <a:path w="2207259" h="361950">
                  <a:moveTo>
                    <a:pt x="1970786" y="152653"/>
                  </a:moveTo>
                  <a:lnTo>
                    <a:pt x="1967484" y="159244"/>
                  </a:lnTo>
                  <a:lnTo>
                    <a:pt x="1967484" y="316229"/>
                  </a:lnTo>
                  <a:lnTo>
                    <a:pt x="1970786" y="316229"/>
                  </a:lnTo>
                  <a:lnTo>
                    <a:pt x="1970786" y="152653"/>
                  </a:lnTo>
                  <a:close/>
                </a:path>
                <a:path w="2207259" h="361950">
                  <a:moveTo>
                    <a:pt x="1983867" y="126492"/>
                  </a:moveTo>
                  <a:lnTo>
                    <a:pt x="1983567" y="127022"/>
                  </a:lnTo>
                  <a:lnTo>
                    <a:pt x="1976026" y="142131"/>
                  </a:lnTo>
                  <a:lnTo>
                    <a:pt x="1975918" y="142346"/>
                  </a:lnTo>
                  <a:lnTo>
                    <a:pt x="1975612" y="142748"/>
                  </a:lnTo>
                  <a:lnTo>
                    <a:pt x="1975612" y="316229"/>
                  </a:lnTo>
                  <a:lnTo>
                    <a:pt x="1983867" y="316229"/>
                  </a:lnTo>
                  <a:lnTo>
                    <a:pt x="1983867" y="126492"/>
                  </a:lnTo>
                  <a:close/>
                </a:path>
                <a:path w="2207259" h="361950">
                  <a:moveTo>
                    <a:pt x="1994789" y="104647"/>
                  </a:moveTo>
                  <a:lnTo>
                    <a:pt x="1994553" y="105013"/>
                  </a:lnTo>
                  <a:lnTo>
                    <a:pt x="1984973" y="124205"/>
                  </a:lnTo>
                  <a:lnTo>
                    <a:pt x="1984847" y="124460"/>
                  </a:lnTo>
                  <a:lnTo>
                    <a:pt x="1984628" y="124744"/>
                  </a:lnTo>
                  <a:lnTo>
                    <a:pt x="1984628" y="316229"/>
                  </a:lnTo>
                  <a:lnTo>
                    <a:pt x="1994789" y="316229"/>
                  </a:lnTo>
                  <a:lnTo>
                    <a:pt x="1994789" y="104647"/>
                  </a:lnTo>
                  <a:close/>
                </a:path>
                <a:path w="2207259" h="361950">
                  <a:moveTo>
                    <a:pt x="223012" y="250595"/>
                  </a:moveTo>
                  <a:lnTo>
                    <a:pt x="223012" y="285241"/>
                  </a:lnTo>
                  <a:lnTo>
                    <a:pt x="238260" y="315738"/>
                  </a:lnTo>
                  <a:lnTo>
                    <a:pt x="238379" y="315975"/>
                  </a:lnTo>
                  <a:lnTo>
                    <a:pt x="238506" y="281822"/>
                  </a:lnTo>
                  <a:lnTo>
                    <a:pt x="238265" y="281135"/>
                  </a:lnTo>
                  <a:lnTo>
                    <a:pt x="223012" y="250595"/>
                  </a:lnTo>
                  <a:close/>
                </a:path>
                <a:path w="2207259" h="361950">
                  <a:moveTo>
                    <a:pt x="1858772" y="304800"/>
                  </a:moveTo>
                  <a:lnTo>
                    <a:pt x="1858263" y="305562"/>
                  </a:lnTo>
                  <a:lnTo>
                    <a:pt x="1855853" y="310382"/>
                  </a:lnTo>
                  <a:lnTo>
                    <a:pt x="1858526" y="315738"/>
                  </a:lnTo>
                  <a:lnTo>
                    <a:pt x="1858645" y="315975"/>
                  </a:lnTo>
                  <a:lnTo>
                    <a:pt x="1858772" y="304800"/>
                  </a:lnTo>
                  <a:close/>
                </a:path>
                <a:path w="2207259" h="361950">
                  <a:moveTo>
                    <a:pt x="1875155" y="295959"/>
                  </a:moveTo>
                  <a:lnTo>
                    <a:pt x="1874904" y="296411"/>
                  </a:lnTo>
                  <a:lnTo>
                    <a:pt x="1870081" y="306056"/>
                  </a:lnTo>
                  <a:lnTo>
                    <a:pt x="1874909" y="315738"/>
                  </a:lnTo>
                  <a:lnTo>
                    <a:pt x="1875028" y="315975"/>
                  </a:lnTo>
                  <a:lnTo>
                    <a:pt x="1875155" y="295959"/>
                  </a:lnTo>
                  <a:close/>
                </a:path>
                <a:path w="2207259" h="361950">
                  <a:moveTo>
                    <a:pt x="1891157" y="312152"/>
                  </a:moveTo>
                  <a:lnTo>
                    <a:pt x="1890250" y="313968"/>
                  </a:lnTo>
                  <a:lnTo>
                    <a:pt x="1890157" y="314230"/>
                  </a:lnTo>
                  <a:lnTo>
                    <a:pt x="1890911" y="315738"/>
                  </a:lnTo>
                  <a:lnTo>
                    <a:pt x="1891030" y="315975"/>
                  </a:lnTo>
                  <a:lnTo>
                    <a:pt x="1891157" y="312152"/>
                  </a:lnTo>
                  <a:close/>
                </a:path>
                <a:path w="2207259" h="361950">
                  <a:moveTo>
                    <a:pt x="1906423" y="281822"/>
                  </a:moveTo>
                  <a:lnTo>
                    <a:pt x="1906206" y="282003"/>
                  </a:lnTo>
                  <a:lnTo>
                    <a:pt x="1900025" y="294386"/>
                  </a:lnTo>
                  <a:lnTo>
                    <a:pt x="1899793" y="294640"/>
                  </a:lnTo>
                  <a:lnTo>
                    <a:pt x="1899793" y="301231"/>
                  </a:lnTo>
                  <a:lnTo>
                    <a:pt x="1907040" y="315738"/>
                  </a:lnTo>
                  <a:lnTo>
                    <a:pt x="1907159" y="315975"/>
                  </a:lnTo>
                  <a:lnTo>
                    <a:pt x="1907286" y="283588"/>
                  </a:lnTo>
                  <a:lnTo>
                    <a:pt x="1907076" y="283126"/>
                  </a:lnTo>
                  <a:lnTo>
                    <a:pt x="1906579" y="282135"/>
                  </a:lnTo>
                  <a:lnTo>
                    <a:pt x="1906513" y="282003"/>
                  </a:lnTo>
                  <a:lnTo>
                    <a:pt x="1906423" y="281822"/>
                  </a:lnTo>
                  <a:close/>
                </a:path>
                <a:path w="2207259" h="361950">
                  <a:moveTo>
                    <a:pt x="1412621" y="215687"/>
                  </a:moveTo>
                  <a:lnTo>
                    <a:pt x="1412748" y="271779"/>
                  </a:lnTo>
                  <a:lnTo>
                    <a:pt x="1434727" y="315738"/>
                  </a:lnTo>
                  <a:lnTo>
                    <a:pt x="1434846" y="260217"/>
                  </a:lnTo>
                  <a:lnTo>
                    <a:pt x="1412621" y="215687"/>
                  </a:lnTo>
                  <a:close/>
                </a:path>
                <a:path w="2207259" h="361950">
                  <a:moveTo>
                    <a:pt x="1913382" y="295705"/>
                  </a:moveTo>
                  <a:lnTo>
                    <a:pt x="1913382" y="315738"/>
                  </a:lnTo>
                  <a:lnTo>
                    <a:pt x="1923034" y="314960"/>
                  </a:lnTo>
                  <a:lnTo>
                    <a:pt x="1913382" y="295705"/>
                  </a:lnTo>
                  <a:close/>
                </a:path>
                <a:path w="2207259" h="361950">
                  <a:moveTo>
                    <a:pt x="1773427" y="302767"/>
                  </a:moveTo>
                  <a:lnTo>
                    <a:pt x="1773427" y="314960"/>
                  </a:lnTo>
                  <a:lnTo>
                    <a:pt x="1779524" y="314960"/>
                  </a:lnTo>
                  <a:lnTo>
                    <a:pt x="1773427" y="302767"/>
                  </a:lnTo>
                  <a:close/>
                </a:path>
                <a:path w="2207259" h="361950">
                  <a:moveTo>
                    <a:pt x="1786269" y="285241"/>
                  </a:moveTo>
                  <a:lnTo>
                    <a:pt x="1786255" y="314960"/>
                  </a:lnTo>
                  <a:lnTo>
                    <a:pt x="1798193" y="314960"/>
                  </a:lnTo>
                  <a:lnTo>
                    <a:pt x="1798193" y="309164"/>
                  </a:lnTo>
                  <a:lnTo>
                    <a:pt x="1797942" y="308610"/>
                  </a:lnTo>
                  <a:lnTo>
                    <a:pt x="1786269" y="285241"/>
                  </a:lnTo>
                  <a:close/>
                </a:path>
                <a:path w="2207259" h="361950">
                  <a:moveTo>
                    <a:pt x="1798220" y="309164"/>
                  </a:moveTo>
                  <a:lnTo>
                    <a:pt x="1798193" y="314960"/>
                  </a:lnTo>
                  <a:lnTo>
                    <a:pt x="1801115" y="314960"/>
                  </a:lnTo>
                  <a:lnTo>
                    <a:pt x="1798220" y="309164"/>
                  </a:lnTo>
                  <a:close/>
                </a:path>
                <a:path w="2207259" h="361950">
                  <a:moveTo>
                    <a:pt x="1913444" y="269618"/>
                  </a:moveTo>
                  <a:lnTo>
                    <a:pt x="1913382" y="295705"/>
                  </a:lnTo>
                  <a:lnTo>
                    <a:pt x="1923034" y="314960"/>
                  </a:lnTo>
                  <a:lnTo>
                    <a:pt x="1923034" y="288819"/>
                  </a:lnTo>
                  <a:lnTo>
                    <a:pt x="1913636" y="270002"/>
                  </a:lnTo>
                  <a:lnTo>
                    <a:pt x="1913529" y="269789"/>
                  </a:lnTo>
                  <a:lnTo>
                    <a:pt x="1913444" y="269618"/>
                  </a:lnTo>
                  <a:close/>
                </a:path>
                <a:path w="2207259" h="361950">
                  <a:moveTo>
                    <a:pt x="1941957" y="210584"/>
                  </a:moveTo>
                  <a:lnTo>
                    <a:pt x="1941506" y="211286"/>
                  </a:lnTo>
                  <a:lnTo>
                    <a:pt x="1936192" y="221931"/>
                  </a:lnTo>
                  <a:lnTo>
                    <a:pt x="1936115" y="314960"/>
                  </a:lnTo>
                  <a:lnTo>
                    <a:pt x="1941957" y="314960"/>
                  </a:lnTo>
                  <a:lnTo>
                    <a:pt x="1941957" y="210584"/>
                  </a:lnTo>
                  <a:close/>
                </a:path>
                <a:path w="2207259" h="361950">
                  <a:moveTo>
                    <a:pt x="1956816" y="180754"/>
                  </a:moveTo>
                  <a:lnTo>
                    <a:pt x="1956503" y="181241"/>
                  </a:lnTo>
                  <a:lnTo>
                    <a:pt x="1948561" y="197153"/>
                  </a:lnTo>
                  <a:lnTo>
                    <a:pt x="1948561" y="314960"/>
                  </a:lnTo>
                  <a:lnTo>
                    <a:pt x="1956816" y="314960"/>
                  </a:lnTo>
                  <a:lnTo>
                    <a:pt x="1956816" y="180754"/>
                  </a:lnTo>
                  <a:close/>
                </a:path>
                <a:path w="2207259" h="361950">
                  <a:moveTo>
                    <a:pt x="1967484" y="159244"/>
                  </a:moveTo>
                  <a:lnTo>
                    <a:pt x="1961007" y="172219"/>
                  </a:lnTo>
                  <a:lnTo>
                    <a:pt x="1961007" y="314960"/>
                  </a:lnTo>
                  <a:lnTo>
                    <a:pt x="1967484" y="314960"/>
                  </a:lnTo>
                  <a:lnTo>
                    <a:pt x="1967484" y="159244"/>
                  </a:lnTo>
                  <a:close/>
                </a:path>
                <a:path w="2207259" h="361950">
                  <a:moveTo>
                    <a:pt x="2040127" y="152653"/>
                  </a:moveTo>
                  <a:lnTo>
                    <a:pt x="2040127" y="314960"/>
                  </a:lnTo>
                  <a:lnTo>
                    <a:pt x="2052320" y="314960"/>
                  </a:lnTo>
                  <a:lnTo>
                    <a:pt x="2052320" y="313689"/>
                  </a:lnTo>
                  <a:lnTo>
                    <a:pt x="2044700" y="313689"/>
                  </a:lnTo>
                  <a:lnTo>
                    <a:pt x="2044700" y="161658"/>
                  </a:lnTo>
                  <a:lnTo>
                    <a:pt x="2044446" y="161289"/>
                  </a:lnTo>
                  <a:lnTo>
                    <a:pt x="2040127" y="152653"/>
                  </a:lnTo>
                  <a:close/>
                </a:path>
                <a:path w="2207259" h="361950">
                  <a:moveTo>
                    <a:pt x="2190204" y="293311"/>
                  </a:moveTo>
                  <a:lnTo>
                    <a:pt x="2190115" y="303539"/>
                  </a:lnTo>
                  <a:lnTo>
                    <a:pt x="2195830" y="314960"/>
                  </a:lnTo>
                  <a:lnTo>
                    <a:pt x="2195830" y="304553"/>
                  </a:lnTo>
                  <a:lnTo>
                    <a:pt x="2190204" y="293311"/>
                  </a:lnTo>
                  <a:close/>
                </a:path>
                <a:path w="2207259" h="361950">
                  <a:moveTo>
                    <a:pt x="2195953" y="304800"/>
                  </a:moveTo>
                  <a:lnTo>
                    <a:pt x="2195830" y="314960"/>
                  </a:lnTo>
                  <a:lnTo>
                    <a:pt x="2200402" y="313689"/>
                  </a:lnTo>
                  <a:lnTo>
                    <a:pt x="2195953" y="304800"/>
                  </a:lnTo>
                  <a:close/>
                </a:path>
                <a:path w="2207259" h="361950">
                  <a:moveTo>
                    <a:pt x="917575" y="250860"/>
                  </a:moveTo>
                  <a:lnTo>
                    <a:pt x="917575" y="299719"/>
                  </a:lnTo>
                  <a:lnTo>
                    <a:pt x="925068" y="314705"/>
                  </a:lnTo>
                  <a:lnTo>
                    <a:pt x="924941" y="265606"/>
                  </a:lnTo>
                  <a:lnTo>
                    <a:pt x="917575" y="250860"/>
                  </a:lnTo>
                  <a:close/>
                </a:path>
                <a:path w="2207259" h="361950">
                  <a:moveTo>
                    <a:pt x="1936115" y="222250"/>
                  </a:moveTo>
                  <a:lnTo>
                    <a:pt x="1935882" y="222552"/>
                  </a:lnTo>
                  <a:lnTo>
                    <a:pt x="1927478" y="239387"/>
                  </a:lnTo>
                  <a:lnTo>
                    <a:pt x="1927478" y="297687"/>
                  </a:lnTo>
                  <a:lnTo>
                    <a:pt x="1935988" y="314705"/>
                  </a:lnTo>
                  <a:lnTo>
                    <a:pt x="1936115" y="222250"/>
                  </a:lnTo>
                  <a:close/>
                </a:path>
                <a:path w="2207259" h="361950">
                  <a:moveTo>
                    <a:pt x="966825" y="253860"/>
                  </a:moveTo>
                  <a:lnTo>
                    <a:pt x="966798" y="302452"/>
                  </a:lnTo>
                  <a:lnTo>
                    <a:pt x="972693" y="314230"/>
                  </a:lnTo>
                  <a:lnTo>
                    <a:pt x="972586" y="265393"/>
                  </a:lnTo>
                  <a:lnTo>
                    <a:pt x="966941" y="254092"/>
                  </a:lnTo>
                  <a:lnTo>
                    <a:pt x="966825" y="253860"/>
                  </a:lnTo>
                  <a:close/>
                </a:path>
                <a:path w="2207259" h="361950">
                  <a:moveTo>
                    <a:pt x="1891157" y="287562"/>
                  </a:moveTo>
                  <a:lnTo>
                    <a:pt x="1887220" y="295421"/>
                  </a:lnTo>
                  <a:lnTo>
                    <a:pt x="1887220" y="308355"/>
                  </a:lnTo>
                  <a:lnTo>
                    <a:pt x="1890157" y="314230"/>
                  </a:lnTo>
                  <a:lnTo>
                    <a:pt x="1890250" y="313968"/>
                  </a:lnTo>
                  <a:lnTo>
                    <a:pt x="1891157" y="312152"/>
                  </a:lnTo>
                  <a:lnTo>
                    <a:pt x="1891157" y="287562"/>
                  </a:lnTo>
                  <a:close/>
                </a:path>
                <a:path w="2207259" h="361950">
                  <a:moveTo>
                    <a:pt x="1550215" y="225734"/>
                  </a:moveTo>
                  <a:lnTo>
                    <a:pt x="1550162" y="273400"/>
                  </a:lnTo>
                  <a:lnTo>
                    <a:pt x="1570482" y="313968"/>
                  </a:lnTo>
                  <a:lnTo>
                    <a:pt x="1570357" y="266088"/>
                  </a:lnTo>
                  <a:lnTo>
                    <a:pt x="1550541" y="226386"/>
                  </a:lnTo>
                  <a:lnTo>
                    <a:pt x="1550447" y="226197"/>
                  </a:lnTo>
                  <a:lnTo>
                    <a:pt x="1550378" y="226060"/>
                  </a:lnTo>
                  <a:lnTo>
                    <a:pt x="1550301" y="225906"/>
                  </a:lnTo>
                  <a:lnTo>
                    <a:pt x="1550215" y="225734"/>
                  </a:lnTo>
                  <a:close/>
                </a:path>
                <a:path w="2207259" h="361950">
                  <a:moveTo>
                    <a:pt x="107315" y="292271"/>
                  </a:moveTo>
                  <a:lnTo>
                    <a:pt x="107315" y="309627"/>
                  </a:lnTo>
                  <a:lnTo>
                    <a:pt x="109356" y="313689"/>
                  </a:lnTo>
                  <a:lnTo>
                    <a:pt x="109347" y="296411"/>
                  </a:lnTo>
                  <a:lnTo>
                    <a:pt x="109156" y="295959"/>
                  </a:lnTo>
                  <a:lnTo>
                    <a:pt x="107315" y="292271"/>
                  </a:lnTo>
                  <a:close/>
                </a:path>
                <a:path w="2207259" h="361950">
                  <a:moveTo>
                    <a:pt x="2044807" y="162013"/>
                  </a:moveTo>
                  <a:lnTo>
                    <a:pt x="2044700" y="313689"/>
                  </a:lnTo>
                  <a:lnTo>
                    <a:pt x="2052320" y="313689"/>
                  </a:lnTo>
                  <a:lnTo>
                    <a:pt x="2052320" y="311150"/>
                  </a:lnTo>
                  <a:lnTo>
                    <a:pt x="2048637" y="311150"/>
                  </a:lnTo>
                  <a:lnTo>
                    <a:pt x="2048637" y="169672"/>
                  </a:lnTo>
                  <a:lnTo>
                    <a:pt x="2044807" y="162013"/>
                  </a:lnTo>
                  <a:close/>
                </a:path>
                <a:path w="2207259" h="361950">
                  <a:moveTo>
                    <a:pt x="2195957" y="294640"/>
                  </a:moveTo>
                  <a:lnTo>
                    <a:pt x="2195953" y="304800"/>
                  </a:lnTo>
                  <a:lnTo>
                    <a:pt x="2200402" y="313689"/>
                  </a:lnTo>
                  <a:lnTo>
                    <a:pt x="2200402" y="303539"/>
                  </a:lnTo>
                  <a:lnTo>
                    <a:pt x="2195957" y="294640"/>
                  </a:lnTo>
                  <a:close/>
                </a:path>
                <a:path w="2207259" h="361950">
                  <a:moveTo>
                    <a:pt x="2200406" y="303539"/>
                  </a:moveTo>
                  <a:lnTo>
                    <a:pt x="2200402" y="313689"/>
                  </a:lnTo>
                  <a:lnTo>
                    <a:pt x="2204212" y="311150"/>
                  </a:lnTo>
                  <a:lnTo>
                    <a:pt x="2200406" y="303539"/>
                  </a:lnTo>
                  <a:close/>
                </a:path>
                <a:path w="2207259" h="361950">
                  <a:moveTo>
                    <a:pt x="239731" y="247768"/>
                  </a:moveTo>
                  <a:lnTo>
                    <a:pt x="239668" y="283944"/>
                  </a:lnTo>
                  <a:lnTo>
                    <a:pt x="254268" y="313175"/>
                  </a:lnTo>
                  <a:lnTo>
                    <a:pt x="254381" y="276860"/>
                  </a:lnTo>
                  <a:lnTo>
                    <a:pt x="254148" y="276540"/>
                  </a:lnTo>
                  <a:lnTo>
                    <a:pt x="240083" y="248470"/>
                  </a:lnTo>
                  <a:lnTo>
                    <a:pt x="239994" y="248292"/>
                  </a:lnTo>
                  <a:lnTo>
                    <a:pt x="239870" y="248045"/>
                  </a:lnTo>
                  <a:lnTo>
                    <a:pt x="239799" y="247903"/>
                  </a:lnTo>
                  <a:lnTo>
                    <a:pt x="239731" y="247768"/>
                  </a:lnTo>
                  <a:close/>
                </a:path>
                <a:path w="2207259" h="361950">
                  <a:moveTo>
                    <a:pt x="1062646" y="250860"/>
                  </a:moveTo>
                  <a:lnTo>
                    <a:pt x="1062609" y="301709"/>
                  </a:lnTo>
                  <a:lnTo>
                    <a:pt x="1068337" y="313175"/>
                  </a:lnTo>
                  <a:lnTo>
                    <a:pt x="1068324" y="262381"/>
                  </a:lnTo>
                  <a:lnTo>
                    <a:pt x="1068179" y="261916"/>
                  </a:lnTo>
                  <a:lnTo>
                    <a:pt x="1062646" y="250860"/>
                  </a:lnTo>
                  <a:close/>
                </a:path>
                <a:path w="2207259" h="361950">
                  <a:moveTo>
                    <a:pt x="1694888" y="237746"/>
                  </a:moveTo>
                  <a:lnTo>
                    <a:pt x="1694903" y="280811"/>
                  </a:lnTo>
                  <a:lnTo>
                    <a:pt x="1711071" y="313175"/>
                  </a:lnTo>
                  <a:lnTo>
                    <a:pt x="1711071" y="270002"/>
                  </a:lnTo>
                  <a:lnTo>
                    <a:pt x="1710881" y="269789"/>
                  </a:lnTo>
                  <a:lnTo>
                    <a:pt x="1694888" y="237746"/>
                  </a:lnTo>
                  <a:close/>
                </a:path>
                <a:path w="2207259" h="361950">
                  <a:moveTo>
                    <a:pt x="136319" y="271525"/>
                  </a:moveTo>
                  <a:lnTo>
                    <a:pt x="136271" y="300720"/>
                  </a:lnTo>
                  <a:lnTo>
                    <a:pt x="142113" y="312458"/>
                  </a:lnTo>
                  <a:lnTo>
                    <a:pt x="142113" y="282955"/>
                  </a:lnTo>
                  <a:lnTo>
                    <a:pt x="141618" y="282135"/>
                  </a:lnTo>
                  <a:lnTo>
                    <a:pt x="136573" y="272034"/>
                  </a:lnTo>
                  <a:lnTo>
                    <a:pt x="136446" y="271779"/>
                  </a:lnTo>
                  <a:lnTo>
                    <a:pt x="136319" y="271525"/>
                  </a:lnTo>
                  <a:close/>
                </a:path>
                <a:path w="2207259" h="361950">
                  <a:moveTo>
                    <a:pt x="1892059" y="285750"/>
                  </a:moveTo>
                  <a:lnTo>
                    <a:pt x="1891157" y="287562"/>
                  </a:lnTo>
                  <a:lnTo>
                    <a:pt x="1891157" y="312152"/>
                  </a:lnTo>
                  <a:lnTo>
                    <a:pt x="1898200" y="298042"/>
                  </a:lnTo>
                  <a:lnTo>
                    <a:pt x="1892059" y="285750"/>
                  </a:lnTo>
                  <a:close/>
                </a:path>
                <a:path w="2207259" h="361950">
                  <a:moveTo>
                    <a:pt x="207437" y="254092"/>
                  </a:moveTo>
                  <a:lnTo>
                    <a:pt x="207470" y="288179"/>
                  </a:lnTo>
                  <a:lnTo>
                    <a:pt x="219201" y="311744"/>
                  </a:lnTo>
                  <a:lnTo>
                    <a:pt x="219201" y="277663"/>
                  </a:lnTo>
                  <a:lnTo>
                    <a:pt x="207437" y="254092"/>
                  </a:lnTo>
                  <a:close/>
                </a:path>
                <a:path w="2207259" h="361950">
                  <a:moveTo>
                    <a:pt x="942378" y="253657"/>
                  </a:moveTo>
                  <a:lnTo>
                    <a:pt x="942340" y="253860"/>
                  </a:lnTo>
                  <a:lnTo>
                    <a:pt x="942235" y="300228"/>
                  </a:lnTo>
                  <a:lnTo>
                    <a:pt x="947988" y="311744"/>
                  </a:lnTo>
                  <a:lnTo>
                    <a:pt x="948055" y="264833"/>
                  </a:lnTo>
                  <a:lnTo>
                    <a:pt x="947703" y="264297"/>
                  </a:lnTo>
                  <a:lnTo>
                    <a:pt x="942596" y="254092"/>
                  </a:lnTo>
                  <a:lnTo>
                    <a:pt x="942479" y="253860"/>
                  </a:lnTo>
                  <a:lnTo>
                    <a:pt x="942378" y="253657"/>
                  </a:lnTo>
                  <a:close/>
                </a:path>
                <a:path w="2207259" h="361950">
                  <a:moveTo>
                    <a:pt x="1110615" y="216153"/>
                  </a:moveTo>
                  <a:lnTo>
                    <a:pt x="1110521" y="279841"/>
                  </a:lnTo>
                  <a:lnTo>
                    <a:pt x="1126502" y="311744"/>
                  </a:lnTo>
                  <a:lnTo>
                    <a:pt x="1126422" y="247768"/>
                  </a:lnTo>
                  <a:lnTo>
                    <a:pt x="1110615" y="216153"/>
                  </a:lnTo>
                  <a:close/>
                </a:path>
                <a:path w="2207259" h="361950">
                  <a:moveTo>
                    <a:pt x="2048637" y="169672"/>
                  </a:moveTo>
                  <a:lnTo>
                    <a:pt x="2048637" y="311150"/>
                  </a:lnTo>
                  <a:lnTo>
                    <a:pt x="2052320" y="311150"/>
                  </a:lnTo>
                  <a:lnTo>
                    <a:pt x="2052320" y="308610"/>
                  </a:lnTo>
                  <a:lnTo>
                    <a:pt x="2051812" y="308610"/>
                  </a:lnTo>
                  <a:lnTo>
                    <a:pt x="2051812" y="176022"/>
                  </a:lnTo>
                  <a:lnTo>
                    <a:pt x="2048637" y="169672"/>
                  </a:lnTo>
                  <a:close/>
                </a:path>
                <a:path w="2207259" h="361950">
                  <a:moveTo>
                    <a:pt x="2204212" y="304299"/>
                  </a:moveTo>
                  <a:lnTo>
                    <a:pt x="2204212" y="311150"/>
                  </a:lnTo>
                  <a:lnTo>
                    <a:pt x="2206371" y="308610"/>
                  </a:lnTo>
                  <a:lnTo>
                    <a:pt x="2204212" y="304299"/>
                  </a:lnTo>
                  <a:close/>
                </a:path>
                <a:path w="2207259" h="361950">
                  <a:moveTo>
                    <a:pt x="2200402" y="296691"/>
                  </a:moveTo>
                  <a:lnTo>
                    <a:pt x="2200406" y="303539"/>
                  </a:lnTo>
                  <a:lnTo>
                    <a:pt x="2203975" y="310677"/>
                  </a:lnTo>
                  <a:lnTo>
                    <a:pt x="2204085" y="310896"/>
                  </a:lnTo>
                  <a:lnTo>
                    <a:pt x="2204212" y="304299"/>
                  </a:lnTo>
                  <a:lnTo>
                    <a:pt x="2200402" y="296691"/>
                  </a:lnTo>
                  <a:close/>
                </a:path>
                <a:path w="2207259" h="361950">
                  <a:moveTo>
                    <a:pt x="55499" y="224452"/>
                  </a:moveTo>
                  <a:lnTo>
                    <a:pt x="55499" y="296411"/>
                  </a:lnTo>
                  <a:lnTo>
                    <a:pt x="62662" y="310677"/>
                  </a:lnTo>
                  <a:lnTo>
                    <a:pt x="62738" y="245110"/>
                  </a:lnTo>
                  <a:lnTo>
                    <a:pt x="65840" y="245110"/>
                  </a:lnTo>
                  <a:lnTo>
                    <a:pt x="55499" y="224452"/>
                  </a:lnTo>
                  <a:close/>
                </a:path>
                <a:path w="2207259" h="361950">
                  <a:moveTo>
                    <a:pt x="278638" y="254092"/>
                  </a:moveTo>
                  <a:lnTo>
                    <a:pt x="278690" y="290737"/>
                  </a:lnTo>
                  <a:lnTo>
                    <a:pt x="288671" y="310677"/>
                  </a:lnTo>
                  <a:lnTo>
                    <a:pt x="288671" y="274319"/>
                  </a:lnTo>
                  <a:lnTo>
                    <a:pt x="288302" y="273400"/>
                  </a:lnTo>
                  <a:lnTo>
                    <a:pt x="278638" y="254092"/>
                  </a:lnTo>
                  <a:close/>
                </a:path>
                <a:path w="2207259" h="361950">
                  <a:moveTo>
                    <a:pt x="402971" y="256793"/>
                  </a:moveTo>
                  <a:lnTo>
                    <a:pt x="402853" y="295421"/>
                  </a:lnTo>
                  <a:lnTo>
                    <a:pt x="410481" y="310677"/>
                  </a:lnTo>
                  <a:lnTo>
                    <a:pt x="410464" y="271779"/>
                  </a:lnTo>
                  <a:lnTo>
                    <a:pt x="402971" y="256793"/>
                  </a:lnTo>
                  <a:close/>
                </a:path>
                <a:path w="2207259" h="361950">
                  <a:moveTo>
                    <a:pt x="429895" y="89153"/>
                  </a:moveTo>
                  <a:lnTo>
                    <a:pt x="424688" y="89153"/>
                  </a:lnTo>
                  <a:lnTo>
                    <a:pt x="424688" y="300228"/>
                  </a:lnTo>
                  <a:lnTo>
                    <a:pt x="429912" y="310677"/>
                  </a:lnTo>
                  <a:lnTo>
                    <a:pt x="429895" y="89153"/>
                  </a:lnTo>
                  <a:close/>
                </a:path>
                <a:path w="2207259" h="361950">
                  <a:moveTo>
                    <a:pt x="1143497" y="216662"/>
                  </a:moveTo>
                  <a:lnTo>
                    <a:pt x="1143605" y="282135"/>
                  </a:lnTo>
                  <a:lnTo>
                    <a:pt x="1157876" y="310677"/>
                  </a:lnTo>
                  <a:lnTo>
                    <a:pt x="1157859" y="245437"/>
                  </a:lnTo>
                  <a:lnTo>
                    <a:pt x="1143750" y="217169"/>
                  </a:lnTo>
                  <a:lnTo>
                    <a:pt x="1143624" y="216916"/>
                  </a:lnTo>
                  <a:lnTo>
                    <a:pt x="1143497" y="216662"/>
                  </a:lnTo>
                  <a:close/>
                </a:path>
                <a:path w="2207259" h="361950">
                  <a:moveTo>
                    <a:pt x="44436" y="202356"/>
                  </a:moveTo>
                  <a:lnTo>
                    <a:pt x="44323" y="288179"/>
                  </a:lnTo>
                  <a:lnTo>
                    <a:pt x="55406" y="310382"/>
                  </a:lnTo>
                  <a:lnTo>
                    <a:pt x="55499" y="296411"/>
                  </a:lnTo>
                  <a:lnTo>
                    <a:pt x="44617" y="274646"/>
                  </a:lnTo>
                  <a:lnTo>
                    <a:pt x="44529" y="274469"/>
                  </a:lnTo>
                  <a:lnTo>
                    <a:pt x="44454" y="274319"/>
                  </a:lnTo>
                  <a:lnTo>
                    <a:pt x="55499" y="274319"/>
                  </a:lnTo>
                  <a:lnTo>
                    <a:pt x="55499" y="224452"/>
                  </a:lnTo>
                  <a:lnTo>
                    <a:pt x="44544" y="202570"/>
                  </a:lnTo>
                  <a:lnTo>
                    <a:pt x="44436" y="202356"/>
                  </a:lnTo>
                  <a:close/>
                </a:path>
                <a:path w="2207259" h="361950">
                  <a:moveTo>
                    <a:pt x="93435" y="282003"/>
                  </a:moveTo>
                  <a:lnTo>
                    <a:pt x="93433" y="300228"/>
                  </a:lnTo>
                  <a:lnTo>
                    <a:pt x="98517" y="310382"/>
                  </a:lnTo>
                  <a:lnTo>
                    <a:pt x="98425" y="292100"/>
                  </a:lnTo>
                  <a:lnTo>
                    <a:pt x="98021" y="291130"/>
                  </a:lnTo>
                  <a:lnTo>
                    <a:pt x="93502" y="282135"/>
                  </a:lnTo>
                  <a:lnTo>
                    <a:pt x="93435" y="282003"/>
                  </a:lnTo>
                  <a:close/>
                </a:path>
                <a:path w="2207259" h="361950">
                  <a:moveTo>
                    <a:pt x="109352" y="246633"/>
                  </a:moveTo>
                  <a:lnTo>
                    <a:pt x="109383" y="296411"/>
                  </a:lnTo>
                  <a:lnTo>
                    <a:pt x="116360" y="310382"/>
                  </a:lnTo>
                  <a:lnTo>
                    <a:pt x="116332" y="287865"/>
                  </a:lnTo>
                  <a:lnTo>
                    <a:pt x="109737" y="274646"/>
                  </a:lnTo>
                  <a:lnTo>
                    <a:pt x="109649" y="274469"/>
                  </a:lnTo>
                  <a:lnTo>
                    <a:pt x="109575" y="274319"/>
                  </a:lnTo>
                  <a:lnTo>
                    <a:pt x="116332" y="274319"/>
                  </a:lnTo>
                  <a:lnTo>
                    <a:pt x="116332" y="260657"/>
                  </a:lnTo>
                  <a:lnTo>
                    <a:pt x="109352" y="246633"/>
                  </a:lnTo>
                  <a:close/>
                </a:path>
                <a:path w="2207259" h="361950">
                  <a:moveTo>
                    <a:pt x="258395" y="250190"/>
                  </a:moveTo>
                  <a:lnTo>
                    <a:pt x="258381" y="284987"/>
                  </a:lnTo>
                  <a:lnTo>
                    <a:pt x="271105" y="310382"/>
                  </a:lnTo>
                  <a:lnTo>
                    <a:pt x="271018" y="275254"/>
                  </a:lnTo>
                  <a:lnTo>
                    <a:pt x="270772" y="274918"/>
                  </a:lnTo>
                  <a:lnTo>
                    <a:pt x="258395" y="250190"/>
                  </a:lnTo>
                  <a:close/>
                </a:path>
                <a:path w="2207259" h="361950">
                  <a:moveTo>
                    <a:pt x="1858772" y="286257"/>
                  </a:moveTo>
                  <a:lnTo>
                    <a:pt x="1852533" y="298718"/>
                  </a:lnTo>
                  <a:lnTo>
                    <a:pt x="1852466" y="298853"/>
                  </a:lnTo>
                  <a:lnTo>
                    <a:pt x="1852295" y="299036"/>
                  </a:lnTo>
                  <a:lnTo>
                    <a:pt x="1852295" y="303253"/>
                  </a:lnTo>
                  <a:lnTo>
                    <a:pt x="1855853" y="310382"/>
                  </a:lnTo>
                  <a:lnTo>
                    <a:pt x="1858645" y="304800"/>
                  </a:lnTo>
                  <a:lnTo>
                    <a:pt x="1858772" y="286257"/>
                  </a:lnTo>
                  <a:close/>
                </a:path>
                <a:path w="2207259" h="361950">
                  <a:moveTo>
                    <a:pt x="103297" y="284225"/>
                  </a:moveTo>
                  <a:lnTo>
                    <a:pt x="103336" y="301709"/>
                  </a:lnTo>
                  <a:lnTo>
                    <a:pt x="107315" y="309627"/>
                  </a:lnTo>
                  <a:lnTo>
                    <a:pt x="107229" y="292100"/>
                  </a:lnTo>
                  <a:lnTo>
                    <a:pt x="103297" y="284225"/>
                  </a:lnTo>
                  <a:close/>
                </a:path>
                <a:path w="2207259" h="361950">
                  <a:moveTo>
                    <a:pt x="193068" y="259250"/>
                  </a:moveTo>
                  <a:lnTo>
                    <a:pt x="193134" y="292100"/>
                  </a:lnTo>
                  <a:lnTo>
                    <a:pt x="201675" y="309164"/>
                  </a:lnTo>
                  <a:lnTo>
                    <a:pt x="201565" y="276317"/>
                  </a:lnTo>
                  <a:lnTo>
                    <a:pt x="193068" y="259250"/>
                  </a:lnTo>
                  <a:close/>
                </a:path>
                <a:path w="2207259" h="361950">
                  <a:moveTo>
                    <a:pt x="1786255" y="247008"/>
                  </a:moveTo>
                  <a:lnTo>
                    <a:pt x="1786269" y="285241"/>
                  </a:lnTo>
                  <a:lnTo>
                    <a:pt x="1798220" y="309164"/>
                  </a:lnTo>
                  <a:lnTo>
                    <a:pt x="1798193" y="270842"/>
                  </a:lnTo>
                  <a:lnTo>
                    <a:pt x="1786255" y="247008"/>
                  </a:lnTo>
                  <a:close/>
                </a:path>
                <a:path w="2207259" h="361950">
                  <a:moveTo>
                    <a:pt x="2051812" y="176022"/>
                  </a:moveTo>
                  <a:lnTo>
                    <a:pt x="2051812" y="308610"/>
                  </a:lnTo>
                  <a:lnTo>
                    <a:pt x="2052320" y="308610"/>
                  </a:lnTo>
                  <a:lnTo>
                    <a:pt x="2052320" y="177037"/>
                  </a:lnTo>
                  <a:lnTo>
                    <a:pt x="2051812" y="176022"/>
                  </a:lnTo>
                  <a:close/>
                </a:path>
                <a:path w="2207259" h="361950">
                  <a:moveTo>
                    <a:pt x="2206371" y="0"/>
                  </a:moveTo>
                  <a:lnTo>
                    <a:pt x="2204212" y="0"/>
                  </a:lnTo>
                  <a:lnTo>
                    <a:pt x="2204212" y="304299"/>
                  </a:lnTo>
                  <a:lnTo>
                    <a:pt x="2206371" y="308610"/>
                  </a:lnTo>
                  <a:lnTo>
                    <a:pt x="2206371" y="0"/>
                  </a:lnTo>
                  <a:close/>
                </a:path>
                <a:path w="2207259" h="361950">
                  <a:moveTo>
                    <a:pt x="1175384" y="217169"/>
                  </a:moveTo>
                  <a:lnTo>
                    <a:pt x="1175258" y="280299"/>
                  </a:lnTo>
                  <a:lnTo>
                    <a:pt x="1189260" y="308355"/>
                  </a:lnTo>
                  <a:lnTo>
                    <a:pt x="1189355" y="245110"/>
                  </a:lnTo>
                  <a:lnTo>
                    <a:pt x="1175384" y="217169"/>
                  </a:lnTo>
                  <a:close/>
                </a:path>
                <a:path w="2207259" h="361950">
                  <a:moveTo>
                    <a:pt x="1577340" y="233425"/>
                  </a:moveTo>
                  <a:lnTo>
                    <a:pt x="1577220" y="279841"/>
                  </a:lnTo>
                  <a:lnTo>
                    <a:pt x="1591453" y="308355"/>
                  </a:lnTo>
                  <a:lnTo>
                    <a:pt x="1591437" y="261443"/>
                  </a:lnTo>
                  <a:lnTo>
                    <a:pt x="1590955" y="260657"/>
                  </a:lnTo>
                  <a:lnTo>
                    <a:pt x="1577340" y="233425"/>
                  </a:lnTo>
                  <a:close/>
                </a:path>
                <a:path w="2207259" h="361950">
                  <a:moveTo>
                    <a:pt x="1887220" y="302025"/>
                  </a:moveTo>
                  <a:lnTo>
                    <a:pt x="1884054" y="302025"/>
                  </a:lnTo>
                  <a:lnTo>
                    <a:pt x="1887220" y="308355"/>
                  </a:lnTo>
                  <a:lnTo>
                    <a:pt x="1887220" y="302025"/>
                  </a:lnTo>
                  <a:close/>
                </a:path>
                <a:path w="2207259" h="361950">
                  <a:moveTo>
                    <a:pt x="2206371" y="0"/>
                  </a:moveTo>
                  <a:lnTo>
                    <a:pt x="2206371" y="308355"/>
                  </a:lnTo>
                  <a:lnTo>
                    <a:pt x="2206523" y="307694"/>
                  </a:lnTo>
                  <a:lnTo>
                    <a:pt x="2206709" y="306577"/>
                  </a:lnTo>
                  <a:lnTo>
                    <a:pt x="2206796" y="306056"/>
                  </a:lnTo>
                  <a:lnTo>
                    <a:pt x="2206879" y="305562"/>
                  </a:lnTo>
                  <a:lnTo>
                    <a:pt x="2207006" y="1270"/>
                  </a:lnTo>
                  <a:lnTo>
                    <a:pt x="2206371" y="0"/>
                  </a:lnTo>
                  <a:close/>
                </a:path>
                <a:path w="2207259" h="361950">
                  <a:moveTo>
                    <a:pt x="179021" y="263905"/>
                  </a:moveTo>
                  <a:lnTo>
                    <a:pt x="179004" y="296411"/>
                  </a:lnTo>
                  <a:lnTo>
                    <a:pt x="184658" y="307694"/>
                  </a:lnTo>
                  <a:lnTo>
                    <a:pt x="184658" y="274918"/>
                  </a:lnTo>
                  <a:lnTo>
                    <a:pt x="184397" y="274646"/>
                  </a:lnTo>
                  <a:lnTo>
                    <a:pt x="179021" y="263905"/>
                  </a:lnTo>
                  <a:close/>
                </a:path>
                <a:path w="2207259" h="361950">
                  <a:moveTo>
                    <a:pt x="1841597" y="281822"/>
                  </a:moveTo>
                  <a:lnTo>
                    <a:pt x="1841482" y="282003"/>
                  </a:lnTo>
                  <a:lnTo>
                    <a:pt x="1833118" y="298718"/>
                  </a:lnTo>
                  <a:lnTo>
                    <a:pt x="1833222" y="299196"/>
                  </a:lnTo>
                  <a:lnTo>
                    <a:pt x="1837479" y="307694"/>
                  </a:lnTo>
                  <a:lnTo>
                    <a:pt x="1837534" y="307419"/>
                  </a:lnTo>
                  <a:lnTo>
                    <a:pt x="1841656" y="299196"/>
                  </a:lnTo>
                  <a:lnTo>
                    <a:pt x="1841753" y="282003"/>
                  </a:lnTo>
                  <a:lnTo>
                    <a:pt x="1841597" y="281822"/>
                  </a:lnTo>
                  <a:close/>
                </a:path>
                <a:path w="2207259" h="361950">
                  <a:moveTo>
                    <a:pt x="299593" y="258572"/>
                  </a:moveTo>
                  <a:lnTo>
                    <a:pt x="299593" y="295959"/>
                  </a:lnTo>
                  <a:lnTo>
                    <a:pt x="305329" y="307419"/>
                  </a:lnTo>
                  <a:lnTo>
                    <a:pt x="305435" y="270002"/>
                  </a:lnTo>
                  <a:lnTo>
                    <a:pt x="305201" y="269789"/>
                  </a:lnTo>
                  <a:lnTo>
                    <a:pt x="299593" y="258572"/>
                  </a:lnTo>
                  <a:close/>
                </a:path>
                <a:path w="2207259" h="361950">
                  <a:moveTo>
                    <a:pt x="794606" y="226386"/>
                  </a:moveTo>
                  <a:lnTo>
                    <a:pt x="794512" y="283588"/>
                  </a:lnTo>
                  <a:lnTo>
                    <a:pt x="806450" y="307419"/>
                  </a:lnTo>
                  <a:lnTo>
                    <a:pt x="806450" y="250190"/>
                  </a:lnTo>
                  <a:lnTo>
                    <a:pt x="806269" y="249735"/>
                  </a:lnTo>
                  <a:lnTo>
                    <a:pt x="794606" y="226386"/>
                  </a:lnTo>
                  <a:close/>
                </a:path>
                <a:path w="2207259" h="361950">
                  <a:moveTo>
                    <a:pt x="1810303" y="253438"/>
                  </a:moveTo>
                  <a:lnTo>
                    <a:pt x="1810366" y="295147"/>
                  </a:lnTo>
                  <a:lnTo>
                    <a:pt x="1816512" y="307419"/>
                  </a:lnTo>
                  <a:lnTo>
                    <a:pt x="1816481" y="265606"/>
                  </a:lnTo>
                  <a:lnTo>
                    <a:pt x="1816291" y="265393"/>
                  </a:lnTo>
                  <a:lnTo>
                    <a:pt x="1810631" y="254092"/>
                  </a:lnTo>
                  <a:lnTo>
                    <a:pt x="1810515" y="253860"/>
                  </a:lnTo>
                  <a:lnTo>
                    <a:pt x="1810413" y="253657"/>
                  </a:lnTo>
                  <a:lnTo>
                    <a:pt x="1810303" y="253438"/>
                  </a:lnTo>
                  <a:close/>
                </a:path>
                <a:path w="2207259" h="361950">
                  <a:moveTo>
                    <a:pt x="165577" y="269618"/>
                  </a:moveTo>
                  <a:lnTo>
                    <a:pt x="165569" y="300720"/>
                  </a:lnTo>
                  <a:lnTo>
                    <a:pt x="168401" y="306379"/>
                  </a:lnTo>
                  <a:lnTo>
                    <a:pt x="168401" y="275254"/>
                  </a:lnTo>
                  <a:lnTo>
                    <a:pt x="165769" y="270002"/>
                  </a:lnTo>
                  <a:lnTo>
                    <a:pt x="165663" y="269789"/>
                  </a:lnTo>
                  <a:lnTo>
                    <a:pt x="165577" y="269618"/>
                  </a:lnTo>
                  <a:close/>
                </a:path>
                <a:path w="2207259" h="361950">
                  <a:moveTo>
                    <a:pt x="1600540" y="232410"/>
                  </a:moveTo>
                  <a:lnTo>
                    <a:pt x="1600547" y="279841"/>
                  </a:lnTo>
                  <a:lnTo>
                    <a:pt x="1613816" y="306379"/>
                  </a:lnTo>
                  <a:lnTo>
                    <a:pt x="1613916" y="259250"/>
                  </a:lnTo>
                  <a:lnTo>
                    <a:pt x="1613632" y="258572"/>
                  </a:lnTo>
                  <a:lnTo>
                    <a:pt x="1600540" y="232410"/>
                  </a:lnTo>
                  <a:close/>
                </a:path>
                <a:path w="2207259" h="361950">
                  <a:moveTo>
                    <a:pt x="1444625" y="231647"/>
                  </a:moveTo>
                  <a:lnTo>
                    <a:pt x="1444640" y="279841"/>
                  </a:lnTo>
                  <a:lnTo>
                    <a:pt x="1457724" y="306056"/>
                  </a:lnTo>
                  <a:lnTo>
                    <a:pt x="1457833" y="258064"/>
                  </a:lnTo>
                  <a:lnTo>
                    <a:pt x="1444625" y="231647"/>
                  </a:lnTo>
                  <a:close/>
                </a:path>
                <a:path w="2207259" h="361950">
                  <a:moveTo>
                    <a:pt x="1872043" y="278002"/>
                  </a:moveTo>
                  <a:lnTo>
                    <a:pt x="1864056" y="293976"/>
                  </a:lnTo>
                  <a:lnTo>
                    <a:pt x="1870081" y="306056"/>
                  </a:lnTo>
                  <a:lnTo>
                    <a:pt x="1875130" y="295959"/>
                  </a:lnTo>
                  <a:lnTo>
                    <a:pt x="1875155" y="284225"/>
                  </a:lnTo>
                  <a:lnTo>
                    <a:pt x="1872043" y="278002"/>
                  </a:lnTo>
                  <a:close/>
                </a:path>
                <a:path w="2207259" h="361950">
                  <a:moveTo>
                    <a:pt x="318389" y="252893"/>
                  </a:moveTo>
                  <a:lnTo>
                    <a:pt x="318286" y="295959"/>
                  </a:lnTo>
                  <a:lnTo>
                    <a:pt x="323088" y="305562"/>
                  </a:lnTo>
                  <a:lnTo>
                    <a:pt x="323088" y="262381"/>
                  </a:lnTo>
                  <a:lnTo>
                    <a:pt x="322895" y="261916"/>
                  </a:lnTo>
                  <a:lnTo>
                    <a:pt x="318389" y="252893"/>
                  </a:lnTo>
                  <a:close/>
                </a:path>
                <a:path w="2207259" h="361950">
                  <a:moveTo>
                    <a:pt x="2055170" y="182738"/>
                  </a:moveTo>
                  <a:lnTo>
                    <a:pt x="2055114" y="304800"/>
                  </a:lnTo>
                  <a:lnTo>
                    <a:pt x="2066417" y="304800"/>
                  </a:lnTo>
                  <a:lnTo>
                    <a:pt x="2066417" y="292100"/>
                  </a:lnTo>
                  <a:lnTo>
                    <a:pt x="2061972" y="292100"/>
                  </a:lnTo>
                  <a:lnTo>
                    <a:pt x="2061972" y="196354"/>
                  </a:lnTo>
                  <a:lnTo>
                    <a:pt x="2055170" y="182738"/>
                  </a:lnTo>
                  <a:close/>
                </a:path>
                <a:path w="2207259" h="361950">
                  <a:moveTo>
                    <a:pt x="2190200" y="283126"/>
                  </a:moveTo>
                  <a:lnTo>
                    <a:pt x="2190204" y="293311"/>
                  </a:lnTo>
                  <a:lnTo>
                    <a:pt x="2195830" y="304553"/>
                  </a:lnTo>
                  <a:lnTo>
                    <a:pt x="2195830" y="294386"/>
                  </a:lnTo>
                  <a:lnTo>
                    <a:pt x="2190200" y="283126"/>
                  </a:lnTo>
                  <a:close/>
                </a:path>
                <a:path w="2207259" h="361950">
                  <a:moveTo>
                    <a:pt x="151773" y="273160"/>
                  </a:moveTo>
                  <a:lnTo>
                    <a:pt x="151765" y="302452"/>
                  </a:lnTo>
                  <a:lnTo>
                    <a:pt x="152687" y="304299"/>
                  </a:lnTo>
                  <a:lnTo>
                    <a:pt x="152653" y="274918"/>
                  </a:lnTo>
                  <a:lnTo>
                    <a:pt x="151894" y="273400"/>
                  </a:lnTo>
                  <a:lnTo>
                    <a:pt x="151773" y="273160"/>
                  </a:lnTo>
                  <a:close/>
                </a:path>
                <a:path w="2207259" h="361950">
                  <a:moveTo>
                    <a:pt x="1863725" y="276540"/>
                  </a:moveTo>
                  <a:lnTo>
                    <a:pt x="1863453" y="276860"/>
                  </a:lnTo>
                  <a:lnTo>
                    <a:pt x="1858772" y="286257"/>
                  </a:lnTo>
                  <a:lnTo>
                    <a:pt x="1858772" y="304299"/>
                  </a:lnTo>
                  <a:lnTo>
                    <a:pt x="1859092" y="303905"/>
                  </a:lnTo>
                  <a:lnTo>
                    <a:pt x="1863725" y="294640"/>
                  </a:lnTo>
                  <a:lnTo>
                    <a:pt x="1863636" y="293132"/>
                  </a:lnTo>
                  <a:lnTo>
                    <a:pt x="1859700" y="285241"/>
                  </a:lnTo>
                  <a:lnTo>
                    <a:pt x="1859574" y="284987"/>
                  </a:lnTo>
                  <a:lnTo>
                    <a:pt x="1863725" y="284987"/>
                  </a:lnTo>
                  <a:lnTo>
                    <a:pt x="1863725" y="276540"/>
                  </a:lnTo>
                  <a:close/>
                </a:path>
                <a:path w="2207259" h="361950">
                  <a:moveTo>
                    <a:pt x="2204212" y="2539"/>
                  </a:moveTo>
                  <a:lnTo>
                    <a:pt x="2200402" y="2539"/>
                  </a:lnTo>
                  <a:lnTo>
                    <a:pt x="2200402" y="296691"/>
                  </a:lnTo>
                  <a:lnTo>
                    <a:pt x="2204212" y="304299"/>
                  </a:lnTo>
                  <a:lnTo>
                    <a:pt x="2204212" y="292100"/>
                  </a:lnTo>
                  <a:lnTo>
                    <a:pt x="2202942" y="292100"/>
                  </a:lnTo>
                  <a:lnTo>
                    <a:pt x="2202942" y="10160"/>
                  </a:lnTo>
                  <a:lnTo>
                    <a:pt x="2204212" y="10160"/>
                  </a:lnTo>
                  <a:lnTo>
                    <a:pt x="2204212" y="2539"/>
                  </a:lnTo>
                  <a:close/>
                </a:path>
                <a:path w="2207259" h="361950">
                  <a:moveTo>
                    <a:pt x="121539" y="271120"/>
                  </a:moveTo>
                  <a:lnTo>
                    <a:pt x="121590" y="298406"/>
                  </a:lnTo>
                  <a:lnTo>
                    <a:pt x="124333" y="303905"/>
                  </a:lnTo>
                  <a:lnTo>
                    <a:pt x="124333" y="276540"/>
                  </a:lnTo>
                  <a:lnTo>
                    <a:pt x="124125" y="276317"/>
                  </a:lnTo>
                  <a:lnTo>
                    <a:pt x="121539" y="271120"/>
                  </a:lnTo>
                  <a:close/>
                </a:path>
                <a:path w="2207259" h="361950">
                  <a:moveTo>
                    <a:pt x="2182749" y="278412"/>
                  </a:moveTo>
                  <a:lnTo>
                    <a:pt x="2182749" y="288819"/>
                  </a:lnTo>
                  <a:lnTo>
                    <a:pt x="2190115" y="303539"/>
                  </a:lnTo>
                  <a:lnTo>
                    <a:pt x="2190115" y="293132"/>
                  </a:lnTo>
                  <a:lnTo>
                    <a:pt x="2182749" y="278412"/>
                  </a:lnTo>
                  <a:close/>
                </a:path>
                <a:path w="2207259" h="361950">
                  <a:moveTo>
                    <a:pt x="2195830" y="287562"/>
                  </a:moveTo>
                  <a:lnTo>
                    <a:pt x="2195957" y="294640"/>
                  </a:lnTo>
                  <a:lnTo>
                    <a:pt x="2200406" y="303539"/>
                  </a:lnTo>
                  <a:lnTo>
                    <a:pt x="2200402" y="296691"/>
                  </a:lnTo>
                  <a:lnTo>
                    <a:pt x="2195830" y="287562"/>
                  </a:lnTo>
                  <a:close/>
                </a:path>
                <a:path w="2207259" h="361950">
                  <a:moveTo>
                    <a:pt x="1471676" y="237746"/>
                  </a:moveTo>
                  <a:lnTo>
                    <a:pt x="1471676" y="285750"/>
                  </a:lnTo>
                  <a:lnTo>
                    <a:pt x="1480312" y="303022"/>
                  </a:lnTo>
                  <a:lnTo>
                    <a:pt x="1480312" y="254894"/>
                  </a:lnTo>
                  <a:lnTo>
                    <a:pt x="1479970" y="254379"/>
                  </a:lnTo>
                  <a:lnTo>
                    <a:pt x="1471676" y="237746"/>
                  </a:lnTo>
                  <a:close/>
                </a:path>
                <a:path w="2207259" h="361950">
                  <a:moveTo>
                    <a:pt x="1852295" y="299196"/>
                  </a:moveTo>
                  <a:lnTo>
                    <a:pt x="1851285" y="301231"/>
                  </a:lnTo>
                  <a:lnTo>
                    <a:pt x="1852052" y="302767"/>
                  </a:lnTo>
                  <a:lnTo>
                    <a:pt x="1852179" y="303022"/>
                  </a:lnTo>
                  <a:lnTo>
                    <a:pt x="1852295" y="299196"/>
                  </a:lnTo>
                  <a:close/>
                </a:path>
                <a:path w="2207259" h="361950">
                  <a:moveTo>
                    <a:pt x="1773427" y="274319"/>
                  </a:moveTo>
                  <a:lnTo>
                    <a:pt x="1759203" y="274319"/>
                  </a:lnTo>
                  <a:lnTo>
                    <a:pt x="1773427" y="302767"/>
                  </a:lnTo>
                  <a:lnTo>
                    <a:pt x="1773427" y="274319"/>
                  </a:lnTo>
                  <a:close/>
                </a:path>
                <a:path w="2207259" h="361950">
                  <a:moveTo>
                    <a:pt x="2174494" y="272322"/>
                  </a:moveTo>
                  <a:lnTo>
                    <a:pt x="2174532" y="286257"/>
                  </a:lnTo>
                  <a:lnTo>
                    <a:pt x="2182766" y="302767"/>
                  </a:lnTo>
                  <a:lnTo>
                    <a:pt x="2182749" y="288819"/>
                  </a:lnTo>
                  <a:lnTo>
                    <a:pt x="2174494" y="272322"/>
                  </a:lnTo>
                  <a:close/>
                </a:path>
                <a:path w="2207259" h="361950">
                  <a:moveTo>
                    <a:pt x="142229" y="254092"/>
                  </a:moveTo>
                  <a:lnTo>
                    <a:pt x="142113" y="283126"/>
                  </a:lnTo>
                  <a:lnTo>
                    <a:pt x="151690" y="302303"/>
                  </a:lnTo>
                  <a:lnTo>
                    <a:pt x="151765" y="273160"/>
                  </a:lnTo>
                  <a:lnTo>
                    <a:pt x="142229" y="254092"/>
                  </a:lnTo>
                  <a:close/>
                </a:path>
                <a:path w="2207259" h="361950">
                  <a:moveTo>
                    <a:pt x="948126" y="216428"/>
                  </a:moveTo>
                  <a:lnTo>
                    <a:pt x="948080" y="265051"/>
                  </a:lnTo>
                  <a:lnTo>
                    <a:pt x="966724" y="302303"/>
                  </a:lnTo>
                  <a:lnTo>
                    <a:pt x="966724" y="253438"/>
                  </a:lnTo>
                  <a:lnTo>
                    <a:pt x="966342" y="252893"/>
                  </a:lnTo>
                  <a:lnTo>
                    <a:pt x="948497" y="217169"/>
                  </a:lnTo>
                  <a:lnTo>
                    <a:pt x="948370" y="216916"/>
                  </a:lnTo>
                  <a:lnTo>
                    <a:pt x="948243" y="216662"/>
                  </a:lnTo>
                  <a:lnTo>
                    <a:pt x="948126" y="216428"/>
                  </a:lnTo>
                  <a:close/>
                </a:path>
                <a:path w="2207259" h="361950">
                  <a:moveTo>
                    <a:pt x="1623260" y="230025"/>
                  </a:moveTo>
                  <a:lnTo>
                    <a:pt x="1623187" y="277663"/>
                  </a:lnTo>
                  <a:lnTo>
                    <a:pt x="1635378" y="302025"/>
                  </a:lnTo>
                  <a:lnTo>
                    <a:pt x="1635378" y="254092"/>
                  </a:lnTo>
                  <a:lnTo>
                    <a:pt x="1635146" y="253860"/>
                  </a:lnTo>
                  <a:lnTo>
                    <a:pt x="1623260" y="230025"/>
                  </a:lnTo>
                  <a:close/>
                </a:path>
                <a:path w="2207259" h="361950">
                  <a:moveTo>
                    <a:pt x="1714500" y="230025"/>
                  </a:moveTo>
                  <a:lnTo>
                    <a:pt x="1714410" y="276860"/>
                  </a:lnTo>
                  <a:lnTo>
                    <a:pt x="1726971" y="302025"/>
                  </a:lnTo>
                  <a:lnTo>
                    <a:pt x="1726946" y="254894"/>
                  </a:lnTo>
                  <a:lnTo>
                    <a:pt x="1714500" y="230025"/>
                  </a:lnTo>
                  <a:close/>
                </a:path>
                <a:path w="2207259" h="361950">
                  <a:moveTo>
                    <a:pt x="1887220" y="290270"/>
                  </a:moveTo>
                  <a:lnTo>
                    <a:pt x="1878177" y="290270"/>
                  </a:lnTo>
                  <a:lnTo>
                    <a:pt x="1884054" y="302025"/>
                  </a:lnTo>
                  <a:lnTo>
                    <a:pt x="1883915" y="302025"/>
                  </a:lnTo>
                  <a:lnTo>
                    <a:pt x="1887220" y="295421"/>
                  </a:lnTo>
                  <a:lnTo>
                    <a:pt x="1887220" y="290270"/>
                  </a:lnTo>
                  <a:close/>
                </a:path>
                <a:path w="2207259" h="361950">
                  <a:moveTo>
                    <a:pt x="2163304" y="263748"/>
                  </a:moveTo>
                  <a:lnTo>
                    <a:pt x="2163331" y="279841"/>
                  </a:lnTo>
                  <a:lnTo>
                    <a:pt x="2174397" y="302025"/>
                  </a:lnTo>
                  <a:lnTo>
                    <a:pt x="2174494" y="286257"/>
                  </a:lnTo>
                  <a:lnTo>
                    <a:pt x="2174279" y="285750"/>
                  </a:lnTo>
                  <a:lnTo>
                    <a:pt x="2163383" y="263905"/>
                  </a:lnTo>
                  <a:lnTo>
                    <a:pt x="2163304" y="263748"/>
                  </a:lnTo>
                  <a:close/>
                </a:path>
                <a:path w="2207259" h="361950">
                  <a:moveTo>
                    <a:pt x="98512" y="274646"/>
                  </a:moveTo>
                  <a:lnTo>
                    <a:pt x="98594" y="292271"/>
                  </a:lnTo>
                  <a:lnTo>
                    <a:pt x="103250" y="301538"/>
                  </a:lnTo>
                  <a:lnTo>
                    <a:pt x="103250" y="283944"/>
                  </a:lnTo>
                  <a:lnTo>
                    <a:pt x="102978" y="283588"/>
                  </a:lnTo>
                  <a:lnTo>
                    <a:pt x="98512" y="274646"/>
                  </a:lnTo>
                  <a:close/>
                </a:path>
                <a:path w="2207259" h="361950">
                  <a:moveTo>
                    <a:pt x="1038478" y="202570"/>
                  </a:moveTo>
                  <a:lnTo>
                    <a:pt x="1038605" y="253657"/>
                  </a:lnTo>
                  <a:lnTo>
                    <a:pt x="1062523" y="301538"/>
                  </a:lnTo>
                  <a:lnTo>
                    <a:pt x="1062609" y="250595"/>
                  </a:lnTo>
                  <a:lnTo>
                    <a:pt x="1062310" y="250190"/>
                  </a:lnTo>
                  <a:lnTo>
                    <a:pt x="1038478" y="202570"/>
                  </a:lnTo>
                  <a:close/>
                </a:path>
                <a:path w="2207259" h="361950">
                  <a:moveTo>
                    <a:pt x="1495171" y="218849"/>
                  </a:moveTo>
                  <a:lnTo>
                    <a:pt x="1495233" y="284987"/>
                  </a:lnTo>
                  <a:lnTo>
                    <a:pt x="1503333" y="301231"/>
                  </a:lnTo>
                  <a:lnTo>
                    <a:pt x="1503299" y="235120"/>
                  </a:lnTo>
                  <a:lnTo>
                    <a:pt x="1495171" y="218849"/>
                  </a:lnTo>
                  <a:close/>
                </a:path>
                <a:path w="2207259" h="361950">
                  <a:moveTo>
                    <a:pt x="1852295" y="290737"/>
                  </a:moveTo>
                  <a:lnTo>
                    <a:pt x="1846047" y="290737"/>
                  </a:lnTo>
                  <a:lnTo>
                    <a:pt x="1851285" y="301231"/>
                  </a:lnTo>
                  <a:lnTo>
                    <a:pt x="1852295" y="299196"/>
                  </a:lnTo>
                  <a:lnTo>
                    <a:pt x="1852295" y="290737"/>
                  </a:lnTo>
                  <a:close/>
                </a:path>
                <a:path w="2207259" h="361950">
                  <a:moveTo>
                    <a:pt x="1899793" y="294931"/>
                  </a:moveTo>
                  <a:lnTo>
                    <a:pt x="1899645" y="295147"/>
                  </a:lnTo>
                  <a:lnTo>
                    <a:pt x="1898200" y="298042"/>
                  </a:lnTo>
                  <a:lnTo>
                    <a:pt x="1899793" y="301231"/>
                  </a:lnTo>
                  <a:lnTo>
                    <a:pt x="1899793" y="294931"/>
                  </a:lnTo>
                  <a:close/>
                </a:path>
                <a:path w="2207259" h="361950">
                  <a:moveTo>
                    <a:pt x="133729" y="266339"/>
                  </a:moveTo>
                  <a:lnTo>
                    <a:pt x="133603" y="266700"/>
                  </a:lnTo>
                  <a:lnTo>
                    <a:pt x="133497" y="295147"/>
                  </a:lnTo>
                  <a:lnTo>
                    <a:pt x="136183" y="300543"/>
                  </a:lnTo>
                  <a:lnTo>
                    <a:pt x="136271" y="271525"/>
                  </a:lnTo>
                  <a:lnTo>
                    <a:pt x="136116" y="271120"/>
                  </a:lnTo>
                  <a:lnTo>
                    <a:pt x="133729" y="266339"/>
                  </a:lnTo>
                  <a:close/>
                </a:path>
                <a:path w="2207259" h="361950">
                  <a:moveTo>
                    <a:pt x="152727" y="243976"/>
                  </a:moveTo>
                  <a:lnTo>
                    <a:pt x="152653" y="274918"/>
                  </a:lnTo>
                  <a:lnTo>
                    <a:pt x="165481" y="300543"/>
                  </a:lnTo>
                  <a:lnTo>
                    <a:pt x="165481" y="269239"/>
                  </a:lnTo>
                  <a:lnTo>
                    <a:pt x="165312" y="269090"/>
                  </a:lnTo>
                  <a:lnTo>
                    <a:pt x="152727" y="243976"/>
                  </a:lnTo>
                  <a:close/>
                </a:path>
                <a:path w="2207259" h="361950">
                  <a:moveTo>
                    <a:pt x="972698" y="216662"/>
                  </a:moveTo>
                  <a:lnTo>
                    <a:pt x="972819" y="265860"/>
                  </a:lnTo>
                  <a:lnTo>
                    <a:pt x="990145" y="300543"/>
                  </a:lnTo>
                  <a:lnTo>
                    <a:pt x="990219" y="251713"/>
                  </a:lnTo>
                  <a:lnTo>
                    <a:pt x="990002" y="251206"/>
                  </a:lnTo>
                  <a:lnTo>
                    <a:pt x="972698" y="216662"/>
                  </a:lnTo>
                  <a:close/>
                </a:path>
                <a:path w="2207259" h="361950">
                  <a:moveTo>
                    <a:pt x="925093" y="219119"/>
                  </a:moveTo>
                  <a:lnTo>
                    <a:pt x="925182" y="266088"/>
                  </a:lnTo>
                  <a:lnTo>
                    <a:pt x="942153" y="300062"/>
                  </a:lnTo>
                  <a:lnTo>
                    <a:pt x="942235" y="300228"/>
                  </a:lnTo>
                  <a:lnTo>
                    <a:pt x="942340" y="253438"/>
                  </a:lnTo>
                  <a:lnTo>
                    <a:pt x="941995" y="252893"/>
                  </a:lnTo>
                  <a:lnTo>
                    <a:pt x="925093" y="219119"/>
                  </a:lnTo>
                  <a:close/>
                </a:path>
                <a:path w="2207259" h="361950">
                  <a:moveTo>
                    <a:pt x="92837" y="280811"/>
                  </a:moveTo>
                  <a:lnTo>
                    <a:pt x="92917" y="299196"/>
                  </a:lnTo>
                  <a:lnTo>
                    <a:pt x="93350" y="300062"/>
                  </a:lnTo>
                  <a:lnTo>
                    <a:pt x="93345" y="281822"/>
                  </a:lnTo>
                  <a:lnTo>
                    <a:pt x="92837" y="280811"/>
                  </a:lnTo>
                  <a:close/>
                </a:path>
                <a:path w="2207259" h="361950">
                  <a:moveTo>
                    <a:pt x="355219" y="243976"/>
                  </a:moveTo>
                  <a:lnTo>
                    <a:pt x="355219" y="286511"/>
                  </a:lnTo>
                  <a:lnTo>
                    <a:pt x="361994" y="300062"/>
                  </a:lnTo>
                  <a:lnTo>
                    <a:pt x="362076" y="257395"/>
                  </a:lnTo>
                  <a:lnTo>
                    <a:pt x="361654" y="256793"/>
                  </a:lnTo>
                  <a:lnTo>
                    <a:pt x="355219" y="243976"/>
                  </a:lnTo>
                  <a:close/>
                </a:path>
                <a:path w="2207259" h="361950">
                  <a:moveTo>
                    <a:pt x="429895" y="83820"/>
                  </a:moveTo>
                  <a:lnTo>
                    <a:pt x="410591" y="83820"/>
                  </a:lnTo>
                  <a:lnTo>
                    <a:pt x="410591" y="272034"/>
                  </a:lnTo>
                  <a:lnTo>
                    <a:pt x="424605" y="300062"/>
                  </a:lnTo>
                  <a:lnTo>
                    <a:pt x="424688" y="89153"/>
                  </a:lnTo>
                  <a:lnTo>
                    <a:pt x="429895" y="89153"/>
                  </a:lnTo>
                  <a:lnTo>
                    <a:pt x="429895" y="83820"/>
                  </a:lnTo>
                  <a:close/>
                </a:path>
                <a:path w="2207259" h="361950">
                  <a:moveTo>
                    <a:pt x="1005437" y="233425"/>
                  </a:moveTo>
                  <a:lnTo>
                    <a:pt x="1005495" y="282135"/>
                  </a:lnTo>
                  <a:lnTo>
                    <a:pt x="1014476" y="300062"/>
                  </a:lnTo>
                  <a:lnTo>
                    <a:pt x="1014476" y="251713"/>
                  </a:lnTo>
                  <a:lnTo>
                    <a:pt x="1014311" y="251206"/>
                  </a:lnTo>
                  <a:lnTo>
                    <a:pt x="1005437" y="233425"/>
                  </a:lnTo>
                  <a:close/>
                </a:path>
                <a:path w="2207259" h="361950">
                  <a:moveTo>
                    <a:pt x="901148" y="217977"/>
                  </a:moveTo>
                  <a:lnTo>
                    <a:pt x="901065" y="266700"/>
                  </a:lnTo>
                  <a:lnTo>
                    <a:pt x="917575" y="299719"/>
                  </a:lnTo>
                  <a:lnTo>
                    <a:pt x="917575" y="250860"/>
                  </a:lnTo>
                  <a:lnTo>
                    <a:pt x="901148" y="217977"/>
                  </a:lnTo>
                  <a:close/>
                </a:path>
                <a:path w="2207259" h="361950">
                  <a:moveTo>
                    <a:pt x="1036873" y="250190"/>
                  </a:moveTo>
                  <a:lnTo>
                    <a:pt x="1036872" y="296411"/>
                  </a:lnTo>
                  <a:lnTo>
                    <a:pt x="1038523" y="299719"/>
                  </a:lnTo>
                  <a:lnTo>
                    <a:pt x="1038478" y="253438"/>
                  </a:lnTo>
                  <a:lnTo>
                    <a:pt x="1036873" y="250190"/>
                  </a:lnTo>
                  <a:close/>
                </a:path>
                <a:path w="2207259" h="361950">
                  <a:moveTo>
                    <a:pt x="1858772" y="265051"/>
                  </a:moveTo>
                  <a:lnTo>
                    <a:pt x="1852450" y="277663"/>
                  </a:lnTo>
                  <a:lnTo>
                    <a:pt x="1852295" y="278002"/>
                  </a:lnTo>
                  <a:lnTo>
                    <a:pt x="1852295" y="299036"/>
                  </a:lnTo>
                  <a:lnTo>
                    <a:pt x="1852466" y="298853"/>
                  </a:lnTo>
                  <a:lnTo>
                    <a:pt x="1858632" y="286511"/>
                  </a:lnTo>
                  <a:lnTo>
                    <a:pt x="1858758" y="286257"/>
                  </a:lnTo>
                  <a:lnTo>
                    <a:pt x="1858772" y="283126"/>
                  </a:lnTo>
                  <a:lnTo>
                    <a:pt x="1858560" y="282955"/>
                  </a:lnTo>
                  <a:lnTo>
                    <a:pt x="1854416" y="274646"/>
                  </a:lnTo>
                  <a:lnTo>
                    <a:pt x="1854328" y="274469"/>
                  </a:lnTo>
                  <a:lnTo>
                    <a:pt x="1854253" y="274319"/>
                  </a:lnTo>
                  <a:lnTo>
                    <a:pt x="1858772" y="274319"/>
                  </a:lnTo>
                  <a:lnTo>
                    <a:pt x="1858772" y="265051"/>
                  </a:lnTo>
                  <a:close/>
                </a:path>
                <a:path w="2207259" h="361950">
                  <a:moveTo>
                    <a:pt x="88426" y="272034"/>
                  </a:moveTo>
                  <a:lnTo>
                    <a:pt x="88448" y="290270"/>
                  </a:lnTo>
                  <a:lnTo>
                    <a:pt x="92678" y="298718"/>
                  </a:lnTo>
                  <a:lnTo>
                    <a:pt x="92745" y="298853"/>
                  </a:lnTo>
                  <a:lnTo>
                    <a:pt x="92765" y="280670"/>
                  </a:lnTo>
                  <a:lnTo>
                    <a:pt x="88426" y="272034"/>
                  </a:lnTo>
                  <a:close/>
                </a:path>
                <a:path w="2207259" h="361950">
                  <a:moveTo>
                    <a:pt x="1833118" y="281822"/>
                  </a:moveTo>
                  <a:lnTo>
                    <a:pt x="1824520" y="281822"/>
                  </a:lnTo>
                  <a:lnTo>
                    <a:pt x="1832983" y="298718"/>
                  </a:lnTo>
                  <a:lnTo>
                    <a:pt x="1833050" y="298853"/>
                  </a:lnTo>
                  <a:lnTo>
                    <a:pt x="1833118" y="281822"/>
                  </a:lnTo>
                  <a:close/>
                </a:path>
                <a:path w="2207259" h="361950">
                  <a:moveTo>
                    <a:pt x="1841753" y="282135"/>
                  </a:moveTo>
                  <a:lnTo>
                    <a:pt x="1841753" y="298853"/>
                  </a:lnTo>
                  <a:lnTo>
                    <a:pt x="1841895" y="298718"/>
                  </a:lnTo>
                  <a:lnTo>
                    <a:pt x="1843051" y="296411"/>
                  </a:lnTo>
                  <a:lnTo>
                    <a:pt x="1843151" y="284987"/>
                  </a:lnTo>
                  <a:lnTo>
                    <a:pt x="1842797" y="284225"/>
                  </a:lnTo>
                  <a:lnTo>
                    <a:pt x="1841753" y="282135"/>
                  </a:lnTo>
                  <a:close/>
                </a:path>
                <a:path w="2207259" h="361950">
                  <a:moveTo>
                    <a:pt x="1833226" y="265051"/>
                  </a:moveTo>
                  <a:lnTo>
                    <a:pt x="1833118" y="298718"/>
                  </a:lnTo>
                  <a:lnTo>
                    <a:pt x="1841416" y="282135"/>
                  </a:lnTo>
                  <a:lnTo>
                    <a:pt x="1841482" y="282003"/>
                  </a:lnTo>
                  <a:lnTo>
                    <a:pt x="1841573" y="281822"/>
                  </a:lnTo>
                  <a:lnTo>
                    <a:pt x="1833226" y="265051"/>
                  </a:lnTo>
                  <a:close/>
                </a:path>
                <a:path w="2207259" h="361950">
                  <a:moveTo>
                    <a:pt x="116332" y="260657"/>
                  </a:moveTo>
                  <a:lnTo>
                    <a:pt x="116408" y="288019"/>
                  </a:lnTo>
                  <a:lnTo>
                    <a:pt x="121590" y="298406"/>
                  </a:lnTo>
                  <a:lnTo>
                    <a:pt x="121539" y="271120"/>
                  </a:lnTo>
                  <a:lnTo>
                    <a:pt x="116332" y="260657"/>
                  </a:lnTo>
                  <a:close/>
                </a:path>
                <a:path w="2207259" h="361950">
                  <a:moveTo>
                    <a:pt x="337058" y="250190"/>
                  </a:moveTo>
                  <a:lnTo>
                    <a:pt x="337058" y="290270"/>
                  </a:lnTo>
                  <a:lnTo>
                    <a:pt x="341122" y="298406"/>
                  </a:lnTo>
                  <a:lnTo>
                    <a:pt x="341122" y="258064"/>
                  </a:lnTo>
                  <a:lnTo>
                    <a:pt x="340781" y="257636"/>
                  </a:lnTo>
                  <a:lnTo>
                    <a:pt x="337058" y="250190"/>
                  </a:lnTo>
                  <a:close/>
                </a:path>
                <a:path w="2207259" h="361950">
                  <a:moveTo>
                    <a:pt x="1207039" y="224452"/>
                  </a:moveTo>
                  <a:lnTo>
                    <a:pt x="1207135" y="224907"/>
                  </a:lnTo>
                  <a:lnTo>
                    <a:pt x="1207205" y="280811"/>
                  </a:lnTo>
                  <a:lnTo>
                    <a:pt x="1215821" y="298042"/>
                  </a:lnTo>
                  <a:lnTo>
                    <a:pt x="1215771" y="242356"/>
                  </a:lnTo>
                  <a:lnTo>
                    <a:pt x="1215999" y="242356"/>
                  </a:lnTo>
                  <a:lnTo>
                    <a:pt x="1207039" y="224452"/>
                  </a:lnTo>
                  <a:close/>
                </a:path>
                <a:path w="2207259" h="361950">
                  <a:moveTo>
                    <a:pt x="1899793" y="270392"/>
                  </a:moveTo>
                  <a:lnTo>
                    <a:pt x="1899628" y="270624"/>
                  </a:lnTo>
                  <a:lnTo>
                    <a:pt x="1892132" y="285604"/>
                  </a:lnTo>
                  <a:lnTo>
                    <a:pt x="1892059" y="285750"/>
                  </a:lnTo>
                  <a:lnTo>
                    <a:pt x="1898200" y="298042"/>
                  </a:lnTo>
                  <a:lnTo>
                    <a:pt x="1899645" y="295147"/>
                  </a:lnTo>
                  <a:lnTo>
                    <a:pt x="1899753" y="294931"/>
                  </a:lnTo>
                  <a:lnTo>
                    <a:pt x="1899793" y="270392"/>
                  </a:lnTo>
                  <a:close/>
                </a:path>
                <a:path w="2207259" h="361950">
                  <a:moveTo>
                    <a:pt x="827473" y="225044"/>
                  </a:moveTo>
                  <a:lnTo>
                    <a:pt x="827517" y="292271"/>
                  </a:lnTo>
                  <a:lnTo>
                    <a:pt x="830105" y="297452"/>
                  </a:lnTo>
                  <a:lnTo>
                    <a:pt x="830223" y="297687"/>
                  </a:lnTo>
                  <a:lnTo>
                    <a:pt x="830326" y="230743"/>
                  </a:lnTo>
                  <a:lnTo>
                    <a:pt x="827473" y="225044"/>
                  </a:lnTo>
                  <a:close/>
                </a:path>
                <a:path w="2207259" h="361950">
                  <a:moveTo>
                    <a:pt x="2138680" y="248470"/>
                  </a:moveTo>
                  <a:lnTo>
                    <a:pt x="2138573" y="272034"/>
                  </a:lnTo>
                  <a:lnTo>
                    <a:pt x="2151271" y="297452"/>
                  </a:lnTo>
                  <a:lnTo>
                    <a:pt x="2151389" y="297687"/>
                  </a:lnTo>
                  <a:lnTo>
                    <a:pt x="2151507" y="274319"/>
                  </a:lnTo>
                  <a:lnTo>
                    <a:pt x="2151155" y="273400"/>
                  </a:lnTo>
                  <a:lnTo>
                    <a:pt x="2138680" y="248470"/>
                  </a:lnTo>
                  <a:close/>
                </a:path>
                <a:path w="2207259" h="361950">
                  <a:moveTo>
                    <a:pt x="1927478" y="239387"/>
                  </a:moveTo>
                  <a:lnTo>
                    <a:pt x="1923295" y="247768"/>
                  </a:lnTo>
                  <a:lnTo>
                    <a:pt x="1923227" y="247903"/>
                  </a:lnTo>
                  <a:lnTo>
                    <a:pt x="1923157" y="248045"/>
                  </a:lnTo>
                  <a:lnTo>
                    <a:pt x="1923044" y="288819"/>
                  </a:lnTo>
                  <a:lnTo>
                    <a:pt x="1927361" y="297452"/>
                  </a:lnTo>
                  <a:lnTo>
                    <a:pt x="1927478" y="239387"/>
                  </a:lnTo>
                  <a:close/>
                </a:path>
                <a:path w="2207259" h="361950">
                  <a:moveTo>
                    <a:pt x="2151507" y="256133"/>
                  </a:moveTo>
                  <a:lnTo>
                    <a:pt x="2151615" y="274319"/>
                  </a:lnTo>
                  <a:lnTo>
                    <a:pt x="2163191" y="297452"/>
                  </a:lnTo>
                  <a:lnTo>
                    <a:pt x="2163191" y="279653"/>
                  </a:lnTo>
                  <a:lnTo>
                    <a:pt x="2163017" y="279210"/>
                  </a:lnTo>
                  <a:lnTo>
                    <a:pt x="2151507" y="256133"/>
                  </a:lnTo>
                  <a:close/>
                </a:path>
                <a:path w="2207259" h="361950">
                  <a:moveTo>
                    <a:pt x="1068348" y="195650"/>
                  </a:moveTo>
                  <a:lnTo>
                    <a:pt x="1068412" y="262381"/>
                  </a:lnTo>
                  <a:lnTo>
                    <a:pt x="1085723" y="296971"/>
                  </a:lnTo>
                  <a:lnTo>
                    <a:pt x="1085723" y="230416"/>
                  </a:lnTo>
                  <a:lnTo>
                    <a:pt x="1085567" y="230025"/>
                  </a:lnTo>
                  <a:lnTo>
                    <a:pt x="1068348" y="195650"/>
                  </a:lnTo>
                  <a:close/>
                </a:path>
                <a:path w="2207259" h="361950">
                  <a:moveTo>
                    <a:pt x="2125122" y="245110"/>
                  </a:moveTo>
                  <a:lnTo>
                    <a:pt x="2125176" y="269789"/>
                  </a:lnTo>
                  <a:lnTo>
                    <a:pt x="2138594" y="296691"/>
                  </a:lnTo>
                  <a:lnTo>
                    <a:pt x="2138680" y="272034"/>
                  </a:lnTo>
                  <a:lnTo>
                    <a:pt x="2138446" y="271779"/>
                  </a:lnTo>
                  <a:lnTo>
                    <a:pt x="2125122" y="245110"/>
                  </a:lnTo>
                  <a:close/>
                </a:path>
                <a:path w="2207259" h="361950">
                  <a:moveTo>
                    <a:pt x="2200402" y="3810"/>
                  </a:moveTo>
                  <a:lnTo>
                    <a:pt x="2195830" y="3810"/>
                  </a:lnTo>
                  <a:lnTo>
                    <a:pt x="2195830" y="287562"/>
                  </a:lnTo>
                  <a:lnTo>
                    <a:pt x="2200402" y="296691"/>
                  </a:lnTo>
                  <a:lnTo>
                    <a:pt x="2200402" y="3810"/>
                  </a:lnTo>
                  <a:close/>
                </a:path>
                <a:path w="2207259" h="361950">
                  <a:moveTo>
                    <a:pt x="55499" y="274319"/>
                  </a:moveTo>
                  <a:lnTo>
                    <a:pt x="44454" y="274319"/>
                  </a:lnTo>
                  <a:lnTo>
                    <a:pt x="55499" y="296411"/>
                  </a:lnTo>
                  <a:lnTo>
                    <a:pt x="55499" y="274319"/>
                  </a:lnTo>
                  <a:close/>
                </a:path>
                <a:path w="2207259" h="361950">
                  <a:moveTo>
                    <a:pt x="107421" y="270002"/>
                  </a:moveTo>
                  <a:lnTo>
                    <a:pt x="107315" y="292271"/>
                  </a:lnTo>
                  <a:lnTo>
                    <a:pt x="109383" y="296411"/>
                  </a:lnTo>
                  <a:lnTo>
                    <a:pt x="109347" y="274319"/>
                  </a:lnTo>
                  <a:lnTo>
                    <a:pt x="109575" y="274319"/>
                  </a:lnTo>
                  <a:lnTo>
                    <a:pt x="107421" y="270002"/>
                  </a:lnTo>
                  <a:close/>
                </a:path>
                <a:path w="2207259" h="361950">
                  <a:moveTo>
                    <a:pt x="168401" y="242689"/>
                  </a:moveTo>
                  <a:lnTo>
                    <a:pt x="168478" y="275408"/>
                  </a:lnTo>
                  <a:lnTo>
                    <a:pt x="179004" y="296411"/>
                  </a:lnTo>
                  <a:lnTo>
                    <a:pt x="178943" y="263520"/>
                  </a:lnTo>
                  <a:lnTo>
                    <a:pt x="178258" y="262381"/>
                  </a:lnTo>
                  <a:lnTo>
                    <a:pt x="168401" y="242689"/>
                  </a:lnTo>
                  <a:close/>
                </a:path>
                <a:path w="2207259" h="361950">
                  <a:moveTo>
                    <a:pt x="373380" y="236474"/>
                  </a:moveTo>
                  <a:lnTo>
                    <a:pt x="373455" y="280299"/>
                  </a:lnTo>
                  <a:lnTo>
                    <a:pt x="381544" y="296411"/>
                  </a:lnTo>
                  <a:lnTo>
                    <a:pt x="381508" y="252501"/>
                  </a:lnTo>
                  <a:lnTo>
                    <a:pt x="381171" y="252057"/>
                  </a:lnTo>
                  <a:lnTo>
                    <a:pt x="373380" y="236474"/>
                  </a:lnTo>
                  <a:close/>
                </a:path>
                <a:path w="2207259" h="361950">
                  <a:moveTo>
                    <a:pt x="1014510" y="205423"/>
                  </a:moveTo>
                  <a:lnTo>
                    <a:pt x="1014564" y="251713"/>
                  </a:lnTo>
                  <a:lnTo>
                    <a:pt x="1036872" y="296411"/>
                  </a:lnTo>
                  <a:lnTo>
                    <a:pt x="1036827" y="250190"/>
                  </a:lnTo>
                  <a:lnTo>
                    <a:pt x="1036645" y="249735"/>
                  </a:lnTo>
                  <a:lnTo>
                    <a:pt x="1014510" y="205423"/>
                  </a:lnTo>
                  <a:close/>
                </a:path>
                <a:path w="2207259" h="361950">
                  <a:moveTo>
                    <a:pt x="1646349" y="230983"/>
                  </a:moveTo>
                  <a:lnTo>
                    <a:pt x="1646456" y="276540"/>
                  </a:lnTo>
                  <a:lnTo>
                    <a:pt x="1656365" y="296411"/>
                  </a:lnTo>
                  <a:lnTo>
                    <a:pt x="1656461" y="251206"/>
                  </a:lnTo>
                  <a:lnTo>
                    <a:pt x="1646349" y="230983"/>
                  </a:lnTo>
                  <a:close/>
                </a:path>
                <a:path w="2207259" h="361950">
                  <a:moveTo>
                    <a:pt x="1843177" y="284987"/>
                  </a:moveTo>
                  <a:lnTo>
                    <a:pt x="1843151" y="296411"/>
                  </a:lnTo>
                  <a:lnTo>
                    <a:pt x="1843278" y="295959"/>
                  </a:lnTo>
                  <a:lnTo>
                    <a:pt x="1845896" y="290737"/>
                  </a:lnTo>
                  <a:lnTo>
                    <a:pt x="1846047" y="290737"/>
                  </a:lnTo>
                  <a:lnTo>
                    <a:pt x="1843304" y="285241"/>
                  </a:lnTo>
                  <a:lnTo>
                    <a:pt x="1843177" y="284987"/>
                  </a:lnTo>
                  <a:close/>
                </a:path>
                <a:path w="2207259" h="361950">
                  <a:moveTo>
                    <a:pt x="288798" y="236981"/>
                  </a:moveTo>
                  <a:lnTo>
                    <a:pt x="288837" y="274469"/>
                  </a:lnTo>
                  <a:lnTo>
                    <a:pt x="299593" y="295959"/>
                  </a:lnTo>
                  <a:lnTo>
                    <a:pt x="299593" y="258572"/>
                  </a:lnTo>
                  <a:lnTo>
                    <a:pt x="288798" y="236981"/>
                  </a:lnTo>
                  <a:close/>
                </a:path>
                <a:path w="2207259" h="361950">
                  <a:moveTo>
                    <a:pt x="305435" y="226958"/>
                  </a:moveTo>
                  <a:lnTo>
                    <a:pt x="305308" y="270002"/>
                  </a:lnTo>
                  <a:lnTo>
                    <a:pt x="318159" y="295705"/>
                  </a:lnTo>
                  <a:lnTo>
                    <a:pt x="318286" y="295959"/>
                  </a:lnTo>
                  <a:lnTo>
                    <a:pt x="318193" y="252501"/>
                  </a:lnTo>
                  <a:lnTo>
                    <a:pt x="305435" y="226958"/>
                  </a:lnTo>
                  <a:close/>
                </a:path>
                <a:path w="2207259" h="361950">
                  <a:moveTo>
                    <a:pt x="1875155" y="284225"/>
                  </a:moveTo>
                  <a:lnTo>
                    <a:pt x="1875155" y="295705"/>
                  </a:lnTo>
                  <a:lnTo>
                    <a:pt x="1875399" y="295421"/>
                  </a:lnTo>
                  <a:lnTo>
                    <a:pt x="1875536" y="295147"/>
                  </a:lnTo>
                  <a:lnTo>
                    <a:pt x="1875536" y="284987"/>
                  </a:lnTo>
                  <a:lnTo>
                    <a:pt x="1875155" y="284225"/>
                  </a:lnTo>
                  <a:close/>
                </a:path>
                <a:path w="2207259" h="361950">
                  <a:moveTo>
                    <a:pt x="1912933" y="268596"/>
                  </a:moveTo>
                  <a:lnTo>
                    <a:pt x="1912778" y="268838"/>
                  </a:lnTo>
                  <a:lnTo>
                    <a:pt x="1907379" y="279653"/>
                  </a:lnTo>
                  <a:lnTo>
                    <a:pt x="1907308" y="283588"/>
                  </a:lnTo>
                  <a:lnTo>
                    <a:pt x="1913382" y="295705"/>
                  </a:lnTo>
                  <a:lnTo>
                    <a:pt x="1913382" y="269239"/>
                  </a:lnTo>
                  <a:lnTo>
                    <a:pt x="1913180" y="269090"/>
                  </a:lnTo>
                  <a:lnTo>
                    <a:pt x="1913054" y="268838"/>
                  </a:lnTo>
                  <a:lnTo>
                    <a:pt x="1912933" y="268596"/>
                  </a:lnTo>
                  <a:close/>
                </a:path>
                <a:path w="2207259" h="361950">
                  <a:moveTo>
                    <a:pt x="392302" y="235457"/>
                  </a:moveTo>
                  <a:lnTo>
                    <a:pt x="392377" y="274469"/>
                  </a:lnTo>
                  <a:lnTo>
                    <a:pt x="402853" y="295421"/>
                  </a:lnTo>
                  <a:lnTo>
                    <a:pt x="402971" y="256793"/>
                  </a:lnTo>
                  <a:lnTo>
                    <a:pt x="392302" y="235457"/>
                  </a:lnTo>
                  <a:close/>
                </a:path>
                <a:path w="2207259" h="361950">
                  <a:moveTo>
                    <a:pt x="1887346" y="276317"/>
                  </a:moveTo>
                  <a:lnTo>
                    <a:pt x="1887220" y="295421"/>
                  </a:lnTo>
                  <a:lnTo>
                    <a:pt x="1891152" y="287562"/>
                  </a:lnTo>
                  <a:lnTo>
                    <a:pt x="1891157" y="283944"/>
                  </a:lnTo>
                  <a:lnTo>
                    <a:pt x="1887457" y="276540"/>
                  </a:lnTo>
                  <a:lnTo>
                    <a:pt x="1887346" y="276317"/>
                  </a:lnTo>
                  <a:close/>
                </a:path>
                <a:path w="2207259" h="361950">
                  <a:moveTo>
                    <a:pt x="124454" y="247768"/>
                  </a:moveTo>
                  <a:lnTo>
                    <a:pt x="124333" y="247903"/>
                  </a:lnTo>
                  <a:lnTo>
                    <a:pt x="124236" y="276540"/>
                  </a:lnTo>
                  <a:lnTo>
                    <a:pt x="133389" y="294931"/>
                  </a:lnTo>
                  <a:lnTo>
                    <a:pt x="133497" y="295147"/>
                  </a:lnTo>
                  <a:lnTo>
                    <a:pt x="133603" y="265860"/>
                  </a:lnTo>
                  <a:lnTo>
                    <a:pt x="133363" y="265606"/>
                  </a:lnTo>
                  <a:lnTo>
                    <a:pt x="124804" y="248470"/>
                  </a:lnTo>
                  <a:lnTo>
                    <a:pt x="124715" y="248292"/>
                  </a:lnTo>
                  <a:lnTo>
                    <a:pt x="124592" y="248045"/>
                  </a:lnTo>
                  <a:lnTo>
                    <a:pt x="124521" y="247903"/>
                  </a:lnTo>
                  <a:lnTo>
                    <a:pt x="124454" y="247768"/>
                  </a:lnTo>
                  <a:close/>
                </a:path>
                <a:path w="2207259" h="361950">
                  <a:moveTo>
                    <a:pt x="2110839" y="241046"/>
                  </a:moveTo>
                  <a:lnTo>
                    <a:pt x="2110762" y="266700"/>
                  </a:lnTo>
                  <a:lnTo>
                    <a:pt x="2124866" y="294931"/>
                  </a:lnTo>
                  <a:lnTo>
                    <a:pt x="2124975" y="295147"/>
                  </a:lnTo>
                  <a:lnTo>
                    <a:pt x="2125091" y="269618"/>
                  </a:lnTo>
                  <a:lnTo>
                    <a:pt x="2110839" y="241046"/>
                  </a:lnTo>
                  <a:close/>
                </a:path>
                <a:path w="2207259" h="361950">
                  <a:moveTo>
                    <a:pt x="1802444" y="237746"/>
                  </a:moveTo>
                  <a:lnTo>
                    <a:pt x="1802384" y="279210"/>
                  </a:lnTo>
                  <a:lnTo>
                    <a:pt x="1810258" y="294931"/>
                  </a:lnTo>
                  <a:lnTo>
                    <a:pt x="1810258" y="253438"/>
                  </a:lnTo>
                  <a:lnTo>
                    <a:pt x="1810030" y="252893"/>
                  </a:lnTo>
                  <a:lnTo>
                    <a:pt x="1802444" y="237746"/>
                  </a:lnTo>
                  <a:close/>
                </a:path>
                <a:path w="2207259" h="361950">
                  <a:moveTo>
                    <a:pt x="1875663" y="285241"/>
                  </a:moveTo>
                  <a:lnTo>
                    <a:pt x="1875536" y="294931"/>
                  </a:lnTo>
                  <a:lnTo>
                    <a:pt x="1875789" y="294640"/>
                  </a:lnTo>
                  <a:lnTo>
                    <a:pt x="1877974" y="290270"/>
                  </a:lnTo>
                  <a:lnTo>
                    <a:pt x="1878177" y="290270"/>
                  </a:lnTo>
                  <a:lnTo>
                    <a:pt x="1875663" y="285241"/>
                  </a:lnTo>
                  <a:close/>
                </a:path>
                <a:path w="2207259" h="361950">
                  <a:moveTo>
                    <a:pt x="1906829" y="256389"/>
                  </a:moveTo>
                  <a:lnTo>
                    <a:pt x="1906682" y="256529"/>
                  </a:lnTo>
                  <a:lnTo>
                    <a:pt x="1900132" y="269618"/>
                  </a:lnTo>
                  <a:lnTo>
                    <a:pt x="1900046" y="269789"/>
                  </a:lnTo>
                  <a:lnTo>
                    <a:pt x="1899940" y="270002"/>
                  </a:lnTo>
                  <a:lnTo>
                    <a:pt x="1899793" y="270392"/>
                  </a:lnTo>
                  <a:lnTo>
                    <a:pt x="1899793" y="294640"/>
                  </a:lnTo>
                  <a:lnTo>
                    <a:pt x="1900025" y="294386"/>
                  </a:lnTo>
                  <a:lnTo>
                    <a:pt x="1906140" y="282135"/>
                  </a:lnTo>
                  <a:lnTo>
                    <a:pt x="1906206" y="282003"/>
                  </a:lnTo>
                  <a:lnTo>
                    <a:pt x="1906296" y="281822"/>
                  </a:lnTo>
                  <a:lnTo>
                    <a:pt x="1906078" y="281135"/>
                  </a:lnTo>
                  <a:lnTo>
                    <a:pt x="1900497" y="270002"/>
                  </a:lnTo>
                  <a:lnTo>
                    <a:pt x="1900391" y="269789"/>
                  </a:lnTo>
                  <a:lnTo>
                    <a:pt x="1900305" y="269618"/>
                  </a:lnTo>
                  <a:lnTo>
                    <a:pt x="1907286" y="269618"/>
                  </a:lnTo>
                  <a:lnTo>
                    <a:pt x="1907286" y="257395"/>
                  </a:lnTo>
                  <a:lnTo>
                    <a:pt x="1907032" y="256793"/>
                  </a:lnTo>
                  <a:lnTo>
                    <a:pt x="1906899" y="256529"/>
                  </a:lnTo>
                  <a:lnTo>
                    <a:pt x="1906829" y="256389"/>
                  </a:lnTo>
                  <a:close/>
                </a:path>
                <a:path w="2207259" h="361950">
                  <a:moveTo>
                    <a:pt x="1863725" y="293311"/>
                  </a:moveTo>
                  <a:lnTo>
                    <a:pt x="1863725" y="294386"/>
                  </a:lnTo>
                  <a:lnTo>
                    <a:pt x="1864056" y="293976"/>
                  </a:lnTo>
                  <a:lnTo>
                    <a:pt x="1863725" y="293311"/>
                  </a:lnTo>
                  <a:close/>
                </a:path>
                <a:path w="2207259" h="361950">
                  <a:moveTo>
                    <a:pt x="2190198" y="276317"/>
                  </a:moveTo>
                  <a:lnTo>
                    <a:pt x="2190200" y="283126"/>
                  </a:lnTo>
                  <a:lnTo>
                    <a:pt x="2195830" y="294386"/>
                  </a:lnTo>
                  <a:lnTo>
                    <a:pt x="2195830" y="287562"/>
                  </a:lnTo>
                  <a:lnTo>
                    <a:pt x="2190309" y="276540"/>
                  </a:lnTo>
                  <a:lnTo>
                    <a:pt x="2190198" y="276317"/>
                  </a:lnTo>
                  <a:close/>
                </a:path>
                <a:path w="2207259" h="361950">
                  <a:moveTo>
                    <a:pt x="1867461" y="268838"/>
                  </a:moveTo>
                  <a:lnTo>
                    <a:pt x="1863725" y="276317"/>
                  </a:lnTo>
                  <a:lnTo>
                    <a:pt x="1863725" y="293311"/>
                  </a:lnTo>
                  <a:lnTo>
                    <a:pt x="1864056" y="293976"/>
                  </a:lnTo>
                  <a:lnTo>
                    <a:pt x="1872043" y="278002"/>
                  </a:lnTo>
                  <a:lnTo>
                    <a:pt x="1867662" y="269239"/>
                  </a:lnTo>
                  <a:lnTo>
                    <a:pt x="1867587" y="269090"/>
                  </a:lnTo>
                  <a:lnTo>
                    <a:pt x="1867461" y="268838"/>
                  </a:lnTo>
                  <a:close/>
                </a:path>
                <a:path w="2207259" h="361950">
                  <a:moveTo>
                    <a:pt x="2095500" y="236149"/>
                  </a:moveTo>
                  <a:lnTo>
                    <a:pt x="2095561" y="263520"/>
                  </a:lnTo>
                  <a:lnTo>
                    <a:pt x="2110789" y="293976"/>
                  </a:lnTo>
                  <a:lnTo>
                    <a:pt x="2110740" y="266700"/>
                  </a:lnTo>
                  <a:lnTo>
                    <a:pt x="2110582" y="266339"/>
                  </a:lnTo>
                  <a:lnTo>
                    <a:pt x="2095500" y="236149"/>
                  </a:lnTo>
                  <a:close/>
                </a:path>
                <a:path w="2207259" h="361950">
                  <a:moveTo>
                    <a:pt x="1863725" y="284987"/>
                  </a:moveTo>
                  <a:lnTo>
                    <a:pt x="1859574" y="284987"/>
                  </a:lnTo>
                  <a:lnTo>
                    <a:pt x="1863636" y="293132"/>
                  </a:lnTo>
                  <a:lnTo>
                    <a:pt x="1863725" y="284987"/>
                  </a:lnTo>
                  <a:close/>
                </a:path>
                <a:path w="2207259" h="361950">
                  <a:moveTo>
                    <a:pt x="2182749" y="268223"/>
                  </a:moveTo>
                  <a:lnTo>
                    <a:pt x="2182749" y="278412"/>
                  </a:lnTo>
                  <a:lnTo>
                    <a:pt x="2190115" y="293132"/>
                  </a:lnTo>
                  <a:lnTo>
                    <a:pt x="2190115" y="282955"/>
                  </a:lnTo>
                  <a:lnTo>
                    <a:pt x="2182749" y="268223"/>
                  </a:lnTo>
                  <a:close/>
                </a:path>
                <a:path w="2207259" h="361950">
                  <a:moveTo>
                    <a:pt x="93345" y="264297"/>
                  </a:moveTo>
                  <a:lnTo>
                    <a:pt x="93435" y="282003"/>
                  </a:lnTo>
                  <a:lnTo>
                    <a:pt x="98508" y="292100"/>
                  </a:lnTo>
                  <a:lnTo>
                    <a:pt x="98425" y="274319"/>
                  </a:lnTo>
                  <a:lnTo>
                    <a:pt x="97891" y="273400"/>
                  </a:lnTo>
                  <a:lnTo>
                    <a:pt x="93345" y="264297"/>
                  </a:lnTo>
                  <a:close/>
                </a:path>
                <a:path w="2207259" h="361950">
                  <a:moveTo>
                    <a:pt x="103250" y="261642"/>
                  </a:moveTo>
                  <a:lnTo>
                    <a:pt x="103156" y="283944"/>
                  </a:lnTo>
                  <a:lnTo>
                    <a:pt x="107229" y="292100"/>
                  </a:lnTo>
                  <a:lnTo>
                    <a:pt x="107229" y="269618"/>
                  </a:lnTo>
                  <a:lnTo>
                    <a:pt x="103250" y="261642"/>
                  </a:lnTo>
                  <a:close/>
                </a:path>
                <a:path w="2207259" h="361950">
                  <a:moveTo>
                    <a:pt x="184658" y="242356"/>
                  </a:moveTo>
                  <a:lnTo>
                    <a:pt x="184534" y="274918"/>
                  </a:lnTo>
                  <a:lnTo>
                    <a:pt x="193134" y="292100"/>
                  </a:lnTo>
                  <a:lnTo>
                    <a:pt x="193040" y="259250"/>
                  </a:lnTo>
                  <a:lnTo>
                    <a:pt x="192730" y="258572"/>
                  </a:lnTo>
                  <a:lnTo>
                    <a:pt x="184658" y="242356"/>
                  </a:lnTo>
                  <a:close/>
                </a:path>
                <a:path w="2207259" h="361950">
                  <a:moveTo>
                    <a:pt x="806554" y="183244"/>
                  </a:moveTo>
                  <a:lnTo>
                    <a:pt x="806496" y="250190"/>
                  </a:lnTo>
                  <a:lnTo>
                    <a:pt x="827431" y="292100"/>
                  </a:lnTo>
                  <a:lnTo>
                    <a:pt x="827405" y="224907"/>
                  </a:lnTo>
                  <a:lnTo>
                    <a:pt x="806692" y="183521"/>
                  </a:lnTo>
                  <a:lnTo>
                    <a:pt x="806625" y="183387"/>
                  </a:lnTo>
                  <a:lnTo>
                    <a:pt x="806554" y="183244"/>
                  </a:lnTo>
                  <a:close/>
                </a:path>
                <a:path w="2207259" h="361950">
                  <a:moveTo>
                    <a:pt x="2061978" y="196354"/>
                  </a:moveTo>
                  <a:lnTo>
                    <a:pt x="2061972" y="292100"/>
                  </a:lnTo>
                  <a:lnTo>
                    <a:pt x="2066417" y="292100"/>
                  </a:lnTo>
                  <a:lnTo>
                    <a:pt x="2066417" y="205423"/>
                  </a:lnTo>
                  <a:lnTo>
                    <a:pt x="2066223" y="204844"/>
                  </a:lnTo>
                  <a:lnTo>
                    <a:pt x="2061978" y="196354"/>
                  </a:lnTo>
                  <a:close/>
                </a:path>
                <a:path w="2207259" h="361950">
                  <a:moveTo>
                    <a:pt x="2204212" y="10160"/>
                  </a:moveTo>
                  <a:lnTo>
                    <a:pt x="2202942" y="10160"/>
                  </a:lnTo>
                  <a:lnTo>
                    <a:pt x="2202942" y="292100"/>
                  </a:lnTo>
                  <a:lnTo>
                    <a:pt x="2204212" y="292100"/>
                  </a:lnTo>
                  <a:lnTo>
                    <a:pt x="2204212" y="10160"/>
                  </a:lnTo>
                  <a:close/>
                </a:path>
                <a:path w="2207259" h="361950">
                  <a:moveTo>
                    <a:pt x="1238250" y="223304"/>
                  </a:moveTo>
                  <a:lnTo>
                    <a:pt x="1238250" y="286816"/>
                  </a:lnTo>
                  <a:lnTo>
                    <a:pt x="1240409" y="291130"/>
                  </a:lnTo>
                  <a:lnTo>
                    <a:pt x="1240409" y="227630"/>
                  </a:lnTo>
                  <a:lnTo>
                    <a:pt x="1238250" y="223304"/>
                  </a:lnTo>
                  <a:close/>
                </a:path>
                <a:path w="2207259" h="361950">
                  <a:moveTo>
                    <a:pt x="271018" y="238868"/>
                  </a:moveTo>
                  <a:lnTo>
                    <a:pt x="271018" y="275408"/>
                  </a:lnTo>
                  <a:lnTo>
                    <a:pt x="278690" y="290737"/>
                  </a:lnTo>
                  <a:lnTo>
                    <a:pt x="278638" y="254092"/>
                  </a:lnTo>
                  <a:lnTo>
                    <a:pt x="271018" y="238868"/>
                  </a:lnTo>
                  <a:close/>
                </a:path>
                <a:path w="2207259" h="361950">
                  <a:moveTo>
                    <a:pt x="1265682" y="213613"/>
                  </a:moveTo>
                  <a:lnTo>
                    <a:pt x="1265753" y="278412"/>
                  </a:lnTo>
                  <a:lnTo>
                    <a:pt x="1271905" y="290737"/>
                  </a:lnTo>
                  <a:lnTo>
                    <a:pt x="1271828" y="225906"/>
                  </a:lnTo>
                  <a:lnTo>
                    <a:pt x="1265682" y="213613"/>
                  </a:lnTo>
                  <a:close/>
                </a:path>
                <a:path w="2207259" h="361950">
                  <a:moveTo>
                    <a:pt x="1849801" y="265393"/>
                  </a:moveTo>
                  <a:lnTo>
                    <a:pt x="1843351" y="278268"/>
                  </a:lnTo>
                  <a:lnTo>
                    <a:pt x="1843304" y="285241"/>
                  </a:lnTo>
                  <a:lnTo>
                    <a:pt x="1846047" y="290737"/>
                  </a:lnTo>
                  <a:lnTo>
                    <a:pt x="1845896" y="290737"/>
                  </a:lnTo>
                  <a:lnTo>
                    <a:pt x="1852279" y="278002"/>
                  </a:lnTo>
                  <a:lnTo>
                    <a:pt x="1852295" y="270392"/>
                  </a:lnTo>
                  <a:lnTo>
                    <a:pt x="1850273" y="266339"/>
                  </a:lnTo>
                  <a:lnTo>
                    <a:pt x="1850148" y="266088"/>
                  </a:lnTo>
                  <a:lnTo>
                    <a:pt x="1850034" y="265860"/>
                  </a:lnTo>
                  <a:lnTo>
                    <a:pt x="1849908" y="265606"/>
                  </a:lnTo>
                  <a:lnTo>
                    <a:pt x="1849801" y="265393"/>
                  </a:lnTo>
                  <a:close/>
                </a:path>
                <a:path w="2207259" h="361950">
                  <a:moveTo>
                    <a:pt x="85197" y="265606"/>
                  </a:moveTo>
                  <a:lnTo>
                    <a:pt x="85103" y="283588"/>
                  </a:lnTo>
                  <a:lnTo>
                    <a:pt x="88448" y="290270"/>
                  </a:lnTo>
                  <a:lnTo>
                    <a:pt x="88392" y="271779"/>
                  </a:lnTo>
                  <a:lnTo>
                    <a:pt x="88171" y="271525"/>
                  </a:lnTo>
                  <a:lnTo>
                    <a:pt x="85197" y="265606"/>
                  </a:lnTo>
                  <a:close/>
                </a:path>
                <a:path w="2207259" h="361950">
                  <a:moveTo>
                    <a:pt x="323088" y="222250"/>
                  </a:moveTo>
                  <a:lnTo>
                    <a:pt x="323128" y="262381"/>
                  </a:lnTo>
                  <a:lnTo>
                    <a:pt x="337058" y="290270"/>
                  </a:lnTo>
                  <a:lnTo>
                    <a:pt x="337058" y="250190"/>
                  </a:lnTo>
                  <a:lnTo>
                    <a:pt x="323088" y="222250"/>
                  </a:lnTo>
                  <a:close/>
                </a:path>
                <a:path w="2207259" h="361950">
                  <a:moveTo>
                    <a:pt x="1880152" y="261916"/>
                  </a:moveTo>
                  <a:lnTo>
                    <a:pt x="1879853" y="262381"/>
                  </a:lnTo>
                  <a:lnTo>
                    <a:pt x="1875848" y="270392"/>
                  </a:lnTo>
                  <a:lnTo>
                    <a:pt x="1875732" y="270624"/>
                  </a:lnTo>
                  <a:lnTo>
                    <a:pt x="1875663" y="285241"/>
                  </a:lnTo>
                  <a:lnTo>
                    <a:pt x="1878177" y="290270"/>
                  </a:lnTo>
                  <a:lnTo>
                    <a:pt x="1877974" y="290270"/>
                  </a:lnTo>
                  <a:lnTo>
                    <a:pt x="1885786" y="274646"/>
                  </a:lnTo>
                  <a:lnTo>
                    <a:pt x="1885875" y="274469"/>
                  </a:lnTo>
                  <a:lnTo>
                    <a:pt x="1885950" y="274319"/>
                  </a:lnTo>
                  <a:lnTo>
                    <a:pt x="1886348" y="274319"/>
                  </a:lnTo>
                  <a:lnTo>
                    <a:pt x="1880152" y="261916"/>
                  </a:lnTo>
                  <a:close/>
                </a:path>
                <a:path w="2207259" h="361950">
                  <a:moveTo>
                    <a:pt x="1297382" y="222086"/>
                  </a:moveTo>
                  <a:lnTo>
                    <a:pt x="1297305" y="276860"/>
                  </a:lnTo>
                  <a:lnTo>
                    <a:pt x="1303527" y="289305"/>
                  </a:lnTo>
                  <a:lnTo>
                    <a:pt x="1303527" y="234442"/>
                  </a:lnTo>
                  <a:lnTo>
                    <a:pt x="1297463" y="222250"/>
                  </a:lnTo>
                  <a:lnTo>
                    <a:pt x="1297382" y="222086"/>
                  </a:lnTo>
                  <a:close/>
                </a:path>
                <a:path w="2207259" h="361950">
                  <a:moveTo>
                    <a:pt x="1923034" y="248470"/>
                  </a:moveTo>
                  <a:lnTo>
                    <a:pt x="1922552" y="249256"/>
                  </a:lnTo>
                  <a:lnTo>
                    <a:pt x="1913382" y="267628"/>
                  </a:lnTo>
                  <a:lnTo>
                    <a:pt x="1913255" y="269239"/>
                  </a:lnTo>
                  <a:lnTo>
                    <a:pt x="1923044" y="288819"/>
                  </a:lnTo>
                  <a:lnTo>
                    <a:pt x="1923034" y="248470"/>
                  </a:lnTo>
                  <a:close/>
                </a:path>
                <a:path w="2207259" h="361950">
                  <a:moveTo>
                    <a:pt x="2174494" y="261916"/>
                  </a:moveTo>
                  <a:lnTo>
                    <a:pt x="2174494" y="272322"/>
                  </a:lnTo>
                  <a:lnTo>
                    <a:pt x="2182749" y="288819"/>
                  </a:lnTo>
                  <a:lnTo>
                    <a:pt x="2182749" y="278268"/>
                  </a:lnTo>
                  <a:lnTo>
                    <a:pt x="2182543" y="278002"/>
                  </a:lnTo>
                  <a:lnTo>
                    <a:pt x="2174494" y="261916"/>
                  </a:lnTo>
                  <a:close/>
                </a:path>
                <a:path w="2207259" h="361950">
                  <a:moveTo>
                    <a:pt x="35560" y="256529"/>
                  </a:moveTo>
                  <a:lnTo>
                    <a:pt x="35668" y="270842"/>
                  </a:lnTo>
                  <a:lnTo>
                    <a:pt x="44166" y="287865"/>
                  </a:lnTo>
                  <a:lnTo>
                    <a:pt x="44243" y="288019"/>
                  </a:lnTo>
                  <a:lnTo>
                    <a:pt x="44323" y="274319"/>
                  </a:lnTo>
                  <a:lnTo>
                    <a:pt x="44454" y="274319"/>
                  </a:lnTo>
                  <a:lnTo>
                    <a:pt x="35560" y="256529"/>
                  </a:lnTo>
                  <a:close/>
                </a:path>
                <a:path w="2207259" h="361950">
                  <a:moveTo>
                    <a:pt x="1329055" y="234442"/>
                  </a:moveTo>
                  <a:lnTo>
                    <a:pt x="1329127" y="285750"/>
                  </a:lnTo>
                  <a:lnTo>
                    <a:pt x="1330182" y="287865"/>
                  </a:lnTo>
                  <a:lnTo>
                    <a:pt x="1330259" y="288019"/>
                  </a:lnTo>
                  <a:lnTo>
                    <a:pt x="1330325" y="236981"/>
                  </a:lnTo>
                  <a:lnTo>
                    <a:pt x="1329055" y="234442"/>
                  </a:lnTo>
                  <a:close/>
                </a:path>
                <a:path w="2207259" h="361950">
                  <a:moveTo>
                    <a:pt x="116332" y="274319"/>
                  </a:moveTo>
                  <a:lnTo>
                    <a:pt x="109575" y="274319"/>
                  </a:lnTo>
                  <a:lnTo>
                    <a:pt x="116332" y="287865"/>
                  </a:lnTo>
                  <a:lnTo>
                    <a:pt x="116332" y="274319"/>
                  </a:lnTo>
                  <a:close/>
                </a:path>
                <a:path w="2207259" h="361950">
                  <a:moveTo>
                    <a:pt x="201735" y="242689"/>
                  </a:moveTo>
                  <a:lnTo>
                    <a:pt x="201675" y="276540"/>
                  </a:lnTo>
                  <a:lnTo>
                    <a:pt x="207314" y="287865"/>
                  </a:lnTo>
                  <a:lnTo>
                    <a:pt x="207391" y="253860"/>
                  </a:lnTo>
                  <a:lnTo>
                    <a:pt x="207219" y="253657"/>
                  </a:lnTo>
                  <a:lnTo>
                    <a:pt x="201735" y="242689"/>
                  </a:lnTo>
                  <a:close/>
                </a:path>
                <a:path w="2207259" h="361950">
                  <a:moveTo>
                    <a:pt x="1353622" y="218340"/>
                  </a:moveTo>
                  <a:lnTo>
                    <a:pt x="1353628" y="283588"/>
                  </a:lnTo>
                  <a:lnTo>
                    <a:pt x="1355615" y="287562"/>
                  </a:lnTo>
                  <a:lnTo>
                    <a:pt x="1355725" y="222552"/>
                  </a:lnTo>
                  <a:lnTo>
                    <a:pt x="1353622" y="218340"/>
                  </a:lnTo>
                  <a:close/>
                </a:path>
                <a:path w="2207259" h="361950">
                  <a:moveTo>
                    <a:pt x="1669532" y="230025"/>
                  </a:moveTo>
                  <a:lnTo>
                    <a:pt x="1669415" y="230416"/>
                  </a:lnTo>
                  <a:lnTo>
                    <a:pt x="1669288" y="276860"/>
                  </a:lnTo>
                  <a:lnTo>
                    <a:pt x="1674639" y="287562"/>
                  </a:lnTo>
                  <a:lnTo>
                    <a:pt x="1674622" y="240213"/>
                  </a:lnTo>
                  <a:lnTo>
                    <a:pt x="1669532" y="230025"/>
                  </a:lnTo>
                  <a:close/>
                </a:path>
                <a:path w="2207259" h="361950">
                  <a:moveTo>
                    <a:pt x="1891157" y="283944"/>
                  </a:moveTo>
                  <a:lnTo>
                    <a:pt x="1891157" y="287562"/>
                  </a:lnTo>
                  <a:lnTo>
                    <a:pt x="1892059" y="285750"/>
                  </a:lnTo>
                  <a:lnTo>
                    <a:pt x="1891157" y="283944"/>
                  </a:lnTo>
                  <a:close/>
                </a:path>
                <a:path w="2207259" h="361950">
                  <a:moveTo>
                    <a:pt x="2195830" y="5079"/>
                  </a:moveTo>
                  <a:lnTo>
                    <a:pt x="2190115" y="5079"/>
                  </a:lnTo>
                  <a:lnTo>
                    <a:pt x="2190198" y="276317"/>
                  </a:lnTo>
                  <a:lnTo>
                    <a:pt x="2195830" y="287562"/>
                  </a:lnTo>
                  <a:lnTo>
                    <a:pt x="2195830" y="269239"/>
                  </a:lnTo>
                  <a:lnTo>
                    <a:pt x="2194433" y="269239"/>
                  </a:lnTo>
                  <a:lnTo>
                    <a:pt x="2194433" y="29210"/>
                  </a:lnTo>
                  <a:lnTo>
                    <a:pt x="2195830" y="29210"/>
                  </a:lnTo>
                  <a:lnTo>
                    <a:pt x="2195830" y="5079"/>
                  </a:lnTo>
                  <a:close/>
                </a:path>
                <a:path w="2207259" h="361950">
                  <a:moveTo>
                    <a:pt x="1238250" y="242356"/>
                  </a:moveTo>
                  <a:lnTo>
                    <a:pt x="1215999" y="242356"/>
                  </a:lnTo>
                  <a:lnTo>
                    <a:pt x="1238250" y="286816"/>
                  </a:lnTo>
                  <a:lnTo>
                    <a:pt x="1238250" y="242356"/>
                  </a:lnTo>
                  <a:close/>
                </a:path>
                <a:path w="2207259" h="361950">
                  <a:moveTo>
                    <a:pt x="341016" y="215687"/>
                  </a:moveTo>
                  <a:lnTo>
                    <a:pt x="341122" y="258317"/>
                  </a:lnTo>
                  <a:lnTo>
                    <a:pt x="355092" y="286257"/>
                  </a:lnTo>
                  <a:lnTo>
                    <a:pt x="355150" y="243840"/>
                  </a:lnTo>
                  <a:lnTo>
                    <a:pt x="341016" y="215687"/>
                  </a:lnTo>
                  <a:close/>
                </a:path>
                <a:path w="2207259" h="361950">
                  <a:moveTo>
                    <a:pt x="754902" y="204519"/>
                  </a:moveTo>
                  <a:lnTo>
                    <a:pt x="754888" y="270002"/>
                  </a:lnTo>
                  <a:lnTo>
                    <a:pt x="763016" y="286257"/>
                  </a:lnTo>
                  <a:lnTo>
                    <a:pt x="763016" y="220715"/>
                  </a:lnTo>
                  <a:lnTo>
                    <a:pt x="754902" y="204519"/>
                  </a:lnTo>
                  <a:close/>
                </a:path>
                <a:path w="2207259" h="361950">
                  <a:moveTo>
                    <a:pt x="1735963" y="227838"/>
                  </a:moveTo>
                  <a:lnTo>
                    <a:pt x="1735963" y="272876"/>
                  </a:lnTo>
                  <a:lnTo>
                    <a:pt x="1742665" y="286257"/>
                  </a:lnTo>
                  <a:lnTo>
                    <a:pt x="1742567" y="241046"/>
                  </a:lnTo>
                  <a:lnTo>
                    <a:pt x="1735963" y="227838"/>
                  </a:lnTo>
                  <a:close/>
                </a:path>
                <a:path w="2207259" h="361950">
                  <a:moveTo>
                    <a:pt x="1858876" y="283588"/>
                  </a:moveTo>
                  <a:lnTo>
                    <a:pt x="1858772" y="286257"/>
                  </a:lnTo>
                  <a:lnTo>
                    <a:pt x="1859266" y="285241"/>
                  </a:lnTo>
                  <a:lnTo>
                    <a:pt x="1859393" y="284987"/>
                  </a:lnTo>
                  <a:lnTo>
                    <a:pt x="1859574" y="284987"/>
                  </a:lnTo>
                  <a:lnTo>
                    <a:pt x="1858876" y="283588"/>
                  </a:lnTo>
                  <a:close/>
                </a:path>
                <a:path w="2207259" h="361950">
                  <a:moveTo>
                    <a:pt x="2163191" y="249735"/>
                  </a:moveTo>
                  <a:lnTo>
                    <a:pt x="2163304" y="263748"/>
                  </a:lnTo>
                  <a:lnTo>
                    <a:pt x="2174532" y="286257"/>
                  </a:lnTo>
                  <a:lnTo>
                    <a:pt x="2174494" y="272322"/>
                  </a:lnTo>
                  <a:lnTo>
                    <a:pt x="2163191" y="249735"/>
                  </a:lnTo>
                  <a:close/>
                </a:path>
                <a:path w="2207259" h="361950">
                  <a:moveTo>
                    <a:pt x="1894298" y="257636"/>
                  </a:moveTo>
                  <a:lnTo>
                    <a:pt x="1891349" y="263520"/>
                  </a:lnTo>
                  <a:lnTo>
                    <a:pt x="1891235" y="263748"/>
                  </a:lnTo>
                  <a:lnTo>
                    <a:pt x="1891157" y="283944"/>
                  </a:lnTo>
                  <a:lnTo>
                    <a:pt x="1891986" y="285604"/>
                  </a:lnTo>
                  <a:lnTo>
                    <a:pt x="1892059" y="285750"/>
                  </a:lnTo>
                  <a:lnTo>
                    <a:pt x="1899519" y="270842"/>
                  </a:lnTo>
                  <a:lnTo>
                    <a:pt x="1899628" y="270624"/>
                  </a:lnTo>
                  <a:lnTo>
                    <a:pt x="1899745" y="270392"/>
                  </a:lnTo>
                  <a:lnTo>
                    <a:pt x="1899793" y="268596"/>
                  </a:lnTo>
                  <a:lnTo>
                    <a:pt x="1894298" y="257636"/>
                  </a:lnTo>
                  <a:close/>
                </a:path>
                <a:path w="2207259" h="361950">
                  <a:moveTo>
                    <a:pt x="1303594" y="183521"/>
                  </a:moveTo>
                  <a:lnTo>
                    <a:pt x="1303543" y="234442"/>
                  </a:lnTo>
                  <a:lnTo>
                    <a:pt x="1329055" y="285604"/>
                  </a:lnTo>
                  <a:lnTo>
                    <a:pt x="1329055" y="234442"/>
                  </a:lnTo>
                  <a:lnTo>
                    <a:pt x="1303594" y="183521"/>
                  </a:lnTo>
                  <a:close/>
                </a:path>
                <a:path w="2207259" h="361950">
                  <a:moveTo>
                    <a:pt x="1457846" y="210014"/>
                  </a:moveTo>
                  <a:lnTo>
                    <a:pt x="1457959" y="258317"/>
                  </a:lnTo>
                  <a:lnTo>
                    <a:pt x="1471603" y="285604"/>
                  </a:lnTo>
                  <a:lnTo>
                    <a:pt x="1471676" y="237746"/>
                  </a:lnTo>
                  <a:lnTo>
                    <a:pt x="1457846" y="210014"/>
                  </a:lnTo>
                  <a:close/>
                </a:path>
                <a:path w="2207259" h="361950">
                  <a:moveTo>
                    <a:pt x="219298" y="243161"/>
                  </a:moveTo>
                  <a:lnTo>
                    <a:pt x="219222" y="277663"/>
                  </a:lnTo>
                  <a:lnTo>
                    <a:pt x="222885" y="284987"/>
                  </a:lnTo>
                  <a:lnTo>
                    <a:pt x="223012" y="250595"/>
                  </a:lnTo>
                  <a:lnTo>
                    <a:pt x="219298" y="243161"/>
                  </a:lnTo>
                  <a:close/>
                </a:path>
                <a:path w="2207259" h="361950">
                  <a:moveTo>
                    <a:pt x="254474" y="242356"/>
                  </a:moveTo>
                  <a:lnTo>
                    <a:pt x="254381" y="242689"/>
                  </a:lnTo>
                  <a:lnTo>
                    <a:pt x="254308" y="276860"/>
                  </a:lnTo>
                  <a:lnTo>
                    <a:pt x="258381" y="284987"/>
                  </a:lnTo>
                  <a:lnTo>
                    <a:pt x="258318" y="250190"/>
                  </a:lnTo>
                  <a:lnTo>
                    <a:pt x="258167" y="249735"/>
                  </a:lnTo>
                  <a:lnTo>
                    <a:pt x="254474" y="242356"/>
                  </a:lnTo>
                  <a:close/>
                </a:path>
                <a:path w="2207259" h="361950">
                  <a:moveTo>
                    <a:pt x="1480320" y="189122"/>
                  </a:moveTo>
                  <a:lnTo>
                    <a:pt x="1480227" y="254894"/>
                  </a:lnTo>
                  <a:lnTo>
                    <a:pt x="1495233" y="284987"/>
                  </a:lnTo>
                  <a:lnTo>
                    <a:pt x="1495171" y="218849"/>
                  </a:lnTo>
                  <a:lnTo>
                    <a:pt x="1480320" y="189122"/>
                  </a:lnTo>
                  <a:close/>
                </a:path>
                <a:path w="2207259" h="361950">
                  <a:moveTo>
                    <a:pt x="1780815" y="236149"/>
                  </a:moveTo>
                  <a:lnTo>
                    <a:pt x="1780887" y="274469"/>
                  </a:lnTo>
                  <a:lnTo>
                    <a:pt x="1786142" y="284987"/>
                  </a:lnTo>
                  <a:lnTo>
                    <a:pt x="1786255" y="247008"/>
                  </a:lnTo>
                  <a:lnTo>
                    <a:pt x="1780815" y="236149"/>
                  </a:lnTo>
                  <a:close/>
                </a:path>
                <a:path w="2207259" h="361950">
                  <a:moveTo>
                    <a:pt x="1843151" y="281822"/>
                  </a:moveTo>
                  <a:lnTo>
                    <a:pt x="1841753" y="281822"/>
                  </a:lnTo>
                  <a:lnTo>
                    <a:pt x="1841753" y="282135"/>
                  </a:lnTo>
                  <a:lnTo>
                    <a:pt x="1843177" y="284987"/>
                  </a:lnTo>
                  <a:lnTo>
                    <a:pt x="1843151" y="281822"/>
                  </a:lnTo>
                  <a:close/>
                </a:path>
                <a:path w="2207259" h="361950">
                  <a:moveTo>
                    <a:pt x="1862201" y="258317"/>
                  </a:moveTo>
                  <a:lnTo>
                    <a:pt x="1862019" y="258572"/>
                  </a:lnTo>
                  <a:lnTo>
                    <a:pt x="1858880" y="264833"/>
                  </a:lnTo>
                  <a:lnTo>
                    <a:pt x="1858772" y="265051"/>
                  </a:lnTo>
                  <a:lnTo>
                    <a:pt x="1858645" y="283126"/>
                  </a:lnTo>
                  <a:lnTo>
                    <a:pt x="1859574" y="284987"/>
                  </a:lnTo>
                  <a:lnTo>
                    <a:pt x="1859393" y="284987"/>
                  </a:lnTo>
                  <a:lnTo>
                    <a:pt x="1863613" y="276540"/>
                  </a:lnTo>
                  <a:lnTo>
                    <a:pt x="1863725" y="261443"/>
                  </a:lnTo>
                  <a:lnTo>
                    <a:pt x="1863240" y="260396"/>
                  </a:lnTo>
                  <a:lnTo>
                    <a:pt x="1862328" y="258572"/>
                  </a:lnTo>
                  <a:lnTo>
                    <a:pt x="1862201" y="258317"/>
                  </a:lnTo>
                  <a:close/>
                </a:path>
                <a:path w="2207259" h="361950">
                  <a:moveTo>
                    <a:pt x="1875536" y="271120"/>
                  </a:moveTo>
                  <a:lnTo>
                    <a:pt x="1875282" y="271525"/>
                  </a:lnTo>
                  <a:lnTo>
                    <a:pt x="1875155" y="284225"/>
                  </a:lnTo>
                  <a:lnTo>
                    <a:pt x="1875536" y="284987"/>
                  </a:lnTo>
                  <a:lnTo>
                    <a:pt x="1875536" y="271120"/>
                  </a:lnTo>
                  <a:close/>
                </a:path>
                <a:path w="2207259" h="361950">
                  <a:moveTo>
                    <a:pt x="1875155" y="271779"/>
                  </a:moveTo>
                  <a:lnTo>
                    <a:pt x="1872043" y="278002"/>
                  </a:lnTo>
                  <a:lnTo>
                    <a:pt x="1875155" y="284225"/>
                  </a:lnTo>
                  <a:lnTo>
                    <a:pt x="1875155" y="271779"/>
                  </a:lnTo>
                  <a:close/>
                </a:path>
                <a:path w="2207259" h="361950">
                  <a:moveTo>
                    <a:pt x="98469" y="252057"/>
                  </a:moveTo>
                  <a:lnTo>
                    <a:pt x="98512" y="274646"/>
                  </a:lnTo>
                  <a:lnTo>
                    <a:pt x="103156" y="283944"/>
                  </a:lnTo>
                  <a:lnTo>
                    <a:pt x="103250" y="261443"/>
                  </a:lnTo>
                  <a:lnTo>
                    <a:pt x="102759" y="260657"/>
                  </a:lnTo>
                  <a:lnTo>
                    <a:pt x="98469" y="252057"/>
                  </a:lnTo>
                  <a:close/>
                </a:path>
                <a:path w="2207259" h="361950">
                  <a:moveTo>
                    <a:pt x="238564" y="245437"/>
                  </a:moveTo>
                  <a:lnTo>
                    <a:pt x="238608" y="281822"/>
                  </a:lnTo>
                  <a:lnTo>
                    <a:pt x="239668" y="283944"/>
                  </a:lnTo>
                  <a:lnTo>
                    <a:pt x="239649" y="247768"/>
                  </a:lnTo>
                  <a:lnTo>
                    <a:pt x="239485" y="247277"/>
                  </a:lnTo>
                  <a:lnTo>
                    <a:pt x="238635" y="245579"/>
                  </a:lnTo>
                  <a:lnTo>
                    <a:pt x="238564" y="245437"/>
                  </a:lnTo>
                  <a:close/>
                </a:path>
                <a:path w="2207259" h="361950">
                  <a:moveTo>
                    <a:pt x="1891157" y="263905"/>
                  </a:moveTo>
                  <a:lnTo>
                    <a:pt x="1887549" y="271120"/>
                  </a:lnTo>
                  <a:lnTo>
                    <a:pt x="1887220" y="271525"/>
                  </a:lnTo>
                  <a:lnTo>
                    <a:pt x="1887346" y="276317"/>
                  </a:lnTo>
                  <a:lnTo>
                    <a:pt x="1891157" y="283944"/>
                  </a:lnTo>
                  <a:lnTo>
                    <a:pt x="1891157" y="263905"/>
                  </a:lnTo>
                  <a:close/>
                </a:path>
                <a:path w="2207259" h="361950">
                  <a:moveTo>
                    <a:pt x="79953" y="255169"/>
                  </a:moveTo>
                  <a:lnTo>
                    <a:pt x="80003" y="273400"/>
                  </a:lnTo>
                  <a:lnTo>
                    <a:pt x="85103" y="283588"/>
                  </a:lnTo>
                  <a:lnTo>
                    <a:pt x="85090" y="265393"/>
                  </a:lnTo>
                  <a:lnTo>
                    <a:pt x="80030" y="255323"/>
                  </a:lnTo>
                  <a:lnTo>
                    <a:pt x="79953" y="255169"/>
                  </a:lnTo>
                  <a:close/>
                </a:path>
                <a:path w="2207259" h="361950">
                  <a:moveTo>
                    <a:pt x="782391" y="201934"/>
                  </a:moveTo>
                  <a:lnTo>
                    <a:pt x="782320" y="259250"/>
                  </a:lnTo>
                  <a:lnTo>
                    <a:pt x="794512" y="283588"/>
                  </a:lnTo>
                  <a:lnTo>
                    <a:pt x="794512" y="226060"/>
                  </a:lnTo>
                  <a:lnTo>
                    <a:pt x="794366" y="225906"/>
                  </a:lnTo>
                  <a:lnTo>
                    <a:pt x="782391" y="201934"/>
                  </a:lnTo>
                  <a:close/>
                </a:path>
                <a:path w="2207259" h="361950">
                  <a:moveTo>
                    <a:pt x="1330219" y="171450"/>
                  </a:moveTo>
                  <a:lnTo>
                    <a:pt x="1330325" y="236981"/>
                  </a:lnTo>
                  <a:lnTo>
                    <a:pt x="1353628" y="283588"/>
                  </a:lnTo>
                  <a:lnTo>
                    <a:pt x="1353566" y="217977"/>
                  </a:lnTo>
                  <a:lnTo>
                    <a:pt x="1353357" y="217809"/>
                  </a:lnTo>
                  <a:lnTo>
                    <a:pt x="1330219" y="171450"/>
                  </a:lnTo>
                  <a:close/>
                </a:path>
                <a:path w="2207259" h="361950">
                  <a:moveTo>
                    <a:pt x="1907286" y="279841"/>
                  </a:moveTo>
                  <a:lnTo>
                    <a:pt x="1906639" y="281135"/>
                  </a:lnTo>
                  <a:lnTo>
                    <a:pt x="1906579" y="282135"/>
                  </a:lnTo>
                  <a:lnTo>
                    <a:pt x="1907308" y="283588"/>
                  </a:lnTo>
                  <a:lnTo>
                    <a:pt x="1907286" y="279841"/>
                  </a:lnTo>
                  <a:close/>
                </a:path>
                <a:path w="2207259" h="361950">
                  <a:moveTo>
                    <a:pt x="1858772" y="274319"/>
                  </a:moveTo>
                  <a:lnTo>
                    <a:pt x="1854253" y="274319"/>
                  </a:lnTo>
                  <a:lnTo>
                    <a:pt x="1858560" y="282955"/>
                  </a:lnTo>
                  <a:lnTo>
                    <a:pt x="1858645" y="283126"/>
                  </a:lnTo>
                  <a:lnTo>
                    <a:pt x="1858772" y="274319"/>
                  </a:lnTo>
                  <a:close/>
                </a:path>
                <a:path w="2207259" h="361950">
                  <a:moveTo>
                    <a:pt x="136354" y="242356"/>
                  </a:moveTo>
                  <a:lnTo>
                    <a:pt x="136446" y="271779"/>
                  </a:lnTo>
                  <a:lnTo>
                    <a:pt x="142027" y="282955"/>
                  </a:lnTo>
                  <a:lnTo>
                    <a:pt x="142113" y="253657"/>
                  </a:lnTo>
                  <a:lnTo>
                    <a:pt x="141901" y="253438"/>
                  </a:lnTo>
                  <a:lnTo>
                    <a:pt x="136354" y="242356"/>
                  </a:lnTo>
                  <a:close/>
                </a:path>
                <a:path w="2207259" h="361950">
                  <a:moveTo>
                    <a:pt x="2182848" y="261642"/>
                  </a:moveTo>
                  <a:lnTo>
                    <a:pt x="2182749" y="268223"/>
                  </a:lnTo>
                  <a:lnTo>
                    <a:pt x="2190115" y="282955"/>
                  </a:lnTo>
                  <a:lnTo>
                    <a:pt x="2190115" y="276317"/>
                  </a:lnTo>
                  <a:lnTo>
                    <a:pt x="2189742" y="275408"/>
                  </a:lnTo>
                  <a:lnTo>
                    <a:pt x="2182848" y="261642"/>
                  </a:lnTo>
                  <a:close/>
                </a:path>
                <a:path w="2207259" h="361950">
                  <a:moveTo>
                    <a:pt x="1833118" y="231939"/>
                  </a:moveTo>
                  <a:lnTo>
                    <a:pt x="1833226" y="265051"/>
                  </a:lnTo>
                  <a:lnTo>
                    <a:pt x="1841597" y="281822"/>
                  </a:lnTo>
                  <a:lnTo>
                    <a:pt x="1841688" y="282003"/>
                  </a:lnTo>
                  <a:lnTo>
                    <a:pt x="1841753" y="249256"/>
                  </a:lnTo>
                  <a:lnTo>
                    <a:pt x="1833118" y="231939"/>
                  </a:lnTo>
                  <a:close/>
                </a:path>
                <a:path w="2207259" h="361950">
                  <a:moveTo>
                    <a:pt x="92956" y="263520"/>
                  </a:moveTo>
                  <a:lnTo>
                    <a:pt x="92837" y="280811"/>
                  </a:lnTo>
                  <a:lnTo>
                    <a:pt x="93345" y="281822"/>
                  </a:lnTo>
                  <a:lnTo>
                    <a:pt x="93345" y="264297"/>
                  </a:lnTo>
                  <a:lnTo>
                    <a:pt x="93149" y="263905"/>
                  </a:lnTo>
                  <a:lnTo>
                    <a:pt x="93070" y="263748"/>
                  </a:lnTo>
                  <a:lnTo>
                    <a:pt x="92956" y="263520"/>
                  </a:lnTo>
                  <a:close/>
                </a:path>
                <a:path w="2207259" h="361950">
                  <a:moveTo>
                    <a:pt x="223048" y="214471"/>
                  </a:moveTo>
                  <a:lnTo>
                    <a:pt x="223012" y="250595"/>
                  </a:lnTo>
                  <a:lnTo>
                    <a:pt x="238608" y="281822"/>
                  </a:lnTo>
                  <a:lnTo>
                    <a:pt x="238506" y="245110"/>
                  </a:lnTo>
                  <a:lnTo>
                    <a:pt x="238081" y="244474"/>
                  </a:lnTo>
                  <a:lnTo>
                    <a:pt x="223048" y="214471"/>
                  </a:lnTo>
                  <a:close/>
                </a:path>
                <a:path w="2207259" h="361950">
                  <a:moveTo>
                    <a:pt x="853694" y="171957"/>
                  </a:moveTo>
                  <a:lnTo>
                    <a:pt x="853567" y="277181"/>
                  </a:lnTo>
                  <a:lnTo>
                    <a:pt x="855889" y="281822"/>
                  </a:lnTo>
                  <a:lnTo>
                    <a:pt x="855980" y="176284"/>
                  </a:lnTo>
                  <a:lnTo>
                    <a:pt x="855726" y="176022"/>
                  </a:lnTo>
                  <a:lnTo>
                    <a:pt x="853694" y="171957"/>
                  </a:lnTo>
                  <a:close/>
                </a:path>
                <a:path w="2207259" h="361950">
                  <a:moveTo>
                    <a:pt x="990219" y="202932"/>
                  </a:moveTo>
                  <a:lnTo>
                    <a:pt x="990256" y="251713"/>
                  </a:lnTo>
                  <a:lnTo>
                    <a:pt x="1005339" y="281822"/>
                  </a:lnTo>
                  <a:lnTo>
                    <a:pt x="1005332" y="233298"/>
                  </a:lnTo>
                  <a:lnTo>
                    <a:pt x="1004930" y="232410"/>
                  </a:lnTo>
                  <a:lnTo>
                    <a:pt x="990219" y="202932"/>
                  </a:lnTo>
                  <a:close/>
                </a:path>
                <a:path w="2207259" h="361950">
                  <a:moveTo>
                    <a:pt x="1126566" y="182738"/>
                  </a:moveTo>
                  <a:lnTo>
                    <a:pt x="1126684" y="248292"/>
                  </a:lnTo>
                  <a:lnTo>
                    <a:pt x="1143449" y="281822"/>
                  </a:lnTo>
                  <a:lnTo>
                    <a:pt x="1143381" y="216428"/>
                  </a:lnTo>
                  <a:lnTo>
                    <a:pt x="1126566" y="182738"/>
                  </a:lnTo>
                  <a:close/>
                </a:path>
                <a:path w="2207259" h="361950">
                  <a:moveTo>
                    <a:pt x="1820926" y="240407"/>
                  </a:moveTo>
                  <a:lnTo>
                    <a:pt x="1820926" y="274646"/>
                  </a:lnTo>
                  <a:lnTo>
                    <a:pt x="1824520" y="281822"/>
                  </a:lnTo>
                  <a:lnTo>
                    <a:pt x="1824355" y="281822"/>
                  </a:lnTo>
                  <a:lnTo>
                    <a:pt x="1824355" y="247277"/>
                  </a:lnTo>
                  <a:lnTo>
                    <a:pt x="1820926" y="240407"/>
                  </a:lnTo>
                  <a:close/>
                </a:path>
                <a:path w="2207259" h="361950">
                  <a:moveTo>
                    <a:pt x="1841853" y="249456"/>
                  </a:moveTo>
                  <a:lnTo>
                    <a:pt x="1841753" y="281822"/>
                  </a:lnTo>
                  <a:lnTo>
                    <a:pt x="1841573" y="281822"/>
                  </a:lnTo>
                  <a:lnTo>
                    <a:pt x="1843151" y="278669"/>
                  </a:lnTo>
                  <a:lnTo>
                    <a:pt x="1843151" y="252057"/>
                  </a:lnTo>
                  <a:lnTo>
                    <a:pt x="1841853" y="249456"/>
                  </a:lnTo>
                  <a:close/>
                </a:path>
                <a:path w="2207259" h="361950">
                  <a:moveTo>
                    <a:pt x="1843151" y="278669"/>
                  </a:moveTo>
                  <a:lnTo>
                    <a:pt x="1841573" y="281822"/>
                  </a:lnTo>
                  <a:lnTo>
                    <a:pt x="1843151" y="281822"/>
                  </a:lnTo>
                  <a:lnTo>
                    <a:pt x="1843151" y="278669"/>
                  </a:lnTo>
                  <a:close/>
                </a:path>
                <a:path w="2207259" h="361950">
                  <a:moveTo>
                    <a:pt x="1907286" y="269618"/>
                  </a:moveTo>
                  <a:lnTo>
                    <a:pt x="1900305" y="269618"/>
                  </a:lnTo>
                  <a:lnTo>
                    <a:pt x="1906423" y="281822"/>
                  </a:lnTo>
                  <a:lnTo>
                    <a:pt x="1906639" y="281135"/>
                  </a:lnTo>
                  <a:lnTo>
                    <a:pt x="1907286" y="279841"/>
                  </a:lnTo>
                  <a:lnTo>
                    <a:pt x="1907286" y="269618"/>
                  </a:lnTo>
                  <a:close/>
                </a:path>
                <a:path w="2207259" h="361950">
                  <a:moveTo>
                    <a:pt x="1518412" y="210014"/>
                  </a:moveTo>
                  <a:lnTo>
                    <a:pt x="1518528" y="265606"/>
                  </a:lnTo>
                  <a:lnTo>
                    <a:pt x="1526286" y="281135"/>
                  </a:lnTo>
                  <a:lnTo>
                    <a:pt x="1526286" y="225734"/>
                  </a:lnTo>
                  <a:lnTo>
                    <a:pt x="1518412" y="210014"/>
                  </a:lnTo>
                  <a:close/>
                </a:path>
                <a:path w="2207259" h="361950">
                  <a:moveTo>
                    <a:pt x="88392" y="254379"/>
                  </a:moveTo>
                  <a:lnTo>
                    <a:pt x="88299" y="271779"/>
                  </a:lnTo>
                  <a:lnTo>
                    <a:pt x="92765" y="280670"/>
                  </a:lnTo>
                  <a:lnTo>
                    <a:pt x="92837" y="263520"/>
                  </a:lnTo>
                  <a:lnTo>
                    <a:pt x="92388" y="262381"/>
                  </a:lnTo>
                  <a:lnTo>
                    <a:pt x="88392" y="254379"/>
                  </a:lnTo>
                  <a:close/>
                </a:path>
                <a:path w="2207259" h="361950">
                  <a:moveTo>
                    <a:pt x="1189358" y="189122"/>
                  </a:moveTo>
                  <a:lnTo>
                    <a:pt x="1189355" y="245110"/>
                  </a:lnTo>
                  <a:lnTo>
                    <a:pt x="1207135" y="280670"/>
                  </a:lnTo>
                  <a:lnTo>
                    <a:pt x="1207135" y="224452"/>
                  </a:lnTo>
                  <a:lnTo>
                    <a:pt x="1206739" y="223853"/>
                  </a:lnTo>
                  <a:lnTo>
                    <a:pt x="1189358" y="189122"/>
                  </a:lnTo>
                  <a:close/>
                </a:path>
                <a:path w="2207259" h="361950">
                  <a:moveTo>
                    <a:pt x="1694815" y="274319"/>
                  </a:moveTo>
                  <a:lnTo>
                    <a:pt x="1691660" y="274319"/>
                  </a:lnTo>
                  <a:lnTo>
                    <a:pt x="1694832" y="280670"/>
                  </a:lnTo>
                  <a:lnTo>
                    <a:pt x="1694815" y="274319"/>
                  </a:lnTo>
                  <a:close/>
                </a:path>
                <a:path w="2207259" h="361950">
                  <a:moveTo>
                    <a:pt x="362119" y="213953"/>
                  </a:moveTo>
                  <a:lnTo>
                    <a:pt x="362076" y="257636"/>
                  </a:lnTo>
                  <a:lnTo>
                    <a:pt x="373380" y="280149"/>
                  </a:lnTo>
                  <a:lnTo>
                    <a:pt x="373380" y="236474"/>
                  </a:lnTo>
                  <a:lnTo>
                    <a:pt x="362119" y="213953"/>
                  </a:lnTo>
                  <a:close/>
                </a:path>
                <a:path w="2207259" h="361950">
                  <a:moveTo>
                    <a:pt x="1157859" y="182118"/>
                  </a:moveTo>
                  <a:lnTo>
                    <a:pt x="1157929" y="245579"/>
                  </a:lnTo>
                  <a:lnTo>
                    <a:pt x="1175183" y="280149"/>
                  </a:lnTo>
                  <a:lnTo>
                    <a:pt x="1175258" y="216662"/>
                  </a:lnTo>
                  <a:lnTo>
                    <a:pt x="1175014" y="216428"/>
                  </a:lnTo>
                  <a:lnTo>
                    <a:pt x="1157859" y="182118"/>
                  </a:lnTo>
                  <a:close/>
                </a:path>
                <a:path w="2207259" h="361950">
                  <a:moveTo>
                    <a:pt x="1099235" y="193395"/>
                  </a:moveTo>
                  <a:lnTo>
                    <a:pt x="1099277" y="257395"/>
                  </a:lnTo>
                  <a:lnTo>
                    <a:pt x="1110427" y="279653"/>
                  </a:lnTo>
                  <a:lnTo>
                    <a:pt x="1110521" y="279841"/>
                  </a:lnTo>
                  <a:lnTo>
                    <a:pt x="1110615" y="216153"/>
                  </a:lnTo>
                  <a:lnTo>
                    <a:pt x="1099235" y="193395"/>
                  </a:lnTo>
                  <a:close/>
                </a:path>
                <a:path w="2207259" h="361950">
                  <a:moveTo>
                    <a:pt x="1570482" y="219710"/>
                  </a:moveTo>
                  <a:lnTo>
                    <a:pt x="1570482" y="266339"/>
                  </a:lnTo>
                  <a:lnTo>
                    <a:pt x="1577127" y="279653"/>
                  </a:lnTo>
                  <a:lnTo>
                    <a:pt x="1577220" y="279841"/>
                  </a:lnTo>
                  <a:lnTo>
                    <a:pt x="1577340" y="233298"/>
                  </a:lnTo>
                  <a:lnTo>
                    <a:pt x="1576832" y="232410"/>
                  </a:lnTo>
                  <a:lnTo>
                    <a:pt x="1570482" y="219710"/>
                  </a:lnTo>
                  <a:close/>
                </a:path>
                <a:path w="2207259" h="361950">
                  <a:moveTo>
                    <a:pt x="1434880" y="163957"/>
                  </a:moveTo>
                  <a:lnTo>
                    <a:pt x="1434935" y="260396"/>
                  </a:lnTo>
                  <a:lnTo>
                    <a:pt x="1444546" y="279653"/>
                  </a:lnTo>
                  <a:lnTo>
                    <a:pt x="1444498" y="231647"/>
                  </a:lnTo>
                  <a:lnTo>
                    <a:pt x="1444292" y="230983"/>
                  </a:lnTo>
                  <a:lnTo>
                    <a:pt x="1434983" y="212364"/>
                  </a:lnTo>
                  <a:lnTo>
                    <a:pt x="1444498" y="212364"/>
                  </a:lnTo>
                  <a:lnTo>
                    <a:pt x="1444498" y="183036"/>
                  </a:lnTo>
                  <a:lnTo>
                    <a:pt x="1444245" y="182738"/>
                  </a:lnTo>
                  <a:lnTo>
                    <a:pt x="1434880" y="163957"/>
                  </a:lnTo>
                  <a:close/>
                </a:path>
                <a:path w="2207259" h="361950">
                  <a:moveTo>
                    <a:pt x="1591563" y="214471"/>
                  </a:moveTo>
                  <a:lnTo>
                    <a:pt x="1591448" y="261642"/>
                  </a:lnTo>
                  <a:lnTo>
                    <a:pt x="1600453" y="279653"/>
                  </a:lnTo>
                  <a:lnTo>
                    <a:pt x="1600453" y="232237"/>
                  </a:lnTo>
                  <a:lnTo>
                    <a:pt x="1591563" y="214471"/>
                  </a:lnTo>
                  <a:close/>
                </a:path>
                <a:path w="2207259" h="361950">
                  <a:moveTo>
                    <a:pt x="1907332" y="257395"/>
                  </a:moveTo>
                  <a:lnTo>
                    <a:pt x="1907286" y="279653"/>
                  </a:lnTo>
                  <a:lnTo>
                    <a:pt x="1907600" y="279210"/>
                  </a:lnTo>
                  <a:lnTo>
                    <a:pt x="1912577" y="269239"/>
                  </a:lnTo>
                  <a:lnTo>
                    <a:pt x="1912652" y="269090"/>
                  </a:lnTo>
                  <a:lnTo>
                    <a:pt x="1912778" y="268838"/>
                  </a:lnTo>
                  <a:lnTo>
                    <a:pt x="1912898" y="268596"/>
                  </a:lnTo>
                  <a:lnTo>
                    <a:pt x="1912747" y="268223"/>
                  </a:lnTo>
                  <a:lnTo>
                    <a:pt x="1907453" y="257636"/>
                  </a:lnTo>
                  <a:lnTo>
                    <a:pt x="1907332" y="257395"/>
                  </a:lnTo>
                  <a:close/>
                </a:path>
                <a:path w="2207259" h="361950">
                  <a:moveTo>
                    <a:pt x="2151566" y="240213"/>
                  </a:moveTo>
                  <a:lnTo>
                    <a:pt x="2151507" y="256133"/>
                  </a:lnTo>
                  <a:lnTo>
                    <a:pt x="2163238" y="279653"/>
                  </a:lnTo>
                  <a:lnTo>
                    <a:pt x="2163191" y="263520"/>
                  </a:lnTo>
                  <a:lnTo>
                    <a:pt x="2151662" y="240407"/>
                  </a:lnTo>
                  <a:lnTo>
                    <a:pt x="2151566" y="240213"/>
                  </a:lnTo>
                  <a:close/>
                </a:path>
                <a:path w="2207259" h="361950">
                  <a:moveTo>
                    <a:pt x="1798238" y="229349"/>
                  </a:moveTo>
                  <a:lnTo>
                    <a:pt x="1798193" y="270842"/>
                  </a:lnTo>
                  <a:lnTo>
                    <a:pt x="1802384" y="279210"/>
                  </a:lnTo>
                  <a:lnTo>
                    <a:pt x="1802384" y="237746"/>
                  </a:lnTo>
                  <a:lnTo>
                    <a:pt x="1802241" y="237341"/>
                  </a:lnTo>
                  <a:lnTo>
                    <a:pt x="1798238" y="229349"/>
                  </a:lnTo>
                  <a:close/>
                </a:path>
                <a:path w="2207259" h="361950">
                  <a:moveTo>
                    <a:pt x="1843151" y="252057"/>
                  </a:moveTo>
                  <a:lnTo>
                    <a:pt x="1843151" y="278669"/>
                  </a:lnTo>
                  <a:lnTo>
                    <a:pt x="1849687" y="265606"/>
                  </a:lnTo>
                  <a:lnTo>
                    <a:pt x="1849794" y="265393"/>
                  </a:lnTo>
                  <a:lnTo>
                    <a:pt x="1843151" y="252057"/>
                  </a:lnTo>
                  <a:close/>
                </a:path>
                <a:path w="2207259" h="361950">
                  <a:moveTo>
                    <a:pt x="1240470" y="163190"/>
                  </a:moveTo>
                  <a:lnTo>
                    <a:pt x="1240512" y="227838"/>
                  </a:lnTo>
                  <a:lnTo>
                    <a:pt x="1265682" y="278268"/>
                  </a:lnTo>
                  <a:lnTo>
                    <a:pt x="1265682" y="213613"/>
                  </a:lnTo>
                  <a:lnTo>
                    <a:pt x="1240470" y="163190"/>
                  </a:lnTo>
                  <a:close/>
                </a:path>
                <a:path w="2207259" h="361950">
                  <a:moveTo>
                    <a:pt x="2174494" y="251713"/>
                  </a:moveTo>
                  <a:lnTo>
                    <a:pt x="2174494" y="261916"/>
                  </a:lnTo>
                  <a:lnTo>
                    <a:pt x="2182676" y="278268"/>
                  </a:lnTo>
                  <a:lnTo>
                    <a:pt x="2182749" y="268223"/>
                  </a:lnTo>
                  <a:lnTo>
                    <a:pt x="2174494" y="251713"/>
                  </a:lnTo>
                  <a:close/>
                </a:path>
                <a:path w="2207259" h="361950">
                  <a:moveTo>
                    <a:pt x="1852410" y="270624"/>
                  </a:moveTo>
                  <a:lnTo>
                    <a:pt x="1852295" y="278002"/>
                  </a:lnTo>
                  <a:lnTo>
                    <a:pt x="1853962" y="274646"/>
                  </a:lnTo>
                  <a:lnTo>
                    <a:pt x="1854050" y="274469"/>
                  </a:lnTo>
                  <a:lnTo>
                    <a:pt x="1854125" y="274319"/>
                  </a:lnTo>
                  <a:lnTo>
                    <a:pt x="1854253" y="274319"/>
                  </a:lnTo>
                  <a:lnTo>
                    <a:pt x="1852519" y="270842"/>
                  </a:lnTo>
                  <a:lnTo>
                    <a:pt x="1852410" y="270624"/>
                  </a:lnTo>
                  <a:close/>
                </a:path>
                <a:path w="2207259" h="361950">
                  <a:moveTo>
                    <a:pt x="1875155" y="253657"/>
                  </a:moveTo>
                  <a:lnTo>
                    <a:pt x="1874944" y="253860"/>
                  </a:lnTo>
                  <a:lnTo>
                    <a:pt x="1867582" y="268596"/>
                  </a:lnTo>
                  <a:lnTo>
                    <a:pt x="1867662" y="269239"/>
                  </a:lnTo>
                  <a:lnTo>
                    <a:pt x="1872043" y="278002"/>
                  </a:lnTo>
                  <a:lnTo>
                    <a:pt x="1875155" y="271779"/>
                  </a:lnTo>
                  <a:lnTo>
                    <a:pt x="1875155" y="253657"/>
                  </a:lnTo>
                  <a:close/>
                </a:path>
                <a:path w="2207259" h="361950">
                  <a:moveTo>
                    <a:pt x="207458" y="219456"/>
                  </a:moveTo>
                  <a:lnTo>
                    <a:pt x="207437" y="254092"/>
                  </a:lnTo>
                  <a:lnTo>
                    <a:pt x="219222" y="277663"/>
                  </a:lnTo>
                  <a:lnTo>
                    <a:pt x="219201" y="242967"/>
                  </a:lnTo>
                  <a:lnTo>
                    <a:pt x="207585" y="219710"/>
                  </a:lnTo>
                  <a:lnTo>
                    <a:pt x="207458" y="219456"/>
                  </a:lnTo>
                  <a:close/>
                </a:path>
                <a:path w="2207259" h="361950">
                  <a:moveTo>
                    <a:pt x="1613916" y="211286"/>
                  </a:moveTo>
                  <a:lnTo>
                    <a:pt x="1613972" y="259250"/>
                  </a:lnTo>
                  <a:lnTo>
                    <a:pt x="1623187" y="277663"/>
                  </a:lnTo>
                  <a:lnTo>
                    <a:pt x="1623187" y="229877"/>
                  </a:lnTo>
                  <a:lnTo>
                    <a:pt x="1613916" y="211286"/>
                  </a:lnTo>
                  <a:close/>
                </a:path>
                <a:path w="2207259" h="361950">
                  <a:moveTo>
                    <a:pt x="830383" y="125336"/>
                  </a:moveTo>
                  <a:lnTo>
                    <a:pt x="830446" y="230983"/>
                  </a:lnTo>
                  <a:lnTo>
                    <a:pt x="853567" y="277181"/>
                  </a:lnTo>
                  <a:lnTo>
                    <a:pt x="853567" y="171450"/>
                  </a:lnTo>
                  <a:lnTo>
                    <a:pt x="853268" y="171107"/>
                  </a:lnTo>
                  <a:lnTo>
                    <a:pt x="830383" y="125336"/>
                  </a:lnTo>
                  <a:close/>
                </a:path>
                <a:path w="2207259" h="361950">
                  <a:moveTo>
                    <a:pt x="239706" y="212851"/>
                  </a:moveTo>
                  <a:lnTo>
                    <a:pt x="239799" y="247903"/>
                  </a:lnTo>
                  <a:lnTo>
                    <a:pt x="254308" y="276860"/>
                  </a:lnTo>
                  <a:lnTo>
                    <a:pt x="254381" y="242356"/>
                  </a:lnTo>
                  <a:lnTo>
                    <a:pt x="253818" y="241046"/>
                  </a:lnTo>
                  <a:lnTo>
                    <a:pt x="239706" y="212851"/>
                  </a:lnTo>
                  <a:close/>
                </a:path>
                <a:path w="2207259" h="361950">
                  <a:moveTo>
                    <a:pt x="1271961" y="171107"/>
                  </a:moveTo>
                  <a:lnTo>
                    <a:pt x="1272068" y="226386"/>
                  </a:lnTo>
                  <a:lnTo>
                    <a:pt x="1297305" y="276860"/>
                  </a:lnTo>
                  <a:lnTo>
                    <a:pt x="1297305" y="221931"/>
                  </a:lnTo>
                  <a:lnTo>
                    <a:pt x="1271961" y="171107"/>
                  </a:lnTo>
                  <a:close/>
                </a:path>
                <a:path w="2207259" h="361950">
                  <a:moveTo>
                    <a:pt x="1656472" y="203882"/>
                  </a:moveTo>
                  <a:lnTo>
                    <a:pt x="1656461" y="251206"/>
                  </a:lnTo>
                  <a:lnTo>
                    <a:pt x="1669288" y="276860"/>
                  </a:lnTo>
                  <a:lnTo>
                    <a:pt x="1669415" y="229877"/>
                  </a:lnTo>
                  <a:lnTo>
                    <a:pt x="1669194" y="229349"/>
                  </a:lnTo>
                  <a:lnTo>
                    <a:pt x="1656591" y="204121"/>
                  </a:lnTo>
                  <a:lnTo>
                    <a:pt x="1656472" y="203882"/>
                  </a:lnTo>
                  <a:close/>
                </a:path>
                <a:path w="2207259" h="361950">
                  <a:moveTo>
                    <a:pt x="1711133" y="223304"/>
                  </a:moveTo>
                  <a:lnTo>
                    <a:pt x="1711071" y="223853"/>
                  </a:lnTo>
                  <a:lnTo>
                    <a:pt x="1710987" y="270002"/>
                  </a:lnTo>
                  <a:lnTo>
                    <a:pt x="1714410" y="276860"/>
                  </a:lnTo>
                  <a:lnTo>
                    <a:pt x="1714500" y="229877"/>
                  </a:lnTo>
                  <a:lnTo>
                    <a:pt x="1714161" y="229349"/>
                  </a:lnTo>
                  <a:lnTo>
                    <a:pt x="1711133" y="223304"/>
                  </a:lnTo>
                  <a:close/>
                </a:path>
                <a:path w="2207259" h="361950">
                  <a:moveTo>
                    <a:pt x="121585" y="212851"/>
                  </a:moveTo>
                  <a:lnTo>
                    <a:pt x="121539" y="271120"/>
                  </a:lnTo>
                  <a:lnTo>
                    <a:pt x="124125" y="276317"/>
                  </a:lnTo>
                  <a:lnTo>
                    <a:pt x="124236" y="276540"/>
                  </a:lnTo>
                  <a:lnTo>
                    <a:pt x="124333" y="247277"/>
                  </a:lnTo>
                  <a:lnTo>
                    <a:pt x="124074" y="247008"/>
                  </a:lnTo>
                  <a:lnTo>
                    <a:pt x="121751" y="242356"/>
                  </a:lnTo>
                  <a:lnTo>
                    <a:pt x="124333" y="242356"/>
                  </a:lnTo>
                  <a:lnTo>
                    <a:pt x="124333" y="218340"/>
                  </a:lnTo>
                  <a:lnTo>
                    <a:pt x="121585" y="212851"/>
                  </a:lnTo>
                  <a:close/>
                </a:path>
                <a:path w="2207259" h="361950">
                  <a:moveTo>
                    <a:pt x="193040" y="225298"/>
                  </a:moveTo>
                  <a:lnTo>
                    <a:pt x="193068" y="259250"/>
                  </a:lnTo>
                  <a:lnTo>
                    <a:pt x="201565" y="276317"/>
                  </a:lnTo>
                  <a:lnTo>
                    <a:pt x="201675" y="242356"/>
                  </a:lnTo>
                  <a:lnTo>
                    <a:pt x="200914" y="241046"/>
                  </a:lnTo>
                  <a:lnTo>
                    <a:pt x="193040" y="225298"/>
                  </a:lnTo>
                  <a:close/>
                </a:path>
                <a:path w="2207259" h="361950">
                  <a:moveTo>
                    <a:pt x="1635378" y="209041"/>
                  </a:moveTo>
                  <a:lnTo>
                    <a:pt x="1635262" y="254092"/>
                  </a:lnTo>
                  <a:lnTo>
                    <a:pt x="1646345" y="276317"/>
                  </a:lnTo>
                  <a:lnTo>
                    <a:pt x="1646301" y="230743"/>
                  </a:lnTo>
                  <a:lnTo>
                    <a:pt x="1646066" y="230416"/>
                  </a:lnTo>
                  <a:lnTo>
                    <a:pt x="1635378" y="209041"/>
                  </a:lnTo>
                  <a:close/>
                </a:path>
                <a:path w="2207259" h="361950">
                  <a:moveTo>
                    <a:pt x="1863763" y="261443"/>
                  </a:moveTo>
                  <a:lnTo>
                    <a:pt x="1863725" y="276317"/>
                  </a:lnTo>
                  <a:lnTo>
                    <a:pt x="1867260" y="269239"/>
                  </a:lnTo>
                  <a:lnTo>
                    <a:pt x="1867340" y="268596"/>
                  </a:lnTo>
                  <a:lnTo>
                    <a:pt x="1863863" y="261642"/>
                  </a:lnTo>
                  <a:lnTo>
                    <a:pt x="1863763" y="261443"/>
                  </a:lnTo>
                  <a:close/>
                </a:path>
                <a:path w="2207259" h="361950">
                  <a:moveTo>
                    <a:pt x="1887220" y="274319"/>
                  </a:moveTo>
                  <a:lnTo>
                    <a:pt x="1886348" y="274319"/>
                  </a:lnTo>
                  <a:lnTo>
                    <a:pt x="1887346" y="276317"/>
                  </a:lnTo>
                  <a:lnTo>
                    <a:pt x="1887220" y="274319"/>
                  </a:lnTo>
                  <a:close/>
                </a:path>
                <a:path w="2207259" h="361950">
                  <a:moveTo>
                    <a:pt x="2190115" y="6350"/>
                  </a:moveTo>
                  <a:lnTo>
                    <a:pt x="2182749" y="6350"/>
                  </a:lnTo>
                  <a:lnTo>
                    <a:pt x="2182848" y="261642"/>
                  </a:lnTo>
                  <a:lnTo>
                    <a:pt x="2190198" y="276317"/>
                  </a:lnTo>
                  <a:lnTo>
                    <a:pt x="2190115" y="246455"/>
                  </a:lnTo>
                  <a:lnTo>
                    <a:pt x="2185797" y="246455"/>
                  </a:lnTo>
                  <a:lnTo>
                    <a:pt x="2185797" y="45720"/>
                  </a:lnTo>
                  <a:lnTo>
                    <a:pt x="2190115" y="45720"/>
                  </a:lnTo>
                  <a:lnTo>
                    <a:pt x="2190115" y="6350"/>
                  </a:lnTo>
                  <a:close/>
                </a:path>
                <a:path w="2207259" h="361950">
                  <a:moveTo>
                    <a:pt x="165544" y="236981"/>
                  </a:moveTo>
                  <a:lnTo>
                    <a:pt x="165481" y="237341"/>
                  </a:lnTo>
                  <a:lnTo>
                    <a:pt x="165387" y="269239"/>
                  </a:lnTo>
                  <a:lnTo>
                    <a:pt x="168401" y="275254"/>
                  </a:lnTo>
                  <a:lnTo>
                    <a:pt x="168401" y="242689"/>
                  </a:lnTo>
                  <a:lnTo>
                    <a:pt x="165544" y="236981"/>
                  </a:lnTo>
                  <a:close/>
                </a:path>
                <a:path w="2207259" h="361950">
                  <a:moveTo>
                    <a:pt x="258377" y="213613"/>
                  </a:moveTo>
                  <a:lnTo>
                    <a:pt x="258395" y="250190"/>
                  </a:lnTo>
                  <a:lnTo>
                    <a:pt x="270941" y="275254"/>
                  </a:lnTo>
                  <a:lnTo>
                    <a:pt x="271018" y="238868"/>
                  </a:lnTo>
                  <a:lnTo>
                    <a:pt x="258377" y="213613"/>
                  </a:lnTo>
                  <a:close/>
                </a:path>
                <a:path w="2207259" h="361950">
                  <a:moveTo>
                    <a:pt x="151765" y="209452"/>
                  </a:moveTo>
                  <a:lnTo>
                    <a:pt x="151773" y="273160"/>
                  </a:lnTo>
                  <a:lnTo>
                    <a:pt x="152653" y="274918"/>
                  </a:lnTo>
                  <a:lnTo>
                    <a:pt x="152653" y="243840"/>
                  </a:lnTo>
                  <a:lnTo>
                    <a:pt x="151916" y="242356"/>
                  </a:lnTo>
                  <a:lnTo>
                    <a:pt x="152653" y="242356"/>
                  </a:lnTo>
                  <a:lnTo>
                    <a:pt x="152653" y="211286"/>
                  </a:lnTo>
                  <a:lnTo>
                    <a:pt x="151765" y="209452"/>
                  </a:lnTo>
                  <a:close/>
                </a:path>
                <a:path w="2207259" h="361950">
                  <a:moveTo>
                    <a:pt x="178996" y="230983"/>
                  </a:moveTo>
                  <a:lnTo>
                    <a:pt x="179021" y="263905"/>
                  </a:lnTo>
                  <a:lnTo>
                    <a:pt x="184534" y="274918"/>
                  </a:lnTo>
                  <a:lnTo>
                    <a:pt x="184658" y="242356"/>
                  </a:lnTo>
                  <a:lnTo>
                    <a:pt x="178996" y="230983"/>
                  </a:lnTo>
                  <a:close/>
                </a:path>
                <a:path w="2207259" h="361950">
                  <a:moveTo>
                    <a:pt x="1816553" y="231647"/>
                  </a:moveTo>
                  <a:lnTo>
                    <a:pt x="1816481" y="231939"/>
                  </a:lnTo>
                  <a:lnTo>
                    <a:pt x="1816398" y="265606"/>
                  </a:lnTo>
                  <a:lnTo>
                    <a:pt x="1820762" y="274319"/>
                  </a:lnTo>
                  <a:lnTo>
                    <a:pt x="1820837" y="274469"/>
                  </a:lnTo>
                  <a:lnTo>
                    <a:pt x="1820926" y="240213"/>
                  </a:lnTo>
                  <a:lnTo>
                    <a:pt x="1820610" y="239775"/>
                  </a:lnTo>
                  <a:lnTo>
                    <a:pt x="1816553" y="231647"/>
                  </a:lnTo>
                  <a:close/>
                </a:path>
                <a:path w="2207259" h="361950">
                  <a:moveTo>
                    <a:pt x="35576" y="184658"/>
                  </a:moveTo>
                  <a:lnTo>
                    <a:pt x="35560" y="256529"/>
                  </a:lnTo>
                  <a:lnTo>
                    <a:pt x="44454" y="274319"/>
                  </a:lnTo>
                  <a:lnTo>
                    <a:pt x="44323" y="274319"/>
                  </a:lnTo>
                  <a:lnTo>
                    <a:pt x="44323" y="201934"/>
                  </a:lnTo>
                  <a:lnTo>
                    <a:pt x="44153" y="201790"/>
                  </a:lnTo>
                  <a:lnTo>
                    <a:pt x="35576" y="184658"/>
                  </a:lnTo>
                  <a:close/>
                </a:path>
                <a:path w="2207259" h="361950">
                  <a:moveTo>
                    <a:pt x="93345" y="214471"/>
                  </a:moveTo>
                  <a:lnTo>
                    <a:pt x="93345" y="264297"/>
                  </a:lnTo>
                  <a:lnTo>
                    <a:pt x="98350" y="274319"/>
                  </a:lnTo>
                  <a:lnTo>
                    <a:pt x="98425" y="251713"/>
                  </a:lnTo>
                  <a:lnTo>
                    <a:pt x="98045" y="251206"/>
                  </a:lnTo>
                  <a:lnTo>
                    <a:pt x="93630" y="242356"/>
                  </a:lnTo>
                  <a:lnTo>
                    <a:pt x="98425" y="242356"/>
                  </a:lnTo>
                  <a:lnTo>
                    <a:pt x="98425" y="224452"/>
                  </a:lnTo>
                  <a:lnTo>
                    <a:pt x="98014" y="223853"/>
                  </a:lnTo>
                  <a:lnTo>
                    <a:pt x="93345" y="214471"/>
                  </a:lnTo>
                  <a:close/>
                </a:path>
                <a:path w="2207259" h="361950">
                  <a:moveTo>
                    <a:pt x="107389" y="242689"/>
                  </a:moveTo>
                  <a:lnTo>
                    <a:pt x="107421" y="270002"/>
                  </a:lnTo>
                  <a:lnTo>
                    <a:pt x="109575" y="274319"/>
                  </a:lnTo>
                  <a:lnTo>
                    <a:pt x="109347" y="274319"/>
                  </a:lnTo>
                  <a:lnTo>
                    <a:pt x="109347" y="246455"/>
                  </a:lnTo>
                  <a:lnTo>
                    <a:pt x="109127" y="246182"/>
                  </a:lnTo>
                  <a:lnTo>
                    <a:pt x="107389" y="242689"/>
                  </a:lnTo>
                  <a:close/>
                </a:path>
                <a:path w="2207259" h="361950">
                  <a:moveTo>
                    <a:pt x="278765" y="216916"/>
                  </a:moveTo>
                  <a:lnTo>
                    <a:pt x="278638" y="254092"/>
                  </a:lnTo>
                  <a:lnTo>
                    <a:pt x="288762" y="274319"/>
                  </a:lnTo>
                  <a:lnTo>
                    <a:pt x="288671" y="236474"/>
                  </a:lnTo>
                  <a:lnTo>
                    <a:pt x="288381" y="236149"/>
                  </a:lnTo>
                  <a:lnTo>
                    <a:pt x="278892" y="217169"/>
                  </a:lnTo>
                  <a:lnTo>
                    <a:pt x="278765" y="216916"/>
                  </a:lnTo>
                  <a:close/>
                </a:path>
                <a:path w="2207259" h="361950">
                  <a:moveTo>
                    <a:pt x="381550" y="213953"/>
                  </a:moveTo>
                  <a:lnTo>
                    <a:pt x="381589" y="252893"/>
                  </a:lnTo>
                  <a:lnTo>
                    <a:pt x="392302" y="274319"/>
                  </a:lnTo>
                  <a:lnTo>
                    <a:pt x="392302" y="235457"/>
                  </a:lnTo>
                  <a:lnTo>
                    <a:pt x="381550" y="213953"/>
                  </a:lnTo>
                  <a:close/>
                </a:path>
                <a:path w="2207259" h="361950">
                  <a:moveTo>
                    <a:pt x="1674627" y="197153"/>
                  </a:moveTo>
                  <a:lnTo>
                    <a:pt x="1674718" y="240407"/>
                  </a:lnTo>
                  <a:lnTo>
                    <a:pt x="1691660" y="274319"/>
                  </a:lnTo>
                  <a:lnTo>
                    <a:pt x="1691513" y="274319"/>
                  </a:lnTo>
                  <a:lnTo>
                    <a:pt x="1691513" y="230743"/>
                  </a:lnTo>
                  <a:lnTo>
                    <a:pt x="1691229" y="230416"/>
                  </a:lnTo>
                  <a:lnTo>
                    <a:pt x="1674627" y="197153"/>
                  </a:lnTo>
                  <a:close/>
                </a:path>
                <a:path w="2207259" h="361950">
                  <a:moveTo>
                    <a:pt x="1758188" y="190971"/>
                  </a:moveTo>
                  <a:lnTo>
                    <a:pt x="1758061" y="272034"/>
                  </a:lnTo>
                  <a:lnTo>
                    <a:pt x="1759203" y="274319"/>
                  </a:lnTo>
                  <a:lnTo>
                    <a:pt x="1758950" y="274319"/>
                  </a:lnTo>
                  <a:lnTo>
                    <a:pt x="1758950" y="230416"/>
                  </a:lnTo>
                  <a:lnTo>
                    <a:pt x="1758684" y="230025"/>
                  </a:lnTo>
                  <a:lnTo>
                    <a:pt x="1758346" y="229349"/>
                  </a:lnTo>
                  <a:lnTo>
                    <a:pt x="1758950" y="229349"/>
                  </a:lnTo>
                  <a:lnTo>
                    <a:pt x="1758950" y="192493"/>
                  </a:lnTo>
                  <a:lnTo>
                    <a:pt x="1758188" y="190971"/>
                  </a:lnTo>
                  <a:close/>
                </a:path>
                <a:path w="2207259" h="361950">
                  <a:moveTo>
                    <a:pt x="1773432" y="221407"/>
                  </a:moveTo>
                  <a:lnTo>
                    <a:pt x="1773427" y="259537"/>
                  </a:lnTo>
                  <a:lnTo>
                    <a:pt x="1780812" y="274319"/>
                  </a:lnTo>
                  <a:lnTo>
                    <a:pt x="1780794" y="236149"/>
                  </a:lnTo>
                  <a:lnTo>
                    <a:pt x="1780469" y="235457"/>
                  </a:lnTo>
                  <a:lnTo>
                    <a:pt x="1773432" y="221407"/>
                  </a:lnTo>
                  <a:close/>
                </a:path>
                <a:path w="2207259" h="361950">
                  <a:moveTo>
                    <a:pt x="1857770" y="249456"/>
                  </a:moveTo>
                  <a:lnTo>
                    <a:pt x="1852725" y="259537"/>
                  </a:lnTo>
                  <a:lnTo>
                    <a:pt x="1852295" y="260217"/>
                  </a:lnTo>
                  <a:lnTo>
                    <a:pt x="1852410" y="270624"/>
                  </a:lnTo>
                  <a:lnTo>
                    <a:pt x="1854253" y="274319"/>
                  </a:lnTo>
                  <a:lnTo>
                    <a:pt x="1854125" y="274319"/>
                  </a:lnTo>
                  <a:lnTo>
                    <a:pt x="1858772" y="265051"/>
                  </a:lnTo>
                  <a:lnTo>
                    <a:pt x="1858772" y="251206"/>
                  </a:lnTo>
                  <a:lnTo>
                    <a:pt x="1858472" y="250860"/>
                  </a:lnTo>
                  <a:lnTo>
                    <a:pt x="1857770" y="249456"/>
                  </a:lnTo>
                  <a:close/>
                </a:path>
                <a:path w="2207259" h="361950">
                  <a:moveTo>
                    <a:pt x="1887220" y="247903"/>
                  </a:moveTo>
                  <a:lnTo>
                    <a:pt x="1887022" y="248045"/>
                  </a:lnTo>
                  <a:lnTo>
                    <a:pt x="1880323" y="261443"/>
                  </a:lnTo>
                  <a:lnTo>
                    <a:pt x="1880223" y="261642"/>
                  </a:lnTo>
                  <a:lnTo>
                    <a:pt x="1880152" y="261916"/>
                  </a:lnTo>
                  <a:lnTo>
                    <a:pt x="1886348" y="274319"/>
                  </a:lnTo>
                  <a:lnTo>
                    <a:pt x="1885950" y="274319"/>
                  </a:lnTo>
                  <a:lnTo>
                    <a:pt x="1887093" y="272034"/>
                  </a:lnTo>
                  <a:lnTo>
                    <a:pt x="1887220" y="247903"/>
                  </a:lnTo>
                  <a:close/>
                </a:path>
                <a:path w="2207259" h="361950">
                  <a:moveTo>
                    <a:pt x="2138680" y="230416"/>
                  </a:moveTo>
                  <a:lnTo>
                    <a:pt x="2138680" y="248470"/>
                  </a:lnTo>
                  <a:lnTo>
                    <a:pt x="2151615" y="274319"/>
                  </a:lnTo>
                  <a:lnTo>
                    <a:pt x="2151507" y="256133"/>
                  </a:lnTo>
                  <a:lnTo>
                    <a:pt x="2138680" y="230416"/>
                  </a:lnTo>
                  <a:close/>
                </a:path>
                <a:path w="2207259" h="361950">
                  <a:moveTo>
                    <a:pt x="78727" y="252730"/>
                  </a:moveTo>
                  <a:lnTo>
                    <a:pt x="78722" y="270842"/>
                  </a:lnTo>
                  <a:lnTo>
                    <a:pt x="79883" y="273160"/>
                  </a:lnTo>
                  <a:lnTo>
                    <a:pt x="79883" y="254894"/>
                  </a:lnTo>
                  <a:lnTo>
                    <a:pt x="79556" y="254379"/>
                  </a:lnTo>
                  <a:lnTo>
                    <a:pt x="78809" y="252893"/>
                  </a:lnTo>
                  <a:lnTo>
                    <a:pt x="78727" y="252730"/>
                  </a:lnTo>
                  <a:close/>
                </a:path>
                <a:path w="2207259" h="361950">
                  <a:moveTo>
                    <a:pt x="142114" y="222795"/>
                  </a:moveTo>
                  <a:lnTo>
                    <a:pt x="142229" y="254092"/>
                  </a:lnTo>
                  <a:lnTo>
                    <a:pt x="151773" y="273160"/>
                  </a:lnTo>
                  <a:lnTo>
                    <a:pt x="151765" y="242356"/>
                  </a:lnTo>
                  <a:lnTo>
                    <a:pt x="151916" y="242356"/>
                  </a:lnTo>
                  <a:lnTo>
                    <a:pt x="142114" y="222795"/>
                  </a:lnTo>
                  <a:close/>
                </a:path>
                <a:path w="2207259" h="361950">
                  <a:moveTo>
                    <a:pt x="1548056" y="221407"/>
                  </a:moveTo>
                  <a:lnTo>
                    <a:pt x="1548077" y="269239"/>
                  </a:lnTo>
                  <a:lnTo>
                    <a:pt x="1550041" y="273160"/>
                  </a:lnTo>
                  <a:lnTo>
                    <a:pt x="1550162" y="225734"/>
                  </a:lnTo>
                  <a:lnTo>
                    <a:pt x="1549997" y="225298"/>
                  </a:lnTo>
                  <a:lnTo>
                    <a:pt x="1548056" y="221407"/>
                  </a:lnTo>
                  <a:close/>
                </a:path>
                <a:path w="2207259" h="361950">
                  <a:moveTo>
                    <a:pt x="1376552" y="199389"/>
                  </a:moveTo>
                  <a:lnTo>
                    <a:pt x="1376559" y="264297"/>
                  </a:lnTo>
                  <a:lnTo>
                    <a:pt x="1380744" y="272680"/>
                  </a:lnTo>
                  <a:lnTo>
                    <a:pt x="1380744" y="207517"/>
                  </a:lnTo>
                  <a:lnTo>
                    <a:pt x="1380255" y="206795"/>
                  </a:lnTo>
                  <a:lnTo>
                    <a:pt x="1376552" y="199389"/>
                  </a:lnTo>
                  <a:close/>
                </a:path>
                <a:path w="2207259" h="361950">
                  <a:moveTo>
                    <a:pt x="1727051" y="210014"/>
                  </a:moveTo>
                  <a:lnTo>
                    <a:pt x="1726956" y="254894"/>
                  </a:lnTo>
                  <a:lnTo>
                    <a:pt x="1735865" y="272680"/>
                  </a:lnTo>
                  <a:lnTo>
                    <a:pt x="1735963" y="227630"/>
                  </a:lnTo>
                  <a:lnTo>
                    <a:pt x="1735523" y="226958"/>
                  </a:lnTo>
                  <a:lnTo>
                    <a:pt x="1727051" y="210014"/>
                  </a:lnTo>
                  <a:close/>
                </a:path>
                <a:path w="2207259" h="361950">
                  <a:moveTo>
                    <a:pt x="2163220" y="239387"/>
                  </a:moveTo>
                  <a:lnTo>
                    <a:pt x="2163191" y="249735"/>
                  </a:lnTo>
                  <a:lnTo>
                    <a:pt x="2174494" y="272322"/>
                  </a:lnTo>
                  <a:lnTo>
                    <a:pt x="2174494" y="261916"/>
                  </a:lnTo>
                  <a:lnTo>
                    <a:pt x="2163220" y="239387"/>
                  </a:lnTo>
                  <a:close/>
                </a:path>
                <a:path w="2207259" h="361950">
                  <a:moveTo>
                    <a:pt x="1742628" y="197885"/>
                  </a:moveTo>
                  <a:lnTo>
                    <a:pt x="1742567" y="241046"/>
                  </a:lnTo>
                  <a:lnTo>
                    <a:pt x="1758061" y="272034"/>
                  </a:lnTo>
                  <a:lnTo>
                    <a:pt x="1758188" y="229349"/>
                  </a:lnTo>
                  <a:lnTo>
                    <a:pt x="1758346" y="229349"/>
                  </a:lnTo>
                  <a:lnTo>
                    <a:pt x="1742628" y="197885"/>
                  </a:lnTo>
                  <a:close/>
                </a:path>
                <a:path w="2207259" h="361950">
                  <a:moveTo>
                    <a:pt x="2125137" y="221407"/>
                  </a:moveTo>
                  <a:lnTo>
                    <a:pt x="2125122" y="245110"/>
                  </a:lnTo>
                  <a:lnTo>
                    <a:pt x="2138319" y="271525"/>
                  </a:lnTo>
                  <a:lnTo>
                    <a:pt x="2138446" y="271779"/>
                  </a:lnTo>
                  <a:lnTo>
                    <a:pt x="2138573" y="272034"/>
                  </a:lnTo>
                  <a:lnTo>
                    <a:pt x="2138680" y="248292"/>
                  </a:lnTo>
                  <a:lnTo>
                    <a:pt x="2138467" y="248045"/>
                  </a:lnTo>
                  <a:lnTo>
                    <a:pt x="2125137" y="221407"/>
                  </a:lnTo>
                  <a:close/>
                </a:path>
                <a:path w="2207259" h="361950">
                  <a:moveTo>
                    <a:pt x="85157" y="247903"/>
                  </a:moveTo>
                  <a:lnTo>
                    <a:pt x="85197" y="265606"/>
                  </a:lnTo>
                  <a:lnTo>
                    <a:pt x="88299" y="271779"/>
                  </a:lnTo>
                  <a:lnTo>
                    <a:pt x="88392" y="254379"/>
                  </a:lnTo>
                  <a:lnTo>
                    <a:pt x="85440" y="248470"/>
                  </a:lnTo>
                  <a:lnTo>
                    <a:pt x="85351" y="248292"/>
                  </a:lnTo>
                  <a:lnTo>
                    <a:pt x="85228" y="248045"/>
                  </a:lnTo>
                  <a:lnTo>
                    <a:pt x="85157" y="247903"/>
                  </a:lnTo>
                  <a:close/>
                </a:path>
                <a:path w="2207259" h="361950">
                  <a:moveTo>
                    <a:pt x="410591" y="91440"/>
                  </a:moveTo>
                  <a:lnTo>
                    <a:pt x="402971" y="91440"/>
                  </a:lnTo>
                  <a:lnTo>
                    <a:pt x="402971" y="256793"/>
                  </a:lnTo>
                  <a:lnTo>
                    <a:pt x="410337" y="271525"/>
                  </a:lnTo>
                  <a:lnTo>
                    <a:pt x="410464" y="271779"/>
                  </a:lnTo>
                  <a:lnTo>
                    <a:pt x="410591" y="91440"/>
                  </a:lnTo>
                  <a:close/>
                </a:path>
                <a:path w="2207259" h="361950">
                  <a:moveTo>
                    <a:pt x="133664" y="236981"/>
                  </a:moveTo>
                  <a:lnTo>
                    <a:pt x="133729" y="266339"/>
                  </a:lnTo>
                  <a:lnTo>
                    <a:pt x="136319" y="271525"/>
                  </a:lnTo>
                  <a:lnTo>
                    <a:pt x="136271" y="242356"/>
                  </a:lnTo>
                  <a:lnTo>
                    <a:pt x="135698" y="241046"/>
                  </a:lnTo>
                  <a:lnTo>
                    <a:pt x="133664" y="236981"/>
                  </a:lnTo>
                  <a:close/>
                </a:path>
                <a:path w="2207259" h="361950">
                  <a:moveTo>
                    <a:pt x="1408115" y="206660"/>
                  </a:moveTo>
                  <a:lnTo>
                    <a:pt x="1408049" y="262381"/>
                  </a:lnTo>
                  <a:lnTo>
                    <a:pt x="1412621" y="271525"/>
                  </a:lnTo>
                  <a:lnTo>
                    <a:pt x="1412621" y="215687"/>
                  </a:lnTo>
                  <a:lnTo>
                    <a:pt x="1408182" y="206795"/>
                  </a:lnTo>
                  <a:lnTo>
                    <a:pt x="1408115" y="206660"/>
                  </a:lnTo>
                  <a:close/>
                </a:path>
                <a:path w="2207259" h="361950">
                  <a:moveTo>
                    <a:pt x="1875536" y="252893"/>
                  </a:moveTo>
                  <a:lnTo>
                    <a:pt x="1875155" y="253438"/>
                  </a:lnTo>
                  <a:lnTo>
                    <a:pt x="1875155" y="271525"/>
                  </a:lnTo>
                  <a:lnTo>
                    <a:pt x="1875484" y="271120"/>
                  </a:lnTo>
                  <a:lnTo>
                    <a:pt x="1875536" y="252893"/>
                  </a:lnTo>
                  <a:close/>
                </a:path>
                <a:path w="2207259" h="361950">
                  <a:moveTo>
                    <a:pt x="1888255" y="245579"/>
                  </a:moveTo>
                  <a:lnTo>
                    <a:pt x="1887406" y="247277"/>
                  </a:lnTo>
                  <a:lnTo>
                    <a:pt x="1887220" y="247768"/>
                  </a:lnTo>
                  <a:lnTo>
                    <a:pt x="1887220" y="271525"/>
                  </a:lnTo>
                  <a:lnTo>
                    <a:pt x="1887549" y="271120"/>
                  </a:lnTo>
                  <a:lnTo>
                    <a:pt x="1891157" y="263905"/>
                  </a:lnTo>
                  <a:lnTo>
                    <a:pt x="1891157" y="251206"/>
                  </a:lnTo>
                  <a:lnTo>
                    <a:pt x="1890902" y="250860"/>
                  </a:lnTo>
                  <a:lnTo>
                    <a:pt x="1888255" y="245579"/>
                  </a:lnTo>
                  <a:close/>
                </a:path>
                <a:path w="2207259" h="361950">
                  <a:moveTo>
                    <a:pt x="116403" y="231647"/>
                  </a:moveTo>
                  <a:lnTo>
                    <a:pt x="116332" y="260657"/>
                  </a:lnTo>
                  <a:lnTo>
                    <a:pt x="121539" y="271120"/>
                  </a:lnTo>
                  <a:lnTo>
                    <a:pt x="121539" y="242356"/>
                  </a:lnTo>
                  <a:lnTo>
                    <a:pt x="121751" y="242356"/>
                  </a:lnTo>
                  <a:lnTo>
                    <a:pt x="116403" y="231647"/>
                  </a:lnTo>
                  <a:close/>
                </a:path>
                <a:path w="2207259" h="361950">
                  <a:moveTo>
                    <a:pt x="1875644" y="252893"/>
                  </a:moveTo>
                  <a:lnTo>
                    <a:pt x="1875536" y="270842"/>
                  </a:lnTo>
                  <a:lnTo>
                    <a:pt x="1875732" y="270624"/>
                  </a:lnTo>
                  <a:lnTo>
                    <a:pt x="1880086" y="261916"/>
                  </a:lnTo>
                  <a:lnTo>
                    <a:pt x="1880015" y="261642"/>
                  </a:lnTo>
                  <a:lnTo>
                    <a:pt x="1875644" y="252893"/>
                  </a:lnTo>
                  <a:close/>
                </a:path>
                <a:path w="2207259" h="361950">
                  <a:moveTo>
                    <a:pt x="1786255" y="205423"/>
                  </a:moveTo>
                  <a:lnTo>
                    <a:pt x="1786255" y="247008"/>
                  </a:lnTo>
                  <a:lnTo>
                    <a:pt x="1797967" y="270392"/>
                  </a:lnTo>
                  <a:lnTo>
                    <a:pt x="1798083" y="270624"/>
                  </a:lnTo>
                  <a:lnTo>
                    <a:pt x="1798193" y="229349"/>
                  </a:lnTo>
                  <a:lnTo>
                    <a:pt x="1797863" y="228600"/>
                  </a:lnTo>
                  <a:lnTo>
                    <a:pt x="1786255" y="205423"/>
                  </a:lnTo>
                  <a:close/>
                </a:path>
                <a:path w="2207259" h="361950">
                  <a:moveTo>
                    <a:pt x="29061" y="243514"/>
                  </a:moveTo>
                  <a:lnTo>
                    <a:pt x="29076" y="257636"/>
                  </a:lnTo>
                  <a:lnTo>
                    <a:pt x="35443" y="270392"/>
                  </a:lnTo>
                  <a:lnTo>
                    <a:pt x="35364" y="256133"/>
                  </a:lnTo>
                  <a:lnTo>
                    <a:pt x="29928" y="245110"/>
                  </a:lnTo>
                  <a:lnTo>
                    <a:pt x="29061" y="243514"/>
                  </a:lnTo>
                  <a:close/>
                </a:path>
                <a:path w="2207259" h="361950">
                  <a:moveTo>
                    <a:pt x="75438" y="246182"/>
                  </a:moveTo>
                  <a:lnTo>
                    <a:pt x="75446" y="264297"/>
                  </a:lnTo>
                  <a:lnTo>
                    <a:pt x="78497" y="270392"/>
                  </a:lnTo>
                  <a:lnTo>
                    <a:pt x="78613" y="252501"/>
                  </a:lnTo>
                  <a:lnTo>
                    <a:pt x="75438" y="246182"/>
                  </a:lnTo>
                  <a:close/>
                </a:path>
                <a:path w="2207259" h="361950">
                  <a:moveTo>
                    <a:pt x="1852295" y="260396"/>
                  </a:moveTo>
                  <a:lnTo>
                    <a:pt x="1850074" y="264833"/>
                  </a:lnTo>
                  <a:lnTo>
                    <a:pt x="1850148" y="266088"/>
                  </a:lnTo>
                  <a:lnTo>
                    <a:pt x="1852295" y="270392"/>
                  </a:lnTo>
                  <a:lnTo>
                    <a:pt x="1852295" y="260396"/>
                  </a:lnTo>
                  <a:close/>
                </a:path>
                <a:path w="2207259" h="361950">
                  <a:moveTo>
                    <a:pt x="1899914" y="268838"/>
                  </a:moveTo>
                  <a:lnTo>
                    <a:pt x="1899793" y="270392"/>
                  </a:lnTo>
                  <a:lnTo>
                    <a:pt x="1899940" y="270002"/>
                  </a:lnTo>
                  <a:lnTo>
                    <a:pt x="1900046" y="269789"/>
                  </a:lnTo>
                  <a:lnTo>
                    <a:pt x="1900132" y="269618"/>
                  </a:lnTo>
                  <a:lnTo>
                    <a:pt x="1900305" y="269618"/>
                  </a:lnTo>
                  <a:lnTo>
                    <a:pt x="1900115" y="269239"/>
                  </a:lnTo>
                  <a:lnTo>
                    <a:pt x="1900040" y="269090"/>
                  </a:lnTo>
                  <a:lnTo>
                    <a:pt x="1899914" y="268838"/>
                  </a:lnTo>
                  <a:close/>
                </a:path>
                <a:path w="2207259" h="361950">
                  <a:moveTo>
                    <a:pt x="299593" y="215262"/>
                  </a:moveTo>
                  <a:lnTo>
                    <a:pt x="299593" y="258572"/>
                  </a:lnTo>
                  <a:lnTo>
                    <a:pt x="305116" y="269618"/>
                  </a:lnTo>
                  <a:lnTo>
                    <a:pt x="305201" y="269789"/>
                  </a:lnTo>
                  <a:lnTo>
                    <a:pt x="305308" y="270002"/>
                  </a:lnTo>
                  <a:lnTo>
                    <a:pt x="305435" y="226958"/>
                  </a:lnTo>
                  <a:lnTo>
                    <a:pt x="299593" y="215262"/>
                  </a:lnTo>
                  <a:close/>
                </a:path>
                <a:path w="2207259" h="361950">
                  <a:moveTo>
                    <a:pt x="1694938" y="190971"/>
                  </a:moveTo>
                  <a:lnTo>
                    <a:pt x="1694888" y="237746"/>
                  </a:lnTo>
                  <a:lnTo>
                    <a:pt x="1710796" y="269618"/>
                  </a:lnTo>
                  <a:lnTo>
                    <a:pt x="1710881" y="269789"/>
                  </a:lnTo>
                  <a:lnTo>
                    <a:pt x="1710987" y="270002"/>
                  </a:lnTo>
                  <a:lnTo>
                    <a:pt x="1711071" y="223304"/>
                  </a:lnTo>
                  <a:lnTo>
                    <a:pt x="1710878" y="222795"/>
                  </a:lnTo>
                  <a:lnTo>
                    <a:pt x="1694938" y="190971"/>
                  </a:lnTo>
                  <a:close/>
                </a:path>
                <a:path w="2207259" h="361950">
                  <a:moveTo>
                    <a:pt x="738336" y="171450"/>
                  </a:moveTo>
                  <a:lnTo>
                    <a:pt x="738251" y="171957"/>
                  </a:lnTo>
                  <a:lnTo>
                    <a:pt x="738124" y="236474"/>
                  </a:lnTo>
                  <a:lnTo>
                    <a:pt x="754696" y="269618"/>
                  </a:lnTo>
                  <a:lnTo>
                    <a:pt x="754781" y="269789"/>
                  </a:lnTo>
                  <a:lnTo>
                    <a:pt x="754888" y="204519"/>
                  </a:lnTo>
                  <a:lnTo>
                    <a:pt x="738336" y="171450"/>
                  </a:lnTo>
                  <a:close/>
                </a:path>
                <a:path w="2207259" h="361950">
                  <a:moveTo>
                    <a:pt x="103284" y="234442"/>
                  </a:moveTo>
                  <a:lnTo>
                    <a:pt x="103250" y="261642"/>
                  </a:lnTo>
                  <a:lnTo>
                    <a:pt x="107229" y="269618"/>
                  </a:lnTo>
                  <a:lnTo>
                    <a:pt x="107315" y="242356"/>
                  </a:lnTo>
                  <a:lnTo>
                    <a:pt x="106571" y="241046"/>
                  </a:lnTo>
                  <a:lnTo>
                    <a:pt x="103284" y="234442"/>
                  </a:lnTo>
                  <a:close/>
                </a:path>
                <a:path w="2207259" h="361950">
                  <a:moveTo>
                    <a:pt x="1900872" y="244474"/>
                  </a:moveTo>
                  <a:lnTo>
                    <a:pt x="1900018" y="246182"/>
                  </a:lnTo>
                  <a:lnTo>
                    <a:pt x="1900115" y="269239"/>
                  </a:lnTo>
                  <a:lnTo>
                    <a:pt x="1900305" y="269618"/>
                  </a:lnTo>
                  <a:lnTo>
                    <a:pt x="1900132" y="269618"/>
                  </a:lnTo>
                  <a:lnTo>
                    <a:pt x="1906682" y="256529"/>
                  </a:lnTo>
                  <a:lnTo>
                    <a:pt x="1906701" y="256133"/>
                  </a:lnTo>
                  <a:lnTo>
                    <a:pt x="1900872" y="244474"/>
                  </a:lnTo>
                  <a:close/>
                </a:path>
                <a:path w="2207259" h="361950">
                  <a:moveTo>
                    <a:pt x="2110793" y="216428"/>
                  </a:moveTo>
                  <a:lnTo>
                    <a:pt x="2110839" y="241046"/>
                  </a:lnTo>
                  <a:lnTo>
                    <a:pt x="2125091" y="269618"/>
                  </a:lnTo>
                  <a:lnTo>
                    <a:pt x="2125091" y="245110"/>
                  </a:lnTo>
                  <a:lnTo>
                    <a:pt x="2124148" y="243161"/>
                  </a:lnTo>
                  <a:lnTo>
                    <a:pt x="2111163" y="217169"/>
                  </a:lnTo>
                  <a:lnTo>
                    <a:pt x="2111036" y="216916"/>
                  </a:lnTo>
                  <a:lnTo>
                    <a:pt x="2110909" y="216662"/>
                  </a:lnTo>
                  <a:lnTo>
                    <a:pt x="2110793" y="216428"/>
                  </a:lnTo>
                  <a:close/>
                </a:path>
                <a:path w="2207259" h="361950">
                  <a:moveTo>
                    <a:pt x="152683" y="211286"/>
                  </a:moveTo>
                  <a:lnTo>
                    <a:pt x="152727" y="243976"/>
                  </a:lnTo>
                  <a:lnTo>
                    <a:pt x="165065" y="268596"/>
                  </a:lnTo>
                  <a:lnTo>
                    <a:pt x="165186" y="268838"/>
                  </a:lnTo>
                  <a:lnTo>
                    <a:pt x="165312" y="269090"/>
                  </a:lnTo>
                  <a:lnTo>
                    <a:pt x="165387" y="269239"/>
                  </a:lnTo>
                  <a:lnTo>
                    <a:pt x="165481" y="236981"/>
                  </a:lnTo>
                  <a:lnTo>
                    <a:pt x="165290" y="236474"/>
                  </a:lnTo>
                  <a:lnTo>
                    <a:pt x="152683" y="211286"/>
                  </a:lnTo>
                  <a:close/>
                </a:path>
                <a:path w="2207259" h="361950">
                  <a:moveTo>
                    <a:pt x="1913382" y="267628"/>
                  </a:moveTo>
                  <a:lnTo>
                    <a:pt x="1913084" y="268223"/>
                  </a:lnTo>
                  <a:lnTo>
                    <a:pt x="1913180" y="269090"/>
                  </a:lnTo>
                  <a:lnTo>
                    <a:pt x="1913255" y="269239"/>
                  </a:lnTo>
                  <a:lnTo>
                    <a:pt x="1913382" y="267628"/>
                  </a:lnTo>
                  <a:close/>
                </a:path>
                <a:path w="2207259" h="361950">
                  <a:moveTo>
                    <a:pt x="2074291" y="220979"/>
                  </a:moveTo>
                  <a:lnTo>
                    <a:pt x="2074291" y="269239"/>
                  </a:lnTo>
                  <a:lnTo>
                    <a:pt x="2080768" y="269239"/>
                  </a:lnTo>
                  <a:lnTo>
                    <a:pt x="2080768" y="233933"/>
                  </a:lnTo>
                  <a:lnTo>
                    <a:pt x="2074291" y="220979"/>
                  </a:lnTo>
                  <a:close/>
                </a:path>
                <a:path w="2207259" h="361950">
                  <a:moveTo>
                    <a:pt x="2195830" y="29210"/>
                  </a:moveTo>
                  <a:lnTo>
                    <a:pt x="2194433" y="29210"/>
                  </a:lnTo>
                  <a:lnTo>
                    <a:pt x="2194433" y="269239"/>
                  </a:lnTo>
                  <a:lnTo>
                    <a:pt x="2195830" y="269239"/>
                  </a:lnTo>
                  <a:lnTo>
                    <a:pt x="2195830" y="29210"/>
                  </a:lnTo>
                  <a:close/>
                </a:path>
                <a:path w="2207259" h="361950">
                  <a:moveTo>
                    <a:pt x="1526286" y="177789"/>
                  </a:moveTo>
                  <a:lnTo>
                    <a:pt x="1526372" y="225906"/>
                  </a:lnTo>
                  <a:lnTo>
                    <a:pt x="1547755" y="268596"/>
                  </a:lnTo>
                  <a:lnTo>
                    <a:pt x="1547876" y="268838"/>
                  </a:lnTo>
                  <a:lnTo>
                    <a:pt x="1548002" y="221407"/>
                  </a:lnTo>
                  <a:lnTo>
                    <a:pt x="1547842" y="220979"/>
                  </a:lnTo>
                  <a:lnTo>
                    <a:pt x="1526286" y="177789"/>
                  </a:lnTo>
                  <a:close/>
                </a:path>
                <a:path w="2207259" h="361950">
                  <a:moveTo>
                    <a:pt x="1875155" y="232410"/>
                  </a:moveTo>
                  <a:lnTo>
                    <a:pt x="1874688" y="233298"/>
                  </a:lnTo>
                  <a:lnTo>
                    <a:pt x="1863862" y="254894"/>
                  </a:lnTo>
                  <a:lnTo>
                    <a:pt x="1863863" y="261642"/>
                  </a:lnTo>
                  <a:lnTo>
                    <a:pt x="1867340" y="268596"/>
                  </a:lnTo>
                  <a:lnTo>
                    <a:pt x="1867461" y="268838"/>
                  </a:lnTo>
                  <a:lnTo>
                    <a:pt x="1874827" y="254092"/>
                  </a:lnTo>
                  <a:lnTo>
                    <a:pt x="1874944" y="253860"/>
                  </a:lnTo>
                  <a:lnTo>
                    <a:pt x="1875045" y="253657"/>
                  </a:lnTo>
                  <a:lnTo>
                    <a:pt x="1875155" y="251713"/>
                  </a:lnTo>
                  <a:lnTo>
                    <a:pt x="1874801" y="251206"/>
                  </a:lnTo>
                  <a:lnTo>
                    <a:pt x="1870380" y="242356"/>
                  </a:lnTo>
                  <a:lnTo>
                    <a:pt x="1875155" y="242356"/>
                  </a:lnTo>
                  <a:lnTo>
                    <a:pt x="1875155" y="232410"/>
                  </a:lnTo>
                  <a:close/>
                </a:path>
                <a:path w="2207259" h="361950">
                  <a:moveTo>
                    <a:pt x="1899793" y="246633"/>
                  </a:moveTo>
                  <a:lnTo>
                    <a:pt x="1894412" y="257395"/>
                  </a:lnTo>
                  <a:lnTo>
                    <a:pt x="1894298" y="257636"/>
                  </a:lnTo>
                  <a:lnTo>
                    <a:pt x="1899793" y="268596"/>
                  </a:lnTo>
                  <a:lnTo>
                    <a:pt x="1899793" y="246633"/>
                  </a:lnTo>
                  <a:close/>
                </a:path>
                <a:path w="2207259" h="361950">
                  <a:moveTo>
                    <a:pt x="1913382" y="243161"/>
                  </a:moveTo>
                  <a:lnTo>
                    <a:pt x="1907362" y="255169"/>
                  </a:lnTo>
                  <a:lnTo>
                    <a:pt x="1907453" y="257636"/>
                  </a:lnTo>
                  <a:lnTo>
                    <a:pt x="1912933" y="268596"/>
                  </a:lnTo>
                  <a:lnTo>
                    <a:pt x="1913084" y="268223"/>
                  </a:lnTo>
                  <a:lnTo>
                    <a:pt x="1913382" y="267628"/>
                  </a:lnTo>
                  <a:lnTo>
                    <a:pt x="1913382" y="243161"/>
                  </a:lnTo>
                  <a:close/>
                </a:path>
                <a:path w="2207259" h="361950">
                  <a:moveTo>
                    <a:pt x="2174568" y="245110"/>
                  </a:moveTo>
                  <a:lnTo>
                    <a:pt x="2174494" y="251713"/>
                  </a:lnTo>
                  <a:lnTo>
                    <a:pt x="2182749" y="268223"/>
                  </a:lnTo>
                  <a:lnTo>
                    <a:pt x="2182749" y="261443"/>
                  </a:lnTo>
                  <a:lnTo>
                    <a:pt x="2174568" y="245110"/>
                  </a:lnTo>
                  <a:close/>
                </a:path>
                <a:path w="2207259" h="361950">
                  <a:moveTo>
                    <a:pt x="1923034" y="223853"/>
                  </a:moveTo>
                  <a:lnTo>
                    <a:pt x="1913607" y="242689"/>
                  </a:lnTo>
                  <a:lnTo>
                    <a:pt x="1913382" y="242967"/>
                  </a:lnTo>
                  <a:lnTo>
                    <a:pt x="1913382" y="267628"/>
                  </a:lnTo>
                  <a:lnTo>
                    <a:pt x="1922945" y="248470"/>
                  </a:lnTo>
                  <a:lnTo>
                    <a:pt x="1923034" y="223853"/>
                  </a:lnTo>
                  <a:close/>
                </a:path>
                <a:path w="2207259" h="361950">
                  <a:moveTo>
                    <a:pt x="889635" y="194928"/>
                  </a:moveTo>
                  <a:lnTo>
                    <a:pt x="889703" y="243976"/>
                  </a:lnTo>
                  <a:lnTo>
                    <a:pt x="901065" y="266700"/>
                  </a:lnTo>
                  <a:lnTo>
                    <a:pt x="901065" y="217809"/>
                  </a:lnTo>
                  <a:lnTo>
                    <a:pt x="889635" y="194928"/>
                  </a:lnTo>
                  <a:close/>
                </a:path>
                <a:path w="2207259" h="361950">
                  <a:moveTo>
                    <a:pt x="2095580" y="210452"/>
                  </a:moveTo>
                  <a:lnTo>
                    <a:pt x="2095500" y="236149"/>
                  </a:lnTo>
                  <a:lnTo>
                    <a:pt x="2110762" y="266700"/>
                  </a:lnTo>
                  <a:lnTo>
                    <a:pt x="2110740" y="240845"/>
                  </a:lnTo>
                  <a:lnTo>
                    <a:pt x="2095646" y="210584"/>
                  </a:lnTo>
                  <a:lnTo>
                    <a:pt x="2095580" y="210452"/>
                  </a:lnTo>
                  <a:close/>
                </a:path>
                <a:path w="2207259" h="361950">
                  <a:moveTo>
                    <a:pt x="1550162" y="179070"/>
                  </a:moveTo>
                  <a:lnTo>
                    <a:pt x="1550215" y="225734"/>
                  </a:lnTo>
                  <a:lnTo>
                    <a:pt x="1570009" y="265393"/>
                  </a:lnTo>
                  <a:lnTo>
                    <a:pt x="1570116" y="265606"/>
                  </a:lnTo>
                  <a:lnTo>
                    <a:pt x="1570243" y="265860"/>
                  </a:lnTo>
                  <a:lnTo>
                    <a:pt x="1570357" y="266088"/>
                  </a:lnTo>
                  <a:lnTo>
                    <a:pt x="1570355" y="219456"/>
                  </a:lnTo>
                  <a:lnTo>
                    <a:pt x="1550162" y="179070"/>
                  </a:lnTo>
                  <a:close/>
                </a:path>
                <a:path w="2207259" h="361950">
                  <a:moveTo>
                    <a:pt x="124333" y="218340"/>
                  </a:moveTo>
                  <a:lnTo>
                    <a:pt x="124209" y="247277"/>
                  </a:lnTo>
                  <a:lnTo>
                    <a:pt x="133256" y="265393"/>
                  </a:lnTo>
                  <a:lnTo>
                    <a:pt x="133363" y="265606"/>
                  </a:lnTo>
                  <a:lnTo>
                    <a:pt x="133489" y="265860"/>
                  </a:lnTo>
                  <a:lnTo>
                    <a:pt x="133603" y="236981"/>
                  </a:lnTo>
                  <a:lnTo>
                    <a:pt x="133410" y="236474"/>
                  </a:lnTo>
                  <a:lnTo>
                    <a:pt x="124333" y="218340"/>
                  </a:lnTo>
                  <a:close/>
                </a:path>
                <a:path w="2207259" h="361950">
                  <a:moveTo>
                    <a:pt x="917587" y="204121"/>
                  </a:moveTo>
                  <a:lnTo>
                    <a:pt x="917575" y="250860"/>
                  </a:lnTo>
                  <a:lnTo>
                    <a:pt x="924834" y="265393"/>
                  </a:lnTo>
                  <a:lnTo>
                    <a:pt x="924941" y="265606"/>
                  </a:lnTo>
                  <a:lnTo>
                    <a:pt x="925068" y="218849"/>
                  </a:lnTo>
                  <a:lnTo>
                    <a:pt x="924703" y="218340"/>
                  </a:lnTo>
                  <a:lnTo>
                    <a:pt x="917587" y="204121"/>
                  </a:lnTo>
                  <a:close/>
                </a:path>
                <a:path w="2207259" h="361950">
                  <a:moveTo>
                    <a:pt x="1810300" y="219119"/>
                  </a:moveTo>
                  <a:lnTo>
                    <a:pt x="1810413" y="253657"/>
                  </a:lnTo>
                  <a:lnTo>
                    <a:pt x="1816291" y="265393"/>
                  </a:lnTo>
                  <a:lnTo>
                    <a:pt x="1816398" y="265606"/>
                  </a:lnTo>
                  <a:lnTo>
                    <a:pt x="1816481" y="231647"/>
                  </a:lnTo>
                  <a:lnTo>
                    <a:pt x="1816222" y="230983"/>
                  </a:lnTo>
                  <a:lnTo>
                    <a:pt x="1810300" y="219119"/>
                  </a:lnTo>
                  <a:close/>
                </a:path>
                <a:path w="2207259" h="361950">
                  <a:moveTo>
                    <a:pt x="79883" y="237341"/>
                  </a:moveTo>
                  <a:lnTo>
                    <a:pt x="79815" y="254894"/>
                  </a:lnTo>
                  <a:lnTo>
                    <a:pt x="85090" y="265393"/>
                  </a:lnTo>
                  <a:lnTo>
                    <a:pt x="85090" y="247768"/>
                  </a:lnTo>
                  <a:lnTo>
                    <a:pt x="79883" y="237341"/>
                  </a:lnTo>
                  <a:close/>
                </a:path>
                <a:path w="2207259" h="361950">
                  <a:moveTo>
                    <a:pt x="966778" y="204844"/>
                  </a:moveTo>
                  <a:lnTo>
                    <a:pt x="966825" y="253860"/>
                  </a:lnTo>
                  <a:lnTo>
                    <a:pt x="972586" y="265393"/>
                  </a:lnTo>
                  <a:lnTo>
                    <a:pt x="972693" y="216428"/>
                  </a:lnTo>
                  <a:lnTo>
                    <a:pt x="972443" y="216153"/>
                  </a:lnTo>
                  <a:lnTo>
                    <a:pt x="966778" y="204844"/>
                  </a:lnTo>
                  <a:close/>
                </a:path>
                <a:path w="2207259" h="361950">
                  <a:moveTo>
                    <a:pt x="1503421" y="180086"/>
                  </a:moveTo>
                  <a:lnTo>
                    <a:pt x="1503299" y="235120"/>
                  </a:lnTo>
                  <a:lnTo>
                    <a:pt x="1518421" y="265393"/>
                  </a:lnTo>
                  <a:lnTo>
                    <a:pt x="1518412" y="209804"/>
                  </a:lnTo>
                  <a:lnTo>
                    <a:pt x="1518130" y="209452"/>
                  </a:lnTo>
                  <a:lnTo>
                    <a:pt x="1503421" y="180086"/>
                  </a:lnTo>
                  <a:close/>
                </a:path>
                <a:path w="2207259" h="361950">
                  <a:moveTo>
                    <a:pt x="1843151" y="220217"/>
                  </a:moveTo>
                  <a:lnTo>
                    <a:pt x="1843151" y="252057"/>
                  </a:lnTo>
                  <a:lnTo>
                    <a:pt x="1849801" y="265393"/>
                  </a:lnTo>
                  <a:lnTo>
                    <a:pt x="1852295" y="260396"/>
                  </a:lnTo>
                  <a:lnTo>
                    <a:pt x="1852295" y="238505"/>
                  </a:lnTo>
                  <a:lnTo>
                    <a:pt x="1843151" y="220217"/>
                  </a:lnTo>
                  <a:close/>
                </a:path>
                <a:path w="2207259" h="361950">
                  <a:moveTo>
                    <a:pt x="942340" y="204844"/>
                  </a:moveTo>
                  <a:lnTo>
                    <a:pt x="942378" y="253657"/>
                  </a:lnTo>
                  <a:lnTo>
                    <a:pt x="947971" y="264833"/>
                  </a:lnTo>
                  <a:lnTo>
                    <a:pt x="948055" y="216153"/>
                  </a:lnTo>
                  <a:lnTo>
                    <a:pt x="947756" y="215687"/>
                  </a:lnTo>
                  <a:lnTo>
                    <a:pt x="942340" y="204844"/>
                  </a:lnTo>
                  <a:close/>
                </a:path>
                <a:path w="2207259" h="361950">
                  <a:moveTo>
                    <a:pt x="1824406" y="214471"/>
                  </a:moveTo>
                  <a:lnTo>
                    <a:pt x="1824355" y="247277"/>
                  </a:lnTo>
                  <a:lnTo>
                    <a:pt x="1833118" y="264833"/>
                  </a:lnTo>
                  <a:lnTo>
                    <a:pt x="1833118" y="231939"/>
                  </a:lnTo>
                  <a:lnTo>
                    <a:pt x="1824406" y="214471"/>
                  </a:lnTo>
                  <a:close/>
                </a:path>
                <a:path w="2207259" h="361950">
                  <a:moveTo>
                    <a:pt x="1858645" y="251206"/>
                  </a:moveTo>
                  <a:lnTo>
                    <a:pt x="1858772" y="264833"/>
                  </a:lnTo>
                  <a:lnTo>
                    <a:pt x="1859149" y="264297"/>
                  </a:lnTo>
                  <a:lnTo>
                    <a:pt x="1862146" y="258317"/>
                  </a:lnTo>
                  <a:lnTo>
                    <a:pt x="1862074" y="258064"/>
                  </a:lnTo>
                  <a:lnTo>
                    <a:pt x="1858645" y="251206"/>
                  </a:lnTo>
                  <a:close/>
                </a:path>
                <a:path w="2207259" h="361950">
                  <a:moveTo>
                    <a:pt x="70815" y="236981"/>
                  </a:moveTo>
                  <a:lnTo>
                    <a:pt x="70739" y="254894"/>
                  </a:lnTo>
                  <a:lnTo>
                    <a:pt x="75446" y="264297"/>
                  </a:lnTo>
                  <a:lnTo>
                    <a:pt x="75438" y="246182"/>
                  </a:lnTo>
                  <a:lnTo>
                    <a:pt x="70815" y="236981"/>
                  </a:lnTo>
                  <a:close/>
                </a:path>
                <a:path w="2207259" h="361950">
                  <a:moveTo>
                    <a:pt x="92877" y="240845"/>
                  </a:moveTo>
                  <a:lnTo>
                    <a:pt x="92956" y="263520"/>
                  </a:lnTo>
                  <a:lnTo>
                    <a:pt x="93345" y="264297"/>
                  </a:lnTo>
                  <a:lnTo>
                    <a:pt x="93345" y="242356"/>
                  </a:lnTo>
                  <a:lnTo>
                    <a:pt x="93630" y="242356"/>
                  </a:lnTo>
                  <a:lnTo>
                    <a:pt x="92976" y="241046"/>
                  </a:lnTo>
                  <a:lnTo>
                    <a:pt x="92877" y="240845"/>
                  </a:lnTo>
                  <a:close/>
                </a:path>
                <a:path w="2207259" h="361950">
                  <a:moveTo>
                    <a:pt x="1355725" y="157734"/>
                  </a:moveTo>
                  <a:lnTo>
                    <a:pt x="1355846" y="222795"/>
                  </a:lnTo>
                  <a:lnTo>
                    <a:pt x="1376559" y="264297"/>
                  </a:lnTo>
                  <a:lnTo>
                    <a:pt x="1376552" y="199389"/>
                  </a:lnTo>
                  <a:lnTo>
                    <a:pt x="1355725" y="157734"/>
                  </a:lnTo>
                  <a:close/>
                </a:path>
                <a:path w="2207259" h="361950">
                  <a:moveTo>
                    <a:pt x="1891075" y="251206"/>
                  </a:moveTo>
                  <a:lnTo>
                    <a:pt x="1891157" y="263748"/>
                  </a:lnTo>
                  <a:lnTo>
                    <a:pt x="1891349" y="263520"/>
                  </a:lnTo>
                  <a:lnTo>
                    <a:pt x="1893951" y="258317"/>
                  </a:lnTo>
                  <a:lnTo>
                    <a:pt x="1894077" y="258064"/>
                  </a:lnTo>
                  <a:lnTo>
                    <a:pt x="1894178" y="257395"/>
                  </a:lnTo>
                  <a:lnTo>
                    <a:pt x="1891075" y="251206"/>
                  </a:lnTo>
                  <a:close/>
                </a:path>
                <a:path w="2207259" h="361950">
                  <a:moveTo>
                    <a:pt x="88434" y="231939"/>
                  </a:moveTo>
                  <a:lnTo>
                    <a:pt x="88392" y="254379"/>
                  </a:lnTo>
                  <a:lnTo>
                    <a:pt x="92956" y="263520"/>
                  </a:lnTo>
                  <a:lnTo>
                    <a:pt x="92837" y="240845"/>
                  </a:lnTo>
                  <a:lnTo>
                    <a:pt x="92658" y="240407"/>
                  </a:lnTo>
                  <a:lnTo>
                    <a:pt x="88434" y="231939"/>
                  </a:lnTo>
                  <a:close/>
                </a:path>
                <a:path w="2207259" h="361950">
                  <a:moveTo>
                    <a:pt x="168452" y="209804"/>
                  </a:moveTo>
                  <a:lnTo>
                    <a:pt x="168401" y="242689"/>
                  </a:lnTo>
                  <a:lnTo>
                    <a:pt x="178828" y="263520"/>
                  </a:lnTo>
                  <a:lnTo>
                    <a:pt x="178943" y="230743"/>
                  </a:lnTo>
                  <a:lnTo>
                    <a:pt x="178713" y="230416"/>
                  </a:lnTo>
                  <a:lnTo>
                    <a:pt x="168556" y="210014"/>
                  </a:lnTo>
                  <a:lnTo>
                    <a:pt x="168452" y="209804"/>
                  </a:lnTo>
                  <a:close/>
                </a:path>
                <a:path w="2207259" h="361950">
                  <a:moveTo>
                    <a:pt x="2085510" y="216153"/>
                  </a:moveTo>
                  <a:lnTo>
                    <a:pt x="2085467" y="216428"/>
                  </a:lnTo>
                  <a:lnTo>
                    <a:pt x="2085381" y="243161"/>
                  </a:lnTo>
                  <a:lnTo>
                    <a:pt x="2095561" y="263520"/>
                  </a:lnTo>
                  <a:lnTo>
                    <a:pt x="2095500" y="236149"/>
                  </a:lnTo>
                  <a:lnTo>
                    <a:pt x="2085510" y="216153"/>
                  </a:lnTo>
                  <a:close/>
                </a:path>
                <a:path w="2207259" h="361950">
                  <a:moveTo>
                    <a:pt x="2151507" y="226386"/>
                  </a:moveTo>
                  <a:lnTo>
                    <a:pt x="2151566" y="240213"/>
                  </a:lnTo>
                  <a:lnTo>
                    <a:pt x="2163191" y="263520"/>
                  </a:lnTo>
                  <a:lnTo>
                    <a:pt x="2163191" y="249735"/>
                  </a:lnTo>
                  <a:lnTo>
                    <a:pt x="2151507" y="226386"/>
                  </a:lnTo>
                  <a:close/>
                </a:path>
                <a:path w="2207259" h="361950">
                  <a:moveTo>
                    <a:pt x="318389" y="212851"/>
                  </a:moveTo>
                  <a:lnTo>
                    <a:pt x="318389" y="252893"/>
                  </a:lnTo>
                  <a:lnTo>
                    <a:pt x="323128" y="262381"/>
                  </a:lnTo>
                  <a:lnTo>
                    <a:pt x="323088" y="222086"/>
                  </a:lnTo>
                  <a:lnTo>
                    <a:pt x="322928" y="221931"/>
                  </a:lnTo>
                  <a:lnTo>
                    <a:pt x="318389" y="212851"/>
                  </a:lnTo>
                  <a:close/>
                </a:path>
                <a:path w="2207259" h="361950">
                  <a:moveTo>
                    <a:pt x="1062609" y="120142"/>
                  </a:moveTo>
                  <a:lnTo>
                    <a:pt x="1062513" y="250595"/>
                  </a:lnTo>
                  <a:lnTo>
                    <a:pt x="1068412" y="262381"/>
                  </a:lnTo>
                  <a:lnTo>
                    <a:pt x="1068324" y="195650"/>
                  </a:lnTo>
                  <a:lnTo>
                    <a:pt x="1068185" y="195325"/>
                  </a:lnTo>
                  <a:lnTo>
                    <a:pt x="1062841" y="184658"/>
                  </a:lnTo>
                  <a:lnTo>
                    <a:pt x="1068324" y="184658"/>
                  </a:lnTo>
                  <a:lnTo>
                    <a:pt x="1068246" y="131416"/>
                  </a:lnTo>
                  <a:lnTo>
                    <a:pt x="1062609" y="120142"/>
                  </a:lnTo>
                  <a:close/>
                </a:path>
                <a:path w="2207259" h="361950">
                  <a:moveTo>
                    <a:pt x="1380825" y="151982"/>
                  </a:moveTo>
                  <a:lnTo>
                    <a:pt x="1380744" y="152653"/>
                  </a:lnTo>
                  <a:lnTo>
                    <a:pt x="1380617" y="207517"/>
                  </a:lnTo>
                  <a:lnTo>
                    <a:pt x="1408049" y="262381"/>
                  </a:lnTo>
                  <a:lnTo>
                    <a:pt x="1408049" y="206527"/>
                  </a:lnTo>
                  <a:lnTo>
                    <a:pt x="1380825" y="151982"/>
                  </a:lnTo>
                  <a:close/>
                </a:path>
                <a:path w="2207259" h="361950">
                  <a:moveTo>
                    <a:pt x="1883690" y="236474"/>
                  </a:moveTo>
                  <a:lnTo>
                    <a:pt x="1883376" y="236981"/>
                  </a:lnTo>
                  <a:lnTo>
                    <a:pt x="1875622" y="252501"/>
                  </a:lnTo>
                  <a:lnTo>
                    <a:pt x="1875644" y="252893"/>
                  </a:lnTo>
                  <a:lnTo>
                    <a:pt x="1880152" y="261916"/>
                  </a:lnTo>
                  <a:lnTo>
                    <a:pt x="1880223" y="261642"/>
                  </a:lnTo>
                  <a:lnTo>
                    <a:pt x="1886809" y="248470"/>
                  </a:lnTo>
                  <a:lnTo>
                    <a:pt x="1886898" y="248292"/>
                  </a:lnTo>
                  <a:lnTo>
                    <a:pt x="1887022" y="248045"/>
                  </a:lnTo>
                  <a:lnTo>
                    <a:pt x="1887093" y="247903"/>
                  </a:lnTo>
                  <a:lnTo>
                    <a:pt x="1887220" y="243514"/>
                  </a:lnTo>
                  <a:lnTo>
                    <a:pt x="1883690" y="236474"/>
                  </a:lnTo>
                  <a:close/>
                </a:path>
                <a:path w="2207259" h="361950">
                  <a:moveTo>
                    <a:pt x="2163311" y="229349"/>
                  </a:moveTo>
                  <a:lnTo>
                    <a:pt x="2163220" y="239387"/>
                  </a:lnTo>
                  <a:lnTo>
                    <a:pt x="2174494" y="261916"/>
                  </a:lnTo>
                  <a:lnTo>
                    <a:pt x="2174494" y="251713"/>
                  </a:lnTo>
                  <a:lnTo>
                    <a:pt x="2163311" y="229349"/>
                  </a:lnTo>
                  <a:close/>
                </a:path>
                <a:path w="2207259" h="361950">
                  <a:moveTo>
                    <a:pt x="98538" y="224907"/>
                  </a:moveTo>
                  <a:lnTo>
                    <a:pt x="98425" y="225044"/>
                  </a:lnTo>
                  <a:lnTo>
                    <a:pt x="98298" y="251713"/>
                  </a:lnTo>
                  <a:lnTo>
                    <a:pt x="103151" y="261443"/>
                  </a:lnTo>
                  <a:lnTo>
                    <a:pt x="103250" y="234442"/>
                  </a:lnTo>
                  <a:lnTo>
                    <a:pt x="103031" y="233933"/>
                  </a:lnTo>
                  <a:lnTo>
                    <a:pt x="98733" y="225298"/>
                  </a:lnTo>
                  <a:lnTo>
                    <a:pt x="98606" y="225044"/>
                  </a:lnTo>
                  <a:lnTo>
                    <a:pt x="98538" y="224907"/>
                  </a:lnTo>
                  <a:close/>
                </a:path>
                <a:path w="2207259" h="361950">
                  <a:moveTo>
                    <a:pt x="1577365" y="186102"/>
                  </a:moveTo>
                  <a:lnTo>
                    <a:pt x="1577340" y="233425"/>
                  </a:lnTo>
                  <a:lnTo>
                    <a:pt x="1591348" y="261443"/>
                  </a:lnTo>
                  <a:lnTo>
                    <a:pt x="1591437" y="214219"/>
                  </a:lnTo>
                  <a:lnTo>
                    <a:pt x="1577365" y="186102"/>
                  </a:lnTo>
                  <a:close/>
                </a:path>
                <a:path w="2207259" h="361950">
                  <a:moveTo>
                    <a:pt x="1863725" y="255323"/>
                  </a:moveTo>
                  <a:lnTo>
                    <a:pt x="1863242" y="256133"/>
                  </a:lnTo>
                  <a:lnTo>
                    <a:pt x="1862274" y="258064"/>
                  </a:lnTo>
                  <a:lnTo>
                    <a:pt x="1862201" y="258317"/>
                  </a:lnTo>
                  <a:lnTo>
                    <a:pt x="1863763" y="261443"/>
                  </a:lnTo>
                  <a:lnTo>
                    <a:pt x="1863725" y="255323"/>
                  </a:lnTo>
                  <a:close/>
                </a:path>
                <a:path w="2207259" h="361950">
                  <a:moveTo>
                    <a:pt x="2182749" y="8889"/>
                  </a:moveTo>
                  <a:lnTo>
                    <a:pt x="2174494" y="8889"/>
                  </a:lnTo>
                  <a:lnTo>
                    <a:pt x="2174568" y="245110"/>
                  </a:lnTo>
                  <a:lnTo>
                    <a:pt x="2182749" y="261443"/>
                  </a:lnTo>
                  <a:lnTo>
                    <a:pt x="2182749" y="224907"/>
                  </a:lnTo>
                  <a:lnTo>
                    <a:pt x="2178050" y="224907"/>
                  </a:lnTo>
                  <a:lnTo>
                    <a:pt x="2178050" y="54610"/>
                  </a:lnTo>
                  <a:lnTo>
                    <a:pt x="2182749" y="54610"/>
                  </a:lnTo>
                  <a:lnTo>
                    <a:pt x="2182749" y="8889"/>
                  </a:lnTo>
                  <a:close/>
                </a:path>
                <a:path w="2207259" h="361950">
                  <a:moveTo>
                    <a:pt x="109347" y="217519"/>
                  </a:moveTo>
                  <a:lnTo>
                    <a:pt x="109352" y="246633"/>
                  </a:lnTo>
                  <a:lnTo>
                    <a:pt x="116332" y="260657"/>
                  </a:lnTo>
                  <a:lnTo>
                    <a:pt x="116332" y="231647"/>
                  </a:lnTo>
                  <a:lnTo>
                    <a:pt x="116071" y="230983"/>
                  </a:lnTo>
                  <a:lnTo>
                    <a:pt x="109347" y="217519"/>
                  </a:lnTo>
                  <a:close/>
                </a:path>
                <a:path w="2207259" h="361950">
                  <a:moveTo>
                    <a:pt x="1412708" y="167815"/>
                  </a:moveTo>
                  <a:lnTo>
                    <a:pt x="1412621" y="215687"/>
                  </a:lnTo>
                  <a:lnTo>
                    <a:pt x="1434846" y="260217"/>
                  </a:lnTo>
                  <a:lnTo>
                    <a:pt x="1434846" y="212364"/>
                  </a:lnTo>
                  <a:lnTo>
                    <a:pt x="1434983" y="212364"/>
                  </a:lnTo>
                  <a:lnTo>
                    <a:pt x="1412708" y="167815"/>
                  </a:lnTo>
                  <a:close/>
                </a:path>
                <a:path w="2207259" h="361950">
                  <a:moveTo>
                    <a:pt x="1852295" y="238505"/>
                  </a:moveTo>
                  <a:lnTo>
                    <a:pt x="1852295" y="260217"/>
                  </a:lnTo>
                  <a:lnTo>
                    <a:pt x="1852725" y="259537"/>
                  </a:lnTo>
                  <a:lnTo>
                    <a:pt x="1857770" y="249456"/>
                  </a:lnTo>
                  <a:lnTo>
                    <a:pt x="1852295" y="238505"/>
                  </a:lnTo>
                  <a:close/>
                </a:path>
                <a:path w="2207259" h="361950">
                  <a:moveTo>
                    <a:pt x="1759021" y="192636"/>
                  </a:moveTo>
                  <a:lnTo>
                    <a:pt x="1758950" y="193040"/>
                  </a:lnTo>
                  <a:lnTo>
                    <a:pt x="1758880" y="230416"/>
                  </a:lnTo>
                  <a:lnTo>
                    <a:pt x="1773427" y="259537"/>
                  </a:lnTo>
                  <a:lnTo>
                    <a:pt x="1773427" y="221407"/>
                  </a:lnTo>
                  <a:lnTo>
                    <a:pt x="1759021" y="192636"/>
                  </a:lnTo>
                  <a:close/>
                </a:path>
                <a:path w="2207259" h="361950">
                  <a:moveTo>
                    <a:pt x="184777" y="208773"/>
                  </a:moveTo>
                  <a:lnTo>
                    <a:pt x="184658" y="242356"/>
                  </a:lnTo>
                  <a:lnTo>
                    <a:pt x="193068" y="259250"/>
                  </a:lnTo>
                  <a:lnTo>
                    <a:pt x="193040" y="225044"/>
                  </a:lnTo>
                  <a:lnTo>
                    <a:pt x="192844" y="224907"/>
                  </a:lnTo>
                  <a:lnTo>
                    <a:pt x="184777" y="208773"/>
                  </a:lnTo>
                  <a:close/>
                </a:path>
                <a:path w="2207259" h="361950">
                  <a:moveTo>
                    <a:pt x="763038" y="163190"/>
                  </a:moveTo>
                  <a:lnTo>
                    <a:pt x="763016" y="220715"/>
                  </a:lnTo>
                  <a:lnTo>
                    <a:pt x="782320" y="259250"/>
                  </a:lnTo>
                  <a:lnTo>
                    <a:pt x="782320" y="201790"/>
                  </a:lnTo>
                  <a:lnTo>
                    <a:pt x="763038" y="163190"/>
                  </a:lnTo>
                  <a:close/>
                </a:path>
                <a:path w="2207259" h="361950">
                  <a:moveTo>
                    <a:pt x="1600489" y="139262"/>
                  </a:moveTo>
                  <a:lnTo>
                    <a:pt x="1600540" y="232410"/>
                  </a:lnTo>
                  <a:lnTo>
                    <a:pt x="1613972" y="259250"/>
                  </a:lnTo>
                  <a:lnTo>
                    <a:pt x="1613916" y="211286"/>
                  </a:lnTo>
                  <a:lnTo>
                    <a:pt x="1600834" y="185054"/>
                  </a:lnTo>
                  <a:lnTo>
                    <a:pt x="1600763" y="184912"/>
                  </a:lnTo>
                  <a:lnTo>
                    <a:pt x="1600637" y="184658"/>
                  </a:lnTo>
                  <a:lnTo>
                    <a:pt x="1613916" y="184658"/>
                  </a:lnTo>
                  <a:lnTo>
                    <a:pt x="1613916" y="165914"/>
                  </a:lnTo>
                  <a:lnTo>
                    <a:pt x="1613725" y="165735"/>
                  </a:lnTo>
                  <a:lnTo>
                    <a:pt x="1600489" y="139262"/>
                  </a:lnTo>
                  <a:close/>
                </a:path>
                <a:path w="2207259" h="361950">
                  <a:moveTo>
                    <a:pt x="288671" y="193395"/>
                  </a:moveTo>
                  <a:lnTo>
                    <a:pt x="288544" y="236474"/>
                  </a:lnTo>
                  <a:lnTo>
                    <a:pt x="299339" y="258064"/>
                  </a:lnTo>
                  <a:lnTo>
                    <a:pt x="299466" y="258317"/>
                  </a:lnTo>
                  <a:lnTo>
                    <a:pt x="299593" y="215262"/>
                  </a:lnTo>
                  <a:lnTo>
                    <a:pt x="288671" y="193395"/>
                  </a:lnTo>
                  <a:close/>
                </a:path>
                <a:path w="2207259" h="361950">
                  <a:moveTo>
                    <a:pt x="1863725" y="237746"/>
                  </a:moveTo>
                  <a:lnTo>
                    <a:pt x="1863249" y="238505"/>
                  </a:lnTo>
                  <a:lnTo>
                    <a:pt x="1858994" y="247008"/>
                  </a:lnTo>
                  <a:lnTo>
                    <a:pt x="1858772" y="247277"/>
                  </a:lnTo>
                  <a:lnTo>
                    <a:pt x="1858645" y="251206"/>
                  </a:lnTo>
                  <a:lnTo>
                    <a:pt x="1862074" y="258064"/>
                  </a:lnTo>
                  <a:lnTo>
                    <a:pt x="1862201" y="258317"/>
                  </a:lnTo>
                  <a:lnTo>
                    <a:pt x="1862274" y="258064"/>
                  </a:lnTo>
                  <a:lnTo>
                    <a:pt x="1863648" y="255323"/>
                  </a:lnTo>
                  <a:lnTo>
                    <a:pt x="1863725" y="237746"/>
                  </a:lnTo>
                  <a:close/>
                </a:path>
                <a:path w="2207259" h="361950">
                  <a:moveTo>
                    <a:pt x="337096" y="207878"/>
                  </a:moveTo>
                  <a:lnTo>
                    <a:pt x="337058" y="250190"/>
                  </a:lnTo>
                  <a:lnTo>
                    <a:pt x="340995" y="258064"/>
                  </a:lnTo>
                  <a:lnTo>
                    <a:pt x="341122" y="215687"/>
                  </a:lnTo>
                  <a:lnTo>
                    <a:pt x="340803" y="215262"/>
                  </a:lnTo>
                  <a:lnTo>
                    <a:pt x="337096" y="207878"/>
                  </a:lnTo>
                  <a:close/>
                </a:path>
                <a:path w="2207259" h="361950">
                  <a:moveTo>
                    <a:pt x="1444569" y="183387"/>
                  </a:moveTo>
                  <a:lnTo>
                    <a:pt x="1444625" y="231647"/>
                  </a:lnTo>
                  <a:lnTo>
                    <a:pt x="1457833" y="258064"/>
                  </a:lnTo>
                  <a:lnTo>
                    <a:pt x="1457833" y="209804"/>
                  </a:lnTo>
                  <a:lnTo>
                    <a:pt x="1457566" y="209452"/>
                  </a:lnTo>
                  <a:lnTo>
                    <a:pt x="1444636" y="183521"/>
                  </a:lnTo>
                  <a:lnTo>
                    <a:pt x="1444569" y="183387"/>
                  </a:lnTo>
                  <a:close/>
                </a:path>
                <a:path w="2207259" h="361950">
                  <a:moveTo>
                    <a:pt x="1894840" y="232410"/>
                  </a:moveTo>
                  <a:lnTo>
                    <a:pt x="1891157" y="239775"/>
                  </a:lnTo>
                  <a:lnTo>
                    <a:pt x="1891075" y="251206"/>
                  </a:lnTo>
                  <a:lnTo>
                    <a:pt x="1894178" y="257395"/>
                  </a:lnTo>
                  <a:lnTo>
                    <a:pt x="1894298" y="257636"/>
                  </a:lnTo>
                  <a:lnTo>
                    <a:pt x="1899793" y="246633"/>
                  </a:lnTo>
                  <a:lnTo>
                    <a:pt x="1899793" y="242356"/>
                  </a:lnTo>
                  <a:lnTo>
                    <a:pt x="1898838" y="240407"/>
                  </a:lnTo>
                  <a:lnTo>
                    <a:pt x="1894840" y="232410"/>
                  </a:lnTo>
                  <a:close/>
                </a:path>
                <a:path w="2207259" h="361950">
                  <a:moveTo>
                    <a:pt x="28956" y="245110"/>
                  </a:moveTo>
                  <a:lnTo>
                    <a:pt x="23495" y="245110"/>
                  </a:lnTo>
                  <a:lnTo>
                    <a:pt x="23583" y="246633"/>
                  </a:lnTo>
                  <a:lnTo>
                    <a:pt x="28956" y="257395"/>
                  </a:lnTo>
                  <a:lnTo>
                    <a:pt x="28956" y="245110"/>
                  </a:lnTo>
                  <a:close/>
                </a:path>
                <a:path w="2207259" h="361950">
                  <a:moveTo>
                    <a:pt x="355219" y="200151"/>
                  </a:moveTo>
                  <a:lnTo>
                    <a:pt x="355219" y="243976"/>
                  </a:lnTo>
                  <a:lnTo>
                    <a:pt x="361956" y="257395"/>
                  </a:lnTo>
                  <a:lnTo>
                    <a:pt x="362076" y="213613"/>
                  </a:lnTo>
                  <a:lnTo>
                    <a:pt x="361569" y="212851"/>
                  </a:lnTo>
                  <a:lnTo>
                    <a:pt x="355219" y="200151"/>
                  </a:lnTo>
                  <a:close/>
                </a:path>
                <a:path w="2207259" h="361950">
                  <a:moveTo>
                    <a:pt x="1085784" y="166492"/>
                  </a:moveTo>
                  <a:lnTo>
                    <a:pt x="1085763" y="230416"/>
                  </a:lnTo>
                  <a:lnTo>
                    <a:pt x="1099277" y="257395"/>
                  </a:lnTo>
                  <a:lnTo>
                    <a:pt x="1099185" y="193040"/>
                  </a:lnTo>
                  <a:lnTo>
                    <a:pt x="1098856" y="192636"/>
                  </a:lnTo>
                  <a:lnTo>
                    <a:pt x="1085784" y="166492"/>
                  </a:lnTo>
                  <a:close/>
                </a:path>
                <a:path w="2207259" h="361950">
                  <a:moveTo>
                    <a:pt x="1907286" y="255323"/>
                  </a:moveTo>
                  <a:lnTo>
                    <a:pt x="1906880" y="256133"/>
                  </a:lnTo>
                  <a:lnTo>
                    <a:pt x="1906899" y="256529"/>
                  </a:lnTo>
                  <a:lnTo>
                    <a:pt x="1907332" y="257395"/>
                  </a:lnTo>
                  <a:lnTo>
                    <a:pt x="1907286" y="255323"/>
                  </a:lnTo>
                  <a:close/>
                </a:path>
                <a:path w="2207259" h="361950">
                  <a:moveTo>
                    <a:pt x="410591" y="83820"/>
                  </a:moveTo>
                  <a:lnTo>
                    <a:pt x="392302" y="85089"/>
                  </a:lnTo>
                  <a:lnTo>
                    <a:pt x="392302" y="235457"/>
                  </a:lnTo>
                  <a:lnTo>
                    <a:pt x="402971" y="256793"/>
                  </a:lnTo>
                  <a:lnTo>
                    <a:pt x="402971" y="91440"/>
                  </a:lnTo>
                  <a:lnTo>
                    <a:pt x="410591" y="91440"/>
                  </a:lnTo>
                  <a:lnTo>
                    <a:pt x="410591" y="83820"/>
                  </a:lnTo>
                  <a:close/>
                </a:path>
                <a:path w="2207259" h="361950">
                  <a:moveTo>
                    <a:pt x="28964" y="171450"/>
                  </a:moveTo>
                  <a:lnTo>
                    <a:pt x="28869" y="243161"/>
                  </a:lnTo>
                  <a:lnTo>
                    <a:pt x="30090" y="245437"/>
                  </a:lnTo>
                  <a:lnTo>
                    <a:pt x="35364" y="256133"/>
                  </a:lnTo>
                  <a:lnTo>
                    <a:pt x="35490" y="256389"/>
                  </a:lnTo>
                  <a:lnTo>
                    <a:pt x="35560" y="184658"/>
                  </a:lnTo>
                  <a:lnTo>
                    <a:pt x="28964" y="171450"/>
                  </a:lnTo>
                  <a:close/>
                </a:path>
                <a:path w="2207259" h="361950">
                  <a:moveTo>
                    <a:pt x="1907286" y="231647"/>
                  </a:moveTo>
                  <a:lnTo>
                    <a:pt x="1900872" y="244474"/>
                  </a:lnTo>
                  <a:lnTo>
                    <a:pt x="1906829" y="256389"/>
                  </a:lnTo>
                  <a:lnTo>
                    <a:pt x="1906880" y="256133"/>
                  </a:lnTo>
                  <a:lnTo>
                    <a:pt x="1907286" y="255323"/>
                  </a:lnTo>
                  <a:lnTo>
                    <a:pt x="1907286" y="231647"/>
                  </a:lnTo>
                  <a:close/>
                </a:path>
                <a:path w="2207259" h="361950">
                  <a:moveTo>
                    <a:pt x="2138726" y="214471"/>
                  </a:moveTo>
                  <a:lnTo>
                    <a:pt x="2138680" y="230416"/>
                  </a:lnTo>
                  <a:lnTo>
                    <a:pt x="2151507" y="256133"/>
                  </a:lnTo>
                  <a:lnTo>
                    <a:pt x="2151507" y="240213"/>
                  </a:lnTo>
                  <a:lnTo>
                    <a:pt x="2151347" y="239775"/>
                  </a:lnTo>
                  <a:lnTo>
                    <a:pt x="2138726" y="214471"/>
                  </a:lnTo>
                  <a:close/>
                </a:path>
                <a:path w="2207259" h="361950">
                  <a:moveTo>
                    <a:pt x="1865855" y="233298"/>
                  </a:moveTo>
                  <a:lnTo>
                    <a:pt x="1864012" y="236981"/>
                  </a:lnTo>
                  <a:lnTo>
                    <a:pt x="1863725" y="237341"/>
                  </a:lnTo>
                  <a:lnTo>
                    <a:pt x="1863725" y="255169"/>
                  </a:lnTo>
                  <a:lnTo>
                    <a:pt x="1870147" y="242356"/>
                  </a:lnTo>
                  <a:lnTo>
                    <a:pt x="1870380" y="242356"/>
                  </a:lnTo>
                  <a:lnTo>
                    <a:pt x="1865919" y="233425"/>
                  </a:lnTo>
                  <a:lnTo>
                    <a:pt x="1865855" y="233298"/>
                  </a:lnTo>
                  <a:close/>
                </a:path>
                <a:path w="2207259" h="361950">
                  <a:moveTo>
                    <a:pt x="1913382" y="219456"/>
                  </a:moveTo>
                  <a:lnTo>
                    <a:pt x="1907286" y="231647"/>
                  </a:lnTo>
                  <a:lnTo>
                    <a:pt x="1907286" y="255169"/>
                  </a:lnTo>
                  <a:lnTo>
                    <a:pt x="1907500" y="254894"/>
                  </a:lnTo>
                  <a:lnTo>
                    <a:pt x="1913371" y="243161"/>
                  </a:lnTo>
                  <a:lnTo>
                    <a:pt x="1913382" y="219456"/>
                  </a:lnTo>
                  <a:close/>
                </a:path>
                <a:path w="2207259" h="361950">
                  <a:moveTo>
                    <a:pt x="67320" y="230025"/>
                  </a:moveTo>
                  <a:lnTo>
                    <a:pt x="67433" y="248292"/>
                  </a:lnTo>
                  <a:lnTo>
                    <a:pt x="70739" y="254894"/>
                  </a:lnTo>
                  <a:lnTo>
                    <a:pt x="70739" y="236981"/>
                  </a:lnTo>
                  <a:lnTo>
                    <a:pt x="70559" y="236474"/>
                  </a:lnTo>
                  <a:lnTo>
                    <a:pt x="67320" y="230025"/>
                  </a:lnTo>
                  <a:close/>
                </a:path>
                <a:path w="2207259" h="361950">
                  <a:moveTo>
                    <a:pt x="78613" y="234798"/>
                  </a:moveTo>
                  <a:lnTo>
                    <a:pt x="78727" y="252730"/>
                  </a:lnTo>
                  <a:lnTo>
                    <a:pt x="79815" y="254894"/>
                  </a:lnTo>
                  <a:lnTo>
                    <a:pt x="79883" y="237341"/>
                  </a:lnTo>
                  <a:lnTo>
                    <a:pt x="78613" y="234798"/>
                  </a:lnTo>
                  <a:close/>
                </a:path>
                <a:path w="2207259" h="361950">
                  <a:moveTo>
                    <a:pt x="1471746" y="171957"/>
                  </a:moveTo>
                  <a:lnTo>
                    <a:pt x="1471676" y="237746"/>
                  </a:lnTo>
                  <a:lnTo>
                    <a:pt x="1480227" y="254894"/>
                  </a:lnTo>
                  <a:lnTo>
                    <a:pt x="1480312" y="189122"/>
                  </a:lnTo>
                  <a:lnTo>
                    <a:pt x="1471746" y="171957"/>
                  </a:lnTo>
                  <a:close/>
                </a:path>
                <a:path w="2207259" h="361950">
                  <a:moveTo>
                    <a:pt x="1714571" y="185054"/>
                  </a:moveTo>
                  <a:lnTo>
                    <a:pt x="1714500" y="230025"/>
                  </a:lnTo>
                  <a:lnTo>
                    <a:pt x="1726956" y="254894"/>
                  </a:lnTo>
                  <a:lnTo>
                    <a:pt x="1726946" y="209804"/>
                  </a:lnTo>
                  <a:lnTo>
                    <a:pt x="1714571" y="185054"/>
                  </a:lnTo>
                  <a:close/>
                </a:path>
                <a:path w="2207259" h="361950">
                  <a:moveTo>
                    <a:pt x="85121" y="225298"/>
                  </a:moveTo>
                  <a:lnTo>
                    <a:pt x="85228" y="248045"/>
                  </a:lnTo>
                  <a:lnTo>
                    <a:pt x="88392" y="254379"/>
                  </a:lnTo>
                  <a:lnTo>
                    <a:pt x="88392" y="231647"/>
                  </a:lnTo>
                  <a:lnTo>
                    <a:pt x="87957" y="230983"/>
                  </a:lnTo>
                  <a:lnTo>
                    <a:pt x="85121" y="225298"/>
                  </a:lnTo>
                  <a:close/>
                </a:path>
                <a:path w="2207259" h="361950">
                  <a:moveTo>
                    <a:pt x="1623314" y="184912"/>
                  </a:moveTo>
                  <a:lnTo>
                    <a:pt x="1623260" y="230025"/>
                  </a:lnTo>
                  <a:lnTo>
                    <a:pt x="1634935" y="253438"/>
                  </a:lnTo>
                  <a:lnTo>
                    <a:pt x="1635045" y="253657"/>
                  </a:lnTo>
                  <a:lnTo>
                    <a:pt x="1635146" y="253860"/>
                  </a:lnTo>
                  <a:lnTo>
                    <a:pt x="1635262" y="254092"/>
                  </a:lnTo>
                  <a:lnTo>
                    <a:pt x="1635378" y="209041"/>
                  </a:lnTo>
                  <a:lnTo>
                    <a:pt x="1623385" y="185054"/>
                  </a:lnTo>
                  <a:lnTo>
                    <a:pt x="1623314" y="184912"/>
                  </a:lnTo>
                  <a:close/>
                </a:path>
                <a:path w="2207259" h="361950">
                  <a:moveTo>
                    <a:pt x="201675" y="207878"/>
                  </a:moveTo>
                  <a:lnTo>
                    <a:pt x="201569" y="242356"/>
                  </a:lnTo>
                  <a:lnTo>
                    <a:pt x="207110" y="253438"/>
                  </a:lnTo>
                  <a:lnTo>
                    <a:pt x="207219" y="253657"/>
                  </a:lnTo>
                  <a:lnTo>
                    <a:pt x="207321" y="253860"/>
                  </a:lnTo>
                  <a:lnTo>
                    <a:pt x="207391" y="219119"/>
                  </a:lnTo>
                  <a:lnTo>
                    <a:pt x="207155" y="218849"/>
                  </a:lnTo>
                  <a:lnTo>
                    <a:pt x="201675" y="207878"/>
                  </a:lnTo>
                  <a:close/>
                </a:path>
                <a:path w="2207259" h="361950">
                  <a:moveTo>
                    <a:pt x="271018" y="201422"/>
                  </a:moveTo>
                  <a:lnTo>
                    <a:pt x="271018" y="238868"/>
                  </a:lnTo>
                  <a:lnTo>
                    <a:pt x="278310" y="253438"/>
                  </a:lnTo>
                  <a:lnTo>
                    <a:pt x="278420" y="253657"/>
                  </a:lnTo>
                  <a:lnTo>
                    <a:pt x="278521" y="253860"/>
                  </a:lnTo>
                  <a:lnTo>
                    <a:pt x="278521" y="216428"/>
                  </a:lnTo>
                  <a:lnTo>
                    <a:pt x="271018" y="201422"/>
                  </a:lnTo>
                  <a:close/>
                </a:path>
                <a:path w="2207259" h="361950">
                  <a:moveTo>
                    <a:pt x="136346" y="211286"/>
                  </a:moveTo>
                  <a:lnTo>
                    <a:pt x="136354" y="242356"/>
                  </a:lnTo>
                  <a:lnTo>
                    <a:pt x="141901" y="253438"/>
                  </a:lnTo>
                  <a:lnTo>
                    <a:pt x="142011" y="253657"/>
                  </a:lnTo>
                  <a:lnTo>
                    <a:pt x="142113" y="222552"/>
                  </a:lnTo>
                  <a:lnTo>
                    <a:pt x="141840" y="222250"/>
                  </a:lnTo>
                  <a:lnTo>
                    <a:pt x="136346" y="211286"/>
                  </a:lnTo>
                  <a:close/>
                </a:path>
                <a:path w="2207259" h="361950">
                  <a:moveTo>
                    <a:pt x="925090" y="170313"/>
                  </a:moveTo>
                  <a:lnTo>
                    <a:pt x="925068" y="170617"/>
                  </a:lnTo>
                  <a:lnTo>
                    <a:pt x="924958" y="218849"/>
                  </a:lnTo>
                  <a:lnTo>
                    <a:pt x="942268" y="253438"/>
                  </a:lnTo>
                  <a:lnTo>
                    <a:pt x="942340" y="204844"/>
                  </a:lnTo>
                  <a:lnTo>
                    <a:pt x="925090" y="170313"/>
                  </a:lnTo>
                  <a:close/>
                </a:path>
                <a:path w="2207259" h="361950">
                  <a:moveTo>
                    <a:pt x="948142" y="167639"/>
                  </a:moveTo>
                  <a:lnTo>
                    <a:pt x="948055" y="167815"/>
                  </a:lnTo>
                  <a:lnTo>
                    <a:pt x="947989" y="216153"/>
                  </a:lnTo>
                  <a:lnTo>
                    <a:pt x="966614" y="253438"/>
                  </a:lnTo>
                  <a:lnTo>
                    <a:pt x="966724" y="204519"/>
                  </a:lnTo>
                  <a:lnTo>
                    <a:pt x="966416" y="204121"/>
                  </a:lnTo>
                  <a:lnTo>
                    <a:pt x="948230" y="167815"/>
                  </a:lnTo>
                  <a:lnTo>
                    <a:pt x="948142" y="167639"/>
                  </a:lnTo>
                  <a:close/>
                </a:path>
                <a:path w="2207259" h="361950">
                  <a:moveTo>
                    <a:pt x="1036887" y="199389"/>
                  </a:moveTo>
                  <a:lnTo>
                    <a:pt x="1036873" y="250190"/>
                  </a:lnTo>
                  <a:lnTo>
                    <a:pt x="1038495" y="253438"/>
                  </a:lnTo>
                  <a:lnTo>
                    <a:pt x="1038478" y="202356"/>
                  </a:lnTo>
                  <a:lnTo>
                    <a:pt x="1038287" y="202188"/>
                  </a:lnTo>
                  <a:lnTo>
                    <a:pt x="1036887" y="199389"/>
                  </a:lnTo>
                  <a:close/>
                </a:path>
                <a:path w="2207259" h="361950">
                  <a:moveTo>
                    <a:pt x="1802384" y="203260"/>
                  </a:moveTo>
                  <a:lnTo>
                    <a:pt x="1802444" y="237746"/>
                  </a:lnTo>
                  <a:lnTo>
                    <a:pt x="1810303" y="253438"/>
                  </a:lnTo>
                  <a:lnTo>
                    <a:pt x="1810258" y="218849"/>
                  </a:lnTo>
                  <a:lnTo>
                    <a:pt x="1809911" y="218340"/>
                  </a:lnTo>
                  <a:lnTo>
                    <a:pt x="1802384" y="203260"/>
                  </a:lnTo>
                  <a:close/>
                </a:path>
                <a:path w="2207259" h="361950">
                  <a:moveTo>
                    <a:pt x="1875227" y="252057"/>
                  </a:moveTo>
                  <a:lnTo>
                    <a:pt x="1875155" y="253438"/>
                  </a:lnTo>
                  <a:lnTo>
                    <a:pt x="1875427" y="252893"/>
                  </a:lnTo>
                  <a:lnTo>
                    <a:pt x="1875536" y="252501"/>
                  </a:lnTo>
                  <a:lnTo>
                    <a:pt x="1875227" y="252057"/>
                  </a:lnTo>
                  <a:close/>
                </a:path>
                <a:path w="2207259" h="361950">
                  <a:moveTo>
                    <a:pt x="305530" y="187134"/>
                  </a:moveTo>
                  <a:lnTo>
                    <a:pt x="305435" y="226958"/>
                  </a:lnTo>
                  <a:lnTo>
                    <a:pt x="318193" y="252501"/>
                  </a:lnTo>
                  <a:lnTo>
                    <a:pt x="318307" y="252730"/>
                  </a:lnTo>
                  <a:lnTo>
                    <a:pt x="318389" y="212851"/>
                  </a:lnTo>
                  <a:lnTo>
                    <a:pt x="305530" y="187134"/>
                  </a:lnTo>
                  <a:close/>
                </a:path>
                <a:path w="2207259" h="361950">
                  <a:moveTo>
                    <a:pt x="1875536" y="231647"/>
                  </a:moveTo>
                  <a:lnTo>
                    <a:pt x="1875369" y="231939"/>
                  </a:lnTo>
                  <a:lnTo>
                    <a:pt x="1875155" y="232237"/>
                  </a:lnTo>
                  <a:lnTo>
                    <a:pt x="1875055" y="251713"/>
                  </a:lnTo>
                  <a:lnTo>
                    <a:pt x="1875449" y="252501"/>
                  </a:lnTo>
                  <a:lnTo>
                    <a:pt x="1875563" y="252730"/>
                  </a:lnTo>
                  <a:lnTo>
                    <a:pt x="1875536" y="231647"/>
                  </a:lnTo>
                  <a:close/>
                </a:path>
                <a:path w="2207259" h="361950">
                  <a:moveTo>
                    <a:pt x="75517" y="228600"/>
                  </a:moveTo>
                  <a:lnTo>
                    <a:pt x="75438" y="246182"/>
                  </a:lnTo>
                  <a:lnTo>
                    <a:pt x="78613" y="252501"/>
                  </a:lnTo>
                  <a:lnTo>
                    <a:pt x="78613" y="234798"/>
                  </a:lnTo>
                  <a:lnTo>
                    <a:pt x="75517" y="228600"/>
                  </a:lnTo>
                  <a:close/>
                </a:path>
                <a:path w="2207259" h="361950">
                  <a:moveTo>
                    <a:pt x="392302" y="85089"/>
                  </a:moveTo>
                  <a:lnTo>
                    <a:pt x="373380" y="85089"/>
                  </a:lnTo>
                  <a:lnTo>
                    <a:pt x="373380" y="236474"/>
                  </a:lnTo>
                  <a:lnTo>
                    <a:pt x="381393" y="252501"/>
                  </a:lnTo>
                  <a:lnTo>
                    <a:pt x="381508" y="213613"/>
                  </a:lnTo>
                  <a:lnTo>
                    <a:pt x="381000" y="212851"/>
                  </a:lnTo>
                  <a:lnTo>
                    <a:pt x="373516" y="197885"/>
                  </a:lnTo>
                  <a:lnTo>
                    <a:pt x="381508" y="197885"/>
                  </a:lnTo>
                  <a:lnTo>
                    <a:pt x="381508" y="92710"/>
                  </a:lnTo>
                  <a:lnTo>
                    <a:pt x="392302" y="92710"/>
                  </a:lnTo>
                  <a:lnTo>
                    <a:pt x="392302" y="85089"/>
                  </a:lnTo>
                  <a:close/>
                </a:path>
                <a:path w="2207259" h="361950">
                  <a:moveTo>
                    <a:pt x="1878393" y="225906"/>
                  </a:moveTo>
                  <a:lnTo>
                    <a:pt x="1875968" y="230743"/>
                  </a:lnTo>
                  <a:lnTo>
                    <a:pt x="1875536" y="231647"/>
                  </a:lnTo>
                  <a:lnTo>
                    <a:pt x="1875536" y="252501"/>
                  </a:lnTo>
                  <a:lnTo>
                    <a:pt x="1875844" y="252057"/>
                  </a:lnTo>
                  <a:lnTo>
                    <a:pt x="1883630" y="236474"/>
                  </a:lnTo>
                  <a:lnTo>
                    <a:pt x="1883527" y="236149"/>
                  </a:lnTo>
                  <a:lnTo>
                    <a:pt x="1878634" y="226386"/>
                  </a:lnTo>
                  <a:lnTo>
                    <a:pt x="1878539" y="226197"/>
                  </a:lnTo>
                  <a:lnTo>
                    <a:pt x="1878470" y="226060"/>
                  </a:lnTo>
                  <a:lnTo>
                    <a:pt x="1878393" y="225906"/>
                  </a:lnTo>
                  <a:close/>
                </a:path>
                <a:path w="2207259" h="361950">
                  <a:moveTo>
                    <a:pt x="1841801" y="217519"/>
                  </a:moveTo>
                  <a:lnTo>
                    <a:pt x="1841853" y="249456"/>
                  </a:lnTo>
                  <a:lnTo>
                    <a:pt x="1843151" y="252057"/>
                  </a:lnTo>
                  <a:lnTo>
                    <a:pt x="1843151" y="220217"/>
                  </a:lnTo>
                  <a:lnTo>
                    <a:pt x="1841801" y="217519"/>
                  </a:lnTo>
                  <a:close/>
                </a:path>
                <a:path w="2207259" h="361950">
                  <a:moveTo>
                    <a:pt x="98425" y="242356"/>
                  </a:moveTo>
                  <a:lnTo>
                    <a:pt x="93630" y="242356"/>
                  </a:lnTo>
                  <a:lnTo>
                    <a:pt x="98298" y="251713"/>
                  </a:lnTo>
                  <a:lnTo>
                    <a:pt x="98425" y="242356"/>
                  </a:lnTo>
                  <a:close/>
                </a:path>
                <a:path w="2207259" h="361950">
                  <a:moveTo>
                    <a:pt x="972693" y="167815"/>
                  </a:moveTo>
                  <a:lnTo>
                    <a:pt x="972698" y="216662"/>
                  </a:lnTo>
                  <a:lnTo>
                    <a:pt x="990256" y="251713"/>
                  </a:lnTo>
                  <a:lnTo>
                    <a:pt x="990219" y="202932"/>
                  </a:lnTo>
                  <a:lnTo>
                    <a:pt x="972693" y="167815"/>
                  </a:lnTo>
                  <a:close/>
                </a:path>
                <a:path w="2207259" h="361950">
                  <a:moveTo>
                    <a:pt x="1005374" y="187134"/>
                  </a:moveTo>
                  <a:lnTo>
                    <a:pt x="1005437" y="233425"/>
                  </a:lnTo>
                  <a:lnTo>
                    <a:pt x="1014564" y="251713"/>
                  </a:lnTo>
                  <a:lnTo>
                    <a:pt x="1014476" y="205423"/>
                  </a:lnTo>
                  <a:lnTo>
                    <a:pt x="1014221" y="204844"/>
                  </a:lnTo>
                  <a:lnTo>
                    <a:pt x="1005374" y="187134"/>
                  </a:lnTo>
                  <a:close/>
                </a:path>
                <a:path w="2207259" h="361950">
                  <a:moveTo>
                    <a:pt x="1875155" y="242356"/>
                  </a:moveTo>
                  <a:lnTo>
                    <a:pt x="1870380" y="242356"/>
                  </a:lnTo>
                  <a:lnTo>
                    <a:pt x="1875055" y="251713"/>
                  </a:lnTo>
                  <a:lnTo>
                    <a:pt x="1875155" y="242356"/>
                  </a:lnTo>
                  <a:close/>
                </a:path>
                <a:path w="2207259" h="361950">
                  <a:moveTo>
                    <a:pt x="2163271" y="222552"/>
                  </a:moveTo>
                  <a:lnTo>
                    <a:pt x="2163311" y="229349"/>
                  </a:lnTo>
                  <a:lnTo>
                    <a:pt x="2174494" y="251713"/>
                  </a:lnTo>
                  <a:lnTo>
                    <a:pt x="2174494" y="245110"/>
                  </a:lnTo>
                  <a:lnTo>
                    <a:pt x="2174250" y="244474"/>
                  </a:lnTo>
                  <a:lnTo>
                    <a:pt x="2163393" y="222795"/>
                  </a:lnTo>
                  <a:lnTo>
                    <a:pt x="2163271" y="222552"/>
                  </a:lnTo>
                  <a:close/>
                </a:path>
                <a:path w="2207259" h="361950">
                  <a:moveTo>
                    <a:pt x="1646301" y="183521"/>
                  </a:moveTo>
                  <a:lnTo>
                    <a:pt x="1646349" y="230983"/>
                  </a:lnTo>
                  <a:lnTo>
                    <a:pt x="1656461" y="251206"/>
                  </a:lnTo>
                  <a:lnTo>
                    <a:pt x="1656461" y="203882"/>
                  </a:lnTo>
                  <a:lnTo>
                    <a:pt x="1646301" y="183521"/>
                  </a:lnTo>
                  <a:close/>
                </a:path>
                <a:path w="2207259" h="361950">
                  <a:moveTo>
                    <a:pt x="1858772" y="247277"/>
                  </a:moveTo>
                  <a:lnTo>
                    <a:pt x="1858614" y="247768"/>
                  </a:lnTo>
                  <a:lnTo>
                    <a:pt x="1857870" y="249256"/>
                  </a:lnTo>
                  <a:lnTo>
                    <a:pt x="1857770" y="249456"/>
                  </a:lnTo>
                  <a:lnTo>
                    <a:pt x="1858645" y="251206"/>
                  </a:lnTo>
                  <a:lnTo>
                    <a:pt x="1858772" y="247277"/>
                  </a:lnTo>
                  <a:close/>
                </a:path>
                <a:path w="2207259" h="361950">
                  <a:moveTo>
                    <a:pt x="1891157" y="239775"/>
                  </a:moveTo>
                  <a:lnTo>
                    <a:pt x="1888326" y="245437"/>
                  </a:lnTo>
                  <a:lnTo>
                    <a:pt x="1888255" y="245579"/>
                  </a:lnTo>
                  <a:lnTo>
                    <a:pt x="1891075" y="251206"/>
                  </a:lnTo>
                  <a:lnTo>
                    <a:pt x="1891157" y="239775"/>
                  </a:lnTo>
                  <a:close/>
                </a:path>
                <a:path w="2207259" h="361950">
                  <a:moveTo>
                    <a:pt x="901065" y="171107"/>
                  </a:moveTo>
                  <a:lnTo>
                    <a:pt x="901148" y="217977"/>
                  </a:lnTo>
                  <a:lnTo>
                    <a:pt x="917575" y="250860"/>
                  </a:lnTo>
                  <a:lnTo>
                    <a:pt x="917575" y="203882"/>
                  </a:lnTo>
                  <a:lnTo>
                    <a:pt x="917156" y="203260"/>
                  </a:lnTo>
                  <a:lnTo>
                    <a:pt x="901065" y="171107"/>
                  </a:lnTo>
                  <a:close/>
                </a:path>
                <a:path w="2207259" h="361950">
                  <a:moveTo>
                    <a:pt x="219201" y="206795"/>
                  </a:moveTo>
                  <a:lnTo>
                    <a:pt x="219298" y="243161"/>
                  </a:lnTo>
                  <a:lnTo>
                    <a:pt x="223012" y="250595"/>
                  </a:lnTo>
                  <a:lnTo>
                    <a:pt x="223012" y="214219"/>
                  </a:lnTo>
                  <a:lnTo>
                    <a:pt x="222788" y="213953"/>
                  </a:lnTo>
                  <a:lnTo>
                    <a:pt x="219201" y="206795"/>
                  </a:lnTo>
                  <a:close/>
                </a:path>
                <a:path w="2207259" h="361950">
                  <a:moveTo>
                    <a:pt x="1038478" y="136022"/>
                  </a:moveTo>
                  <a:lnTo>
                    <a:pt x="1038478" y="202570"/>
                  </a:lnTo>
                  <a:lnTo>
                    <a:pt x="1062513" y="250595"/>
                  </a:lnTo>
                  <a:lnTo>
                    <a:pt x="1062609" y="184658"/>
                  </a:lnTo>
                  <a:lnTo>
                    <a:pt x="1062841" y="184658"/>
                  </a:lnTo>
                  <a:lnTo>
                    <a:pt x="1038478" y="136022"/>
                  </a:lnTo>
                  <a:close/>
                </a:path>
                <a:path w="2207259" h="361950">
                  <a:moveTo>
                    <a:pt x="254472" y="205813"/>
                  </a:moveTo>
                  <a:lnTo>
                    <a:pt x="254474" y="242356"/>
                  </a:lnTo>
                  <a:lnTo>
                    <a:pt x="258395" y="250190"/>
                  </a:lnTo>
                  <a:lnTo>
                    <a:pt x="258318" y="213613"/>
                  </a:lnTo>
                  <a:lnTo>
                    <a:pt x="257995" y="212851"/>
                  </a:lnTo>
                  <a:lnTo>
                    <a:pt x="254643" y="206154"/>
                  </a:lnTo>
                  <a:lnTo>
                    <a:pt x="254568" y="206004"/>
                  </a:lnTo>
                  <a:lnTo>
                    <a:pt x="254472" y="205813"/>
                  </a:lnTo>
                  <a:close/>
                </a:path>
                <a:path w="2207259" h="361950">
                  <a:moveTo>
                    <a:pt x="323142" y="180086"/>
                  </a:moveTo>
                  <a:lnTo>
                    <a:pt x="323088" y="222250"/>
                  </a:lnTo>
                  <a:lnTo>
                    <a:pt x="337058" y="250190"/>
                  </a:lnTo>
                  <a:lnTo>
                    <a:pt x="337058" y="207878"/>
                  </a:lnTo>
                  <a:lnTo>
                    <a:pt x="336915" y="207517"/>
                  </a:lnTo>
                  <a:lnTo>
                    <a:pt x="323142" y="180086"/>
                  </a:lnTo>
                  <a:close/>
                </a:path>
                <a:path w="2207259" h="361950">
                  <a:moveTo>
                    <a:pt x="794542" y="159244"/>
                  </a:moveTo>
                  <a:lnTo>
                    <a:pt x="794606" y="226386"/>
                  </a:lnTo>
                  <a:lnTo>
                    <a:pt x="806496" y="250190"/>
                  </a:lnTo>
                  <a:lnTo>
                    <a:pt x="806450" y="183036"/>
                  </a:lnTo>
                  <a:lnTo>
                    <a:pt x="794542" y="159244"/>
                  </a:lnTo>
                  <a:close/>
                </a:path>
                <a:path w="2207259" h="361950">
                  <a:moveTo>
                    <a:pt x="1014476" y="154609"/>
                  </a:moveTo>
                  <a:lnTo>
                    <a:pt x="1014510" y="205423"/>
                  </a:lnTo>
                  <a:lnTo>
                    <a:pt x="1036873" y="250190"/>
                  </a:lnTo>
                  <a:lnTo>
                    <a:pt x="1036827" y="199062"/>
                  </a:lnTo>
                  <a:lnTo>
                    <a:pt x="1036481" y="198580"/>
                  </a:lnTo>
                  <a:lnTo>
                    <a:pt x="1014476" y="154609"/>
                  </a:lnTo>
                  <a:close/>
                </a:path>
                <a:path w="2207259" h="361950">
                  <a:moveTo>
                    <a:pt x="2151594" y="216153"/>
                  </a:moveTo>
                  <a:lnTo>
                    <a:pt x="2151507" y="226386"/>
                  </a:lnTo>
                  <a:lnTo>
                    <a:pt x="2163191" y="249735"/>
                  </a:lnTo>
                  <a:lnTo>
                    <a:pt x="2163191" y="239387"/>
                  </a:lnTo>
                  <a:lnTo>
                    <a:pt x="2162960" y="238868"/>
                  </a:lnTo>
                  <a:lnTo>
                    <a:pt x="2151594" y="216153"/>
                  </a:lnTo>
                  <a:close/>
                </a:path>
                <a:path w="2207259" h="361950">
                  <a:moveTo>
                    <a:pt x="1852295" y="206154"/>
                  </a:moveTo>
                  <a:lnTo>
                    <a:pt x="1852295" y="238505"/>
                  </a:lnTo>
                  <a:lnTo>
                    <a:pt x="1857670" y="249256"/>
                  </a:lnTo>
                  <a:lnTo>
                    <a:pt x="1857770" y="249456"/>
                  </a:lnTo>
                  <a:lnTo>
                    <a:pt x="1858860" y="247277"/>
                  </a:lnTo>
                  <a:lnTo>
                    <a:pt x="1858772" y="219119"/>
                  </a:lnTo>
                  <a:lnTo>
                    <a:pt x="1852295" y="206154"/>
                  </a:lnTo>
                  <a:close/>
                </a:path>
                <a:path w="2207259" h="361950">
                  <a:moveTo>
                    <a:pt x="1833118" y="200151"/>
                  </a:moveTo>
                  <a:lnTo>
                    <a:pt x="1833118" y="231939"/>
                  </a:lnTo>
                  <a:lnTo>
                    <a:pt x="1841753" y="249256"/>
                  </a:lnTo>
                  <a:lnTo>
                    <a:pt x="1841753" y="217169"/>
                  </a:lnTo>
                  <a:lnTo>
                    <a:pt x="1841500" y="216916"/>
                  </a:lnTo>
                  <a:lnTo>
                    <a:pt x="1833118" y="200151"/>
                  </a:lnTo>
                  <a:close/>
                </a:path>
                <a:path w="2207259" h="361950">
                  <a:moveTo>
                    <a:pt x="2125134" y="203260"/>
                  </a:moveTo>
                  <a:lnTo>
                    <a:pt x="2125137" y="221407"/>
                  </a:lnTo>
                  <a:lnTo>
                    <a:pt x="2138328" y="247768"/>
                  </a:lnTo>
                  <a:lnTo>
                    <a:pt x="2138396" y="247903"/>
                  </a:lnTo>
                  <a:lnTo>
                    <a:pt x="2138467" y="248045"/>
                  </a:lnTo>
                  <a:lnTo>
                    <a:pt x="2138590" y="248292"/>
                  </a:lnTo>
                  <a:lnTo>
                    <a:pt x="2138680" y="230416"/>
                  </a:lnTo>
                  <a:lnTo>
                    <a:pt x="2125134" y="203260"/>
                  </a:lnTo>
                  <a:close/>
                </a:path>
                <a:path w="2207259" h="361950">
                  <a:moveTo>
                    <a:pt x="1927478" y="214970"/>
                  </a:moveTo>
                  <a:lnTo>
                    <a:pt x="1923034" y="223853"/>
                  </a:lnTo>
                  <a:lnTo>
                    <a:pt x="1923034" y="248045"/>
                  </a:lnTo>
                  <a:lnTo>
                    <a:pt x="1923227" y="247903"/>
                  </a:lnTo>
                  <a:lnTo>
                    <a:pt x="1927478" y="239387"/>
                  </a:lnTo>
                  <a:lnTo>
                    <a:pt x="1927478" y="214970"/>
                  </a:lnTo>
                  <a:close/>
                </a:path>
                <a:path w="2207259" h="361950">
                  <a:moveTo>
                    <a:pt x="55580" y="206660"/>
                  </a:moveTo>
                  <a:lnTo>
                    <a:pt x="55499" y="224452"/>
                  </a:lnTo>
                  <a:lnTo>
                    <a:pt x="67171" y="247768"/>
                  </a:lnTo>
                  <a:lnTo>
                    <a:pt x="67239" y="247903"/>
                  </a:lnTo>
                  <a:lnTo>
                    <a:pt x="67310" y="229877"/>
                  </a:lnTo>
                  <a:lnTo>
                    <a:pt x="66980" y="229349"/>
                  </a:lnTo>
                  <a:lnTo>
                    <a:pt x="55648" y="206795"/>
                  </a:lnTo>
                  <a:lnTo>
                    <a:pt x="55580" y="206660"/>
                  </a:lnTo>
                  <a:close/>
                </a:path>
                <a:path w="2207259" h="361950">
                  <a:moveTo>
                    <a:pt x="79969" y="214970"/>
                  </a:moveTo>
                  <a:lnTo>
                    <a:pt x="79883" y="237341"/>
                  </a:lnTo>
                  <a:lnTo>
                    <a:pt x="85090" y="247768"/>
                  </a:lnTo>
                  <a:lnTo>
                    <a:pt x="85090" y="225044"/>
                  </a:lnTo>
                  <a:lnTo>
                    <a:pt x="84926" y="224907"/>
                  </a:lnTo>
                  <a:lnTo>
                    <a:pt x="79969" y="214970"/>
                  </a:lnTo>
                  <a:close/>
                </a:path>
                <a:path w="2207259" h="361950">
                  <a:moveTo>
                    <a:pt x="238571" y="210584"/>
                  </a:moveTo>
                  <a:lnTo>
                    <a:pt x="238506" y="211286"/>
                  </a:lnTo>
                  <a:lnTo>
                    <a:pt x="238399" y="245110"/>
                  </a:lnTo>
                  <a:lnTo>
                    <a:pt x="239731" y="247768"/>
                  </a:lnTo>
                  <a:lnTo>
                    <a:pt x="239649" y="212851"/>
                  </a:lnTo>
                  <a:lnTo>
                    <a:pt x="239463" y="212364"/>
                  </a:lnTo>
                  <a:lnTo>
                    <a:pt x="238571" y="210584"/>
                  </a:lnTo>
                  <a:close/>
                </a:path>
                <a:path w="2207259" h="361950">
                  <a:moveTo>
                    <a:pt x="1110680" y="150908"/>
                  </a:moveTo>
                  <a:lnTo>
                    <a:pt x="1110615" y="216153"/>
                  </a:lnTo>
                  <a:lnTo>
                    <a:pt x="1126422" y="247768"/>
                  </a:lnTo>
                  <a:lnTo>
                    <a:pt x="1126490" y="182738"/>
                  </a:lnTo>
                  <a:lnTo>
                    <a:pt x="1126256" y="182118"/>
                  </a:lnTo>
                  <a:lnTo>
                    <a:pt x="1110791" y="151129"/>
                  </a:lnTo>
                  <a:lnTo>
                    <a:pt x="1110680" y="150908"/>
                  </a:lnTo>
                  <a:close/>
                </a:path>
                <a:path w="2207259" h="361950">
                  <a:moveTo>
                    <a:pt x="1887220" y="243514"/>
                  </a:moveTo>
                  <a:lnTo>
                    <a:pt x="1887220" y="247768"/>
                  </a:lnTo>
                  <a:lnTo>
                    <a:pt x="1887406" y="247277"/>
                  </a:lnTo>
                  <a:lnTo>
                    <a:pt x="1888255" y="245579"/>
                  </a:lnTo>
                  <a:lnTo>
                    <a:pt x="1887220" y="243514"/>
                  </a:lnTo>
                  <a:close/>
                </a:path>
                <a:path w="2207259" h="361950">
                  <a:moveTo>
                    <a:pt x="124333" y="242356"/>
                  </a:moveTo>
                  <a:lnTo>
                    <a:pt x="121751" y="242356"/>
                  </a:lnTo>
                  <a:lnTo>
                    <a:pt x="124209" y="247277"/>
                  </a:lnTo>
                  <a:lnTo>
                    <a:pt x="124333" y="242356"/>
                  </a:lnTo>
                  <a:close/>
                </a:path>
                <a:path w="2207259" h="361950">
                  <a:moveTo>
                    <a:pt x="1820938" y="207517"/>
                  </a:moveTo>
                  <a:lnTo>
                    <a:pt x="1820926" y="240407"/>
                  </a:lnTo>
                  <a:lnTo>
                    <a:pt x="1824355" y="247277"/>
                  </a:lnTo>
                  <a:lnTo>
                    <a:pt x="1824355" y="214219"/>
                  </a:lnTo>
                  <a:lnTo>
                    <a:pt x="1824148" y="213953"/>
                  </a:lnTo>
                  <a:lnTo>
                    <a:pt x="1820938" y="207517"/>
                  </a:lnTo>
                  <a:close/>
                </a:path>
                <a:path w="2207259" h="361950">
                  <a:moveTo>
                    <a:pt x="1858772" y="219119"/>
                  </a:moveTo>
                  <a:lnTo>
                    <a:pt x="1858772" y="247277"/>
                  </a:lnTo>
                  <a:lnTo>
                    <a:pt x="1858994" y="247008"/>
                  </a:lnTo>
                  <a:lnTo>
                    <a:pt x="1863832" y="237341"/>
                  </a:lnTo>
                  <a:lnTo>
                    <a:pt x="1863725" y="229349"/>
                  </a:lnTo>
                  <a:lnTo>
                    <a:pt x="1863882" y="229349"/>
                  </a:lnTo>
                  <a:lnTo>
                    <a:pt x="1858772" y="219119"/>
                  </a:lnTo>
                  <a:close/>
                </a:path>
                <a:path w="2207259" h="361950">
                  <a:moveTo>
                    <a:pt x="1780794" y="194520"/>
                  </a:moveTo>
                  <a:lnTo>
                    <a:pt x="1780815" y="236149"/>
                  </a:lnTo>
                  <a:lnTo>
                    <a:pt x="1786255" y="247008"/>
                  </a:lnTo>
                  <a:lnTo>
                    <a:pt x="1786255" y="205423"/>
                  </a:lnTo>
                  <a:lnTo>
                    <a:pt x="1780794" y="194520"/>
                  </a:lnTo>
                  <a:close/>
                </a:path>
                <a:path w="2207259" h="361950">
                  <a:moveTo>
                    <a:pt x="21971" y="229349"/>
                  </a:moveTo>
                  <a:lnTo>
                    <a:pt x="21850" y="243161"/>
                  </a:lnTo>
                  <a:lnTo>
                    <a:pt x="23495" y="246455"/>
                  </a:lnTo>
                  <a:lnTo>
                    <a:pt x="23495" y="245110"/>
                  </a:lnTo>
                  <a:lnTo>
                    <a:pt x="28956" y="245110"/>
                  </a:lnTo>
                  <a:lnTo>
                    <a:pt x="28956" y="243161"/>
                  </a:lnTo>
                  <a:lnTo>
                    <a:pt x="28779" y="242967"/>
                  </a:lnTo>
                  <a:lnTo>
                    <a:pt x="21971" y="229349"/>
                  </a:lnTo>
                  <a:close/>
                </a:path>
                <a:path w="2207259" h="361950">
                  <a:moveTo>
                    <a:pt x="107396" y="213613"/>
                  </a:moveTo>
                  <a:lnTo>
                    <a:pt x="107315" y="213953"/>
                  </a:lnTo>
                  <a:lnTo>
                    <a:pt x="107223" y="242356"/>
                  </a:lnTo>
                  <a:lnTo>
                    <a:pt x="109263" y="246455"/>
                  </a:lnTo>
                  <a:lnTo>
                    <a:pt x="109347" y="217519"/>
                  </a:lnTo>
                  <a:lnTo>
                    <a:pt x="107396" y="213613"/>
                  </a:lnTo>
                  <a:close/>
                </a:path>
                <a:path w="2207259" h="361950">
                  <a:moveTo>
                    <a:pt x="1899813" y="242356"/>
                  </a:moveTo>
                  <a:lnTo>
                    <a:pt x="1899793" y="246455"/>
                  </a:lnTo>
                  <a:lnTo>
                    <a:pt x="1900018" y="246182"/>
                  </a:lnTo>
                  <a:lnTo>
                    <a:pt x="1900872" y="244474"/>
                  </a:lnTo>
                  <a:lnTo>
                    <a:pt x="1899813" y="242356"/>
                  </a:lnTo>
                  <a:close/>
                </a:path>
                <a:path w="2207259" h="361950">
                  <a:moveTo>
                    <a:pt x="2085558" y="243514"/>
                  </a:moveTo>
                  <a:lnTo>
                    <a:pt x="2085467" y="246455"/>
                  </a:lnTo>
                  <a:lnTo>
                    <a:pt x="2087028" y="246455"/>
                  </a:lnTo>
                  <a:lnTo>
                    <a:pt x="2085558" y="243514"/>
                  </a:lnTo>
                  <a:close/>
                </a:path>
                <a:path w="2207259" h="361950">
                  <a:moveTo>
                    <a:pt x="2190115" y="45720"/>
                  </a:moveTo>
                  <a:lnTo>
                    <a:pt x="2185797" y="45720"/>
                  </a:lnTo>
                  <a:lnTo>
                    <a:pt x="2185797" y="246455"/>
                  </a:lnTo>
                  <a:lnTo>
                    <a:pt x="2190115" y="246455"/>
                  </a:lnTo>
                  <a:lnTo>
                    <a:pt x="2190115" y="45720"/>
                  </a:lnTo>
                  <a:close/>
                </a:path>
                <a:path w="2207259" h="361950">
                  <a:moveTo>
                    <a:pt x="75438" y="228600"/>
                  </a:moveTo>
                  <a:lnTo>
                    <a:pt x="70739" y="228600"/>
                  </a:lnTo>
                  <a:lnTo>
                    <a:pt x="70815" y="236981"/>
                  </a:lnTo>
                  <a:lnTo>
                    <a:pt x="75438" y="246182"/>
                  </a:lnTo>
                  <a:lnTo>
                    <a:pt x="75438" y="228600"/>
                  </a:lnTo>
                  <a:close/>
                </a:path>
                <a:path w="2207259" h="361950">
                  <a:moveTo>
                    <a:pt x="1890287" y="223304"/>
                  </a:moveTo>
                  <a:lnTo>
                    <a:pt x="1889935" y="223853"/>
                  </a:lnTo>
                  <a:lnTo>
                    <a:pt x="1887643" y="228441"/>
                  </a:lnTo>
                  <a:lnTo>
                    <a:pt x="1887220" y="229349"/>
                  </a:lnTo>
                  <a:lnTo>
                    <a:pt x="1887220" y="243514"/>
                  </a:lnTo>
                  <a:lnTo>
                    <a:pt x="1888184" y="245437"/>
                  </a:lnTo>
                  <a:lnTo>
                    <a:pt x="1888255" y="245579"/>
                  </a:lnTo>
                  <a:lnTo>
                    <a:pt x="1891157" y="239775"/>
                  </a:lnTo>
                  <a:lnTo>
                    <a:pt x="1891157" y="224907"/>
                  </a:lnTo>
                  <a:lnTo>
                    <a:pt x="1890861" y="224452"/>
                  </a:lnTo>
                  <a:lnTo>
                    <a:pt x="1890287" y="223304"/>
                  </a:lnTo>
                  <a:close/>
                </a:path>
                <a:path w="2207259" h="361950">
                  <a:moveTo>
                    <a:pt x="1143381" y="153162"/>
                  </a:moveTo>
                  <a:lnTo>
                    <a:pt x="1143497" y="216662"/>
                  </a:lnTo>
                  <a:lnTo>
                    <a:pt x="1157859" y="245437"/>
                  </a:lnTo>
                  <a:lnTo>
                    <a:pt x="1157859" y="182118"/>
                  </a:lnTo>
                  <a:lnTo>
                    <a:pt x="1143381" y="153162"/>
                  </a:lnTo>
                  <a:close/>
                </a:path>
                <a:path w="2207259" h="361950">
                  <a:moveTo>
                    <a:pt x="223012" y="179497"/>
                  </a:moveTo>
                  <a:lnTo>
                    <a:pt x="223048" y="214471"/>
                  </a:lnTo>
                  <a:lnTo>
                    <a:pt x="238399" y="245110"/>
                  </a:lnTo>
                  <a:lnTo>
                    <a:pt x="238506" y="210452"/>
                  </a:lnTo>
                  <a:lnTo>
                    <a:pt x="223012" y="179497"/>
                  </a:lnTo>
                  <a:close/>
                </a:path>
                <a:path w="2207259" h="361950">
                  <a:moveTo>
                    <a:pt x="1175265" y="160961"/>
                  </a:moveTo>
                  <a:lnTo>
                    <a:pt x="1175384" y="217169"/>
                  </a:lnTo>
                  <a:lnTo>
                    <a:pt x="1189355" y="245110"/>
                  </a:lnTo>
                  <a:lnTo>
                    <a:pt x="1189355" y="189122"/>
                  </a:lnTo>
                  <a:lnTo>
                    <a:pt x="1175265" y="160961"/>
                  </a:lnTo>
                  <a:close/>
                </a:path>
                <a:path w="2207259" h="361950">
                  <a:moveTo>
                    <a:pt x="2110740" y="192636"/>
                  </a:moveTo>
                  <a:lnTo>
                    <a:pt x="2110655" y="216153"/>
                  </a:lnTo>
                  <a:lnTo>
                    <a:pt x="2125122" y="245110"/>
                  </a:lnTo>
                  <a:lnTo>
                    <a:pt x="2125091" y="221407"/>
                  </a:lnTo>
                  <a:lnTo>
                    <a:pt x="2124923" y="220979"/>
                  </a:lnTo>
                  <a:lnTo>
                    <a:pt x="2110740" y="192636"/>
                  </a:lnTo>
                  <a:close/>
                </a:path>
                <a:path w="2207259" h="361950">
                  <a:moveTo>
                    <a:pt x="2174494" y="10160"/>
                  </a:moveTo>
                  <a:lnTo>
                    <a:pt x="2163191" y="10160"/>
                  </a:lnTo>
                  <a:lnTo>
                    <a:pt x="2163119" y="222250"/>
                  </a:lnTo>
                  <a:lnTo>
                    <a:pt x="2174568" y="245110"/>
                  </a:lnTo>
                  <a:lnTo>
                    <a:pt x="2174494" y="196850"/>
                  </a:lnTo>
                  <a:lnTo>
                    <a:pt x="2166874" y="196850"/>
                  </a:lnTo>
                  <a:lnTo>
                    <a:pt x="2166874" y="57274"/>
                  </a:lnTo>
                  <a:lnTo>
                    <a:pt x="2174494" y="57274"/>
                  </a:lnTo>
                  <a:lnTo>
                    <a:pt x="2174494" y="10160"/>
                  </a:lnTo>
                  <a:close/>
                </a:path>
                <a:path w="2207259" h="361950">
                  <a:moveTo>
                    <a:pt x="1907286" y="207517"/>
                  </a:moveTo>
                  <a:lnTo>
                    <a:pt x="1900079" y="221931"/>
                  </a:lnTo>
                  <a:lnTo>
                    <a:pt x="1900001" y="222086"/>
                  </a:lnTo>
                  <a:lnTo>
                    <a:pt x="1899793" y="222250"/>
                  </a:lnTo>
                  <a:lnTo>
                    <a:pt x="1899813" y="242356"/>
                  </a:lnTo>
                  <a:lnTo>
                    <a:pt x="1900872" y="244474"/>
                  </a:lnTo>
                  <a:lnTo>
                    <a:pt x="1907286" y="231647"/>
                  </a:lnTo>
                  <a:lnTo>
                    <a:pt x="1907286" y="207517"/>
                  </a:lnTo>
                  <a:close/>
                </a:path>
                <a:path w="2207259" h="361950">
                  <a:moveTo>
                    <a:pt x="152653" y="242356"/>
                  </a:moveTo>
                  <a:lnTo>
                    <a:pt x="151916" y="242356"/>
                  </a:lnTo>
                  <a:lnTo>
                    <a:pt x="152659" y="243840"/>
                  </a:lnTo>
                  <a:lnTo>
                    <a:pt x="152653" y="242356"/>
                  </a:lnTo>
                  <a:close/>
                </a:path>
                <a:path w="2207259" h="361950">
                  <a:moveTo>
                    <a:pt x="341122" y="171957"/>
                  </a:moveTo>
                  <a:lnTo>
                    <a:pt x="341016" y="215687"/>
                  </a:lnTo>
                  <a:lnTo>
                    <a:pt x="355150" y="243840"/>
                  </a:lnTo>
                  <a:lnTo>
                    <a:pt x="355219" y="200151"/>
                  </a:lnTo>
                  <a:lnTo>
                    <a:pt x="341122" y="171957"/>
                  </a:lnTo>
                  <a:close/>
                </a:path>
                <a:path w="2207259" h="361950">
                  <a:moveTo>
                    <a:pt x="877490" y="170617"/>
                  </a:moveTo>
                  <a:lnTo>
                    <a:pt x="877570" y="219710"/>
                  </a:lnTo>
                  <a:lnTo>
                    <a:pt x="889635" y="243840"/>
                  </a:lnTo>
                  <a:lnTo>
                    <a:pt x="889635" y="194928"/>
                  </a:lnTo>
                  <a:lnTo>
                    <a:pt x="877490" y="170617"/>
                  </a:lnTo>
                  <a:close/>
                </a:path>
                <a:path w="2207259" h="361950">
                  <a:moveTo>
                    <a:pt x="1887220" y="229349"/>
                  </a:moveTo>
                  <a:lnTo>
                    <a:pt x="1886925" y="229877"/>
                  </a:lnTo>
                  <a:lnTo>
                    <a:pt x="1883792" y="236149"/>
                  </a:lnTo>
                  <a:lnTo>
                    <a:pt x="1883690" y="236474"/>
                  </a:lnTo>
                  <a:lnTo>
                    <a:pt x="1887220" y="243514"/>
                  </a:lnTo>
                  <a:lnTo>
                    <a:pt x="1887220" y="229349"/>
                  </a:lnTo>
                  <a:close/>
                </a:path>
                <a:path w="2207259" h="361950">
                  <a:moveTo>
                    <a:pt x="16468" y="218340"/>
                  </a:moveTo>
                  <a:lnTo>
                    <a:pt x="16483" y="232410"/>
                  </a:lnTo>
                  <a:lnTo>
                    <a:pt x="21753" y="242967"/>
                  </a:lnTo>
                  <a:lnTo>
                    <a:pt x="21850" y="243161"/>
                  </a:lnTo>
                  <a:lnTo>
                    <a:pt x="21971" y="229349"/>
                  </a:lnTo>
                  <a:lnTo>
                    <a:pt x="21686" y="228600"/>
                  </a:lnTo>
                  <a:lnTo>
                    <a:pt x="16468" y="218340"/>
                  </a:lnTo>
                  <a:close/>
                </a:path>
                <a:path w="2207259" h="361950">
                  <a:moveTo>
                    <a:pt x="22098" y="157734"/>
                  </a:moveTo>
                  <a:lnTo>
                    <a:pt x="21971" y="157734"/>
                  </a:lnTo>
                  <a:lnTo>
                    <a:pt x="21971" y="229349"/>
                  </a:lnTo>
                  <a:lnTo>
                    <a:pt x="28779" y="242967"/>
                  </a:lnTo>
                  <a:lnTo>
                    <a:pt x="28876" y="243161"/>
                  </a:lnTo>
                  <a:lnTo>
                    <a:pt x="28956" y="171450"/>
                  </a:lnTo>
                  <a:lnTo>
                    <a:pt x="22098" y="157734"/>
                  </a:lnTo>
                  <a:close/>
                </a:path>
                <a:path w="2207259" h="361950">
                  <a:moveTo>
                    <a:pt x="2080835" y="206795"/>
                  </a:moveTo>
                  <a:lnTo>
                    <a:pt x="2080768" y="233933"/>
                  </a:lnTo>
                  <a:lnTo>
                    <a:pt x="2085284" y="242967"/>
                  </a:lnTo>
                  <a:lnTo>
                    <a:pt x="2085381" y="243161"/>
                  </a:lnTo>
                  <a:lnTo>
                    <a:pt x="2085467" y="216153"/>
                  </a:lnTo>
                  <a:lnTo>
                    <a:pt x="2085277" y="215687"/>
                  </a:lnTo>
                  <a:lnTo>
                    <a:pt x="2080835" y="206795"/>
                  </a:lnTo>
                  <a:close/>
                </a:path>
                <a:path w="2207259" h="361950">
                  <a:moveTo>
                    <a:pt x="207473" y="183387"/>
                  </a:moveTo>
                  <a:lnTo>
                    <a:pt x="207391" y="183521"/>
                  </a:lnTo>
                  <a:lnTo>
                    <a:pt x="207290" y="219119"/>
                  </a:lnTo>
                  <a:lnTo>
                    <a:pt x="219201" y="242967"/>
                  </a:lnTo>
                  <a:lnTo>
                    <a:pt x="219134" y="206660"/>
                  </a:lnTo>
                  <a:lnTo>
                    <a:pt x="207540" y="183521"/>
                  </a:lnTo>
                  <a:lnTo>
                    <a:pt x="207473" y="183387"/>
                  </a:lnTo>
                  <a:close/>
                </a:path>
                <a:path w="2207259" h="361950">
                  <a:moveTo>
                    <a:pt x="1923034" y="200151"/>
                  </a:moveTo>
                  <a:lnTo>
                    <a:pt x="1913382" y="219456"/>
                  </a:lnTo>
                  <a:lnTo>
                    <a:pt x="1913382" y="242967"/>
                  </a:lnTo>
                  <a:lnTo>
                    <a:pt x="1913607" y="242689"/>
                  </a:lnTo>
                  <a:lnTo>
                    <a:pt x="1923034" y="223853"/>
                  </a:lnTo>
                  <a:lnTo>
                    <a:pt x="1923034" y="200151"/>
                  </a:lnTo>
                  <a:close/>
                </a:path>
                <a:path w="2207259" h="361950">
                  <a:moveTo>
                    <a:pt x="165504" y="203882"/>
                  </a:moveTo>
                  <a:lnTo>
                    <a:pt x="165544" y="236981"/>
                  </a:lnTo>
                  <a:lnTo>
                    <a:pt x="168401" y="242689"/>
                  </a:lnTo>
                  <a:lnTo>
                    <a:pt x="168401" y="209452"/>
                  </a:lnTo>
                  <a:lnTo>
                    <a:pt x="168072" y="209041"/>
                  </a:lnTo>
                  <a:lnTo>
                    <a:pt x="165623" y="204121"/>
                  </a:lnTo>
                  <a:lnTo>
                    <a:pt x="165504" y="203882"/>
                  </a:lnTo>
                  <a:close/>
                </a:path>
                <a:path w="2207259" h="361950">
                  <a:moveTo>
                    <a:pt x="92918" y="213613"/>
                  </a:moveTo>
                  <a:lnTo>
                    <a:pt x="92976" y="241046"/>
                  </a:lnTo>
                  <a:lnTo>
                    <a:pt x="93630" y="242356"/>
                  </a:lnTo>
                  <a:lnTo>
                    <a:pt x="93345" y="242356"/>
                  </a:lnTo>
                  <a:lnTo>
                    <a:pt x="93345" y="214219"/>
                  </a:lnTo>
                  <a:lnTo>
                    <a:pt x="93087" y="213953"/>
                  </a:lnTo>
                  <a:lnTo>
                    <a:pt x="92918" y="213613"/>
                  </a:lnTo>
                  <a:close/>
                </a:path>
                <a:path w="2207259" h="361950">
                  <a:moveTo>
                    <a:pt x="103305" y="205423"/>
                  </a:moveTo>
                  <a:lnTo>
                    <a:pt x="103284" y="234442"/>
                  </a:lnTo>
                  <a:lnTo>
                    <a:pt x="107223" y="242356"/>
                  </a:lnTo>
                  <a:lnTo>
                    <a:pt x="107315" y="213613"/>
                  </a:lnTo>
                  <a:lnTo>
                    <a:pt x="107015" y="212851"/>
                  </a:lnTo>
                  <a:lnTo>
                    <a:pt x="103305" y="205423"/>
                  </a:lnTo>
                  <a:close/>
                </a:path>
                <a:path w="2207259" h="361950">
                  <a:moveTo>
                    <a:pt x="116439" y="202570"/>
                  </a:moveTo>
                  <a:lnTo>
                    <a:pt x="116403" y="231647"/>
                  </a:lnTo>
                  <a:lnTo>
                    <a:pt x="121751" y="242356"/>
                  </a:lnTo>
                  <a:lnTo>
                    <a:pt x="121539" y="242356"/>
                  </a:lnTo>
                  <a:lnTo>
                    <a:pt x="121539" y="212851"/>
                  </a:lnTo>
                  <a:lnTo>
                    <a:pt x="121341" y="212364"/>
                  </a:lnTo>
                  <a:lnTo>
                    <a:pt x="116439" y="202570"/>
                  </a:lnTo>
                  <a:close/>
                </a:path>
                <a:path w="2207259" h="361950">
                  <a:moveTo>
                    <a:pt x="133699" y="206004"/>
                  </a:moveTo>
                  <a:lnTo>
                    <a:pt x="133664" y="236981"/>
                  </a:lnTo>
                  <a:lnTo>
                    <a:pt x="136354" y="242356"/>
                  </a:lnTo>
                  <a:lnTo>
                    <a:pt x="136271" y="211286"/>
                  </a:lnTo>
                  <a:lnTo>
                    <a:pt x="135994" y="210584"/>
                  </a:lnTo>
                  <a:lnTo>
                    <a:pt x="133774" y="206154"/>
                  </a:lnTo>
                  <a:lnTo>
                    <a:pt x="133699" y="206004"/>
                  </a:lnTo>
                  <a:close/>
                </a:path>
                <a:path w="2207259" h="361950">
                  <a:moveTo>
                    <a:pt x="142201" y="190346"/>
                  </a:moveTo>
                  <a:lnTo>
                    <a:pt x="142114" y="222795"/>
                  </a:lnTo>
                  <a:lnTo>
                    <a:pt x="151916" y="242356"/>
                  </a:lnTo>
                  <a:lnTo>
                    <a:pt x="151765" y="242356"/>
                  </a:lnTo>
                  <a:lnTo>
                    <a:pt x="151765" y="209452"/>
                  </a:lnTo>
                  <a:lnTo>
                    <a:pt x="142201" y="190346"/>
                  </a:lnTo>
                  <a:close/>
                </a:path>
                <a:path w="2207259" h="361950">
                  <a:moveTo>
                    <a:pt x="178967" y="197153"/>
                  </a:moveTo>
                  <a:lnTo>
                    <a:pt x="178996" y="230983"/>
                  </a:lnTo>
                  <a:lnTo>
                    <a:pt x="184658" y="242356"/>
                  </a:lnTo>
                  <a:lnTo>
                    <a:pt x="184658" y="208298"/>
                  </a:lnTo>
                  <a:lnTo>
                    <a:pt x="184330" y="207878"/>
                  </a:lnTo>
                  <a:lnTo>
                    <a:pt x="178967" y="197153"/>
                  </a:lnTo>
                  <a:close/>
                </a:path>
                <a:path w="2207259" h="361950">
                  <a:moveTo>
                    <a:pt x="193108" y="190724"/>
                  </a:moveTo>
                  <a:lnTo>
                    <a:pt x="193040" y="225298"/>
                  </a:lnTo>
                  <a:lnTo>
                    <a:pt x="201569" y="242356"/>
                  </a:lnTo>
                  <a:lnTo>
                    <a:pt x="201675" y="207878"/>
                  </a:lnTo>
                  <a:lnTo>
                    <a:pt x="193231" y="190971"/>
                  </a:lnTo>
                  <a:lnTo>
                    <a:pt x="193108" y="190724"/>
                  </a:lnTo>
                  <a:close/>
                </a:path>
                <a:path w="2207259" h="361950">
                  <a:moveTo>
                    <a:pt x="239693" y="176284"/>
                  </a:moveTo>
                  <a:lnTo>
                    <a:pt x="239706" y="212851"/>
                  </a:lnTo>
                  <a:lnTo>
                    <a:pt x="254474" y="242356"/>
                  </a:lnTo>
                  <a:lnTo>
                    <a:pt x="254381" y="205423"/>
                  </a:lnTo>
                  <a:lnTo>
                    <a:pt x="253987" y="204844"/>
                  </a:lnTo>
                  <a:lnTo>
                    <a:pt x="239815" y="176530"/>
                  </a:lnTo>
                  <a:lnTo>
                    <a:pt x="239693" y="176284"/>
                  </a:lnTo>
                  <a:close/>
                </a:path>
                <a:path w="2207259" h="361950">
                  <a:moveTo>
                    <a:pt x="1207135" y="160961"/>
                  </a:moveTo>
                  <a:lnTo>
                    <a:pt x="1207039" y="224452"/>
                  </a:lnTo>
                  <a:lnTo>
                    <a:pt x="1215999" y="242356"/>
                  </a:lnTo>
                  <a:lnTo>
                    <a:pt x="1215771" y="242356"/>
                  </a:lnTo>
                  <a:lnTo>
                    <a:pt x="1215673" y="178070"/>
                  </a:lnTo>
                  <a:lnTo>
                    <a:pt x="1207135" y="160961"/>
                  </a:lnTo>
                  <a:close/>
                </a:path>
                <a:path w="2207259" h="361950">
                  <a:moveTo>
                    <a:pt x="1874014" y="217169"/>
                  </a:moveTo>
                  <a:lnTo>
                    <a:pt x="1873751" y="217519"/>
                  </a:lnTo>
                  <a:lnTo>
                    <a:pt x="1865855" y="233298"/>
                  </a:lnTo>
                  <a:lnTo>
                    <a:pt x="1870380" y="242356"/>
                  </a:lnTo>
                  <a:lnTo>
                    <a:pt x="1870147" y="242356"/>
                  </a:lnTo>
                  <a:lnTo>
                    <a:pt x="1875133" y="232410"/>
                  </a:lnTo>
                  <a:lnTo>
                    <a:pt x="1875155" y="219456"/>
                  </a:lnTo>
                  <a:lnTo>
                    <a:pt x="1874014" y="217169"/>
                  </a:lnTo>
                  <a:close/>
                </a:path>
                <a:path w="2207259" h="361950">
                  <a:moveTo>
                    <a:pt x="1899793" y="222552"/>
                  </a:moveTo>
                  <a:lnTo>
                    <a:pt x="1899647" y="222795"/>
                  </a:lnTo>
                  <a:lnTo>
                    <a:pt x="1894926" y="232237"/>
                  </a:lnTo>
                  <a:lnTo>
                    <a:pt x="1894840" y="232410"/>
                  </a:lnTo>
                  <a:lnTo>
                    <a:pt x="1899813" y="242356"/>
                  </a:lnTo>
                  <a:lnTo>
                    <a:pt x="1899793" y="222552"/>
                  </a:lnTo>
                  <a:close/>
                </a:path>
                <a:path w="2207259" h="361950">
                  <a:moveTo>
                    <a:pt x="88392" y="204519"/>
                  </a:moveTo>
                  <a:lnTo>
                    <a:pt x="88288" y="231647"/>
                  </a:lnTo>
                  <a:lnTo>
                    <a:pt x="92877" y="240845"/>
                  </a:lnTo>
                  <a:lnTo>
                    <a:pt x="92837" y="213613"/>
                  </a:lnTo>
                  <a:lnTo>
                    <a:pt x="92538" y="212851"/>
                  </a:lnTo>
                  <a:lnTo>
                    <a:pt x="88392" y="204519"/>
                  </a:lnTo>
                  <a:close/>
                </a:path>
                <a:path w="2207259" h="361950">
                  <a:moveTo>
                    <a:pt x="1736020" y="184658"/>
                  </a:moveTo>
                  <a:lnTo>
                    <a:pt x="1735963" y="227838"/>
                  </a:lnTo>
                  <a:lnTo>
                    <a:pt x="1742466" y="240845"/>
                  </a:lnTo>
                  <a:lnTo>
                    <a:pt x="1742567" y="197885"/>
                  </a:lnTo>
                  <a:lnTo>
                    <a:pt x="1742262" y="197153"/>
                  </a:lnTo>
                  <a:lnTo>
                    <a:pt x="1736218" y="185054"/>
                  </a:lnTo>
                  <a:lnTo>
                    <a:pt x="1736147" y="184912"/>
                  </a:lnTo>
                  <a:lnTo>
                    <a:pt x="1736020" y="184658"/>
                  </a:lnTo>
                  <a:close/>
                </a:path>
                <a:path w="2207259" h="361950">
                  <a:moveTo>
                    <a:pt x="2095500" y="185817"/>
                  </a:moveTo>
                  <a:lnTo>
                    <a:pt x="2095580" y="210452"/>
                  </a:lnTo>
                  <a:lnTo>
                    <a:pt x="2110740" y="240845"/>
                  </a:lnTo>
                  <a:lnTo>
                    <a:pt x="2110740" y="216153"/>
                  </a:lnTo>
                  <a:lnTo>
                    <a:pt x="2110422" y="215687"/>
                  </a:lnTo>
                  <a:lnTo>
                    <a:pt x="2101011" y="196850"/>
                  </a:lnTo>
                  <a:lnTo>
                    <a:pt x="2096389" y="196850"/>
                  </a:lnTo>
                  <a:lnTo>
                    <a:pt x="2096389" y="187423"/>
                  </a:lnTo>
                  <a:lnTo>
                    <a:pt x="2096157" y="187134"/>
                  </a:lnTo>
                  <a:lnTo>
                    <a:pt x="2095500" y="185817"/>
                  </a:lnTo>
                  <a:close/>
                </a:path>
                <a:path w="2207259" h="361950">
                  <a:moveTo>
                    <a:pt x="1669415" y="140013"/>
                  </a:moveTo>
                  <a:lnTo>
                    <a:pt x="1669532" y="230025"/>
                  </a:lnTo>
                  <a:lnTo>
                    <a:pt x="1674622" y="240213"/>
                  </a:lnTo>
                  <a:lnTo>
                    <a:pt x="1674622" y="197153"/>
                  </a:lnTo>
                  <a:lnTo>
                    <a:pt x="1669626" y="187134"/>
                  </a:lnTo>
                  <a:lnTo>
                    <a:pt x="1674622" y="187134"/>
                  </a:lnTo>
                  <a:lnTo>
                    <a:pt x="1674622" y="150226"/>
                  </a:lnTo>
                  <a:lnTo>
                    <a:pt x="1674346" y="149860"/>
                  </a:lnTo>
                  <a:lnTo>
                    <a:pt x="1669415" y="140013"/>
                  </a:lnTo>
                  <a:close/>
                </a:path>
                <a:path w="2207259" h="361950">
                  <a:moveTo>
                    <a:pt x="1816481" y="198580"/>
                  </a:moveTo>
                  <a:lnTo>
                    <a:pt x="1816553" y="231647"/>
                  </a:lnTo>
                  <a:lnTo>
                    <a:pt x="1820829" y="240213"/>
                  </a:lnTo>
                  <a:lnTo>
                    <a:pt x="1820926" y="207517"/>
                  </a:lnTo>
                  <a:lnTo>
                    <a:pt x="1816481" y="198580"/>
                  </a:lnTo>
                  <a:close/>
                </a:path>
                <a:path w="2207259" h="361950">
                  <a:moveTo>
                    <a:pt x="2138770" y="200933"/>
                  </a:moveTo>
                  <a:lnTo>
                    <a:pt x="2138726" y="214471"/>
                  </a:lnTo>
                  <a:lnTo>
                    <a:pt x="2151566" y="240213"/>
                  </a:lnTo>
                  <a:lnTo>
                    <a:pt x="2151507" y="226197"/>
                  </a:lnTo>
                  <a:lnTo>
                    <a:pt x="2151343" y="226060"/>
                  </a:lnTo>
                  <a:lnTo>
                    <a:pt x="2138879" y="201152"/>
                  </a:lnTo>
                  <a:lnTo>
                    <a:pt x="2138770" y="200933"/>
                  </a:lnTo>
                  <a:close/>
                </a:path>
                <a:path w="2207259" h="361950">
                  <a:moveTo>
                    <a:pt x="1891284" y="225298"/>
                  </a:moveTo>
                  <a:lnTo>
                    <a:pt x="1891157" y="239775"/>
                  </a:lnTo>
                  <a:lnTo>
                    <a:pt x="1894840" y="232410"/>
                  </a:lnTo>
                  <a:lnTo>
                    <a:pt x="1891284" y="225298"/>
                  </a:lnTo>
                  <a:close/>
                </a:path>
                <a:path w="2207259" h="361950">
                  <a:moveTo>
                    <a:pt x="1936115" y="197885"/>
                  </a:moveTo>
                  <a:lnTo>
                    <a:pt x="1935681" y="198580"/>
                  </a:lnTo>
                  <a:lnTo>
                    <a:pt x="1927855" y="214219"/>
                  </a:lnTo>
                  <a:lnTo>
                    <a:pt x="1927728" y="214471"/>
                  </a:lnTo>
                  <a:lnTo>
                    <a:pt x="1927478" y="214796"/>
                  </a:lnTo>
                  <a:lnTo>
                    <a:pt x="1927478" y="239387"/>
                  </a:lnTo>
                  <a:lnTo>
                    <a:pt x="1936033" y="222250"/>
                  </a:lnTo>
                  <a:lnTo>
                    <a:pt x="1936115" y="197885"/>
                  </a:lnTo>
                  <a:close/>
                </a:path>
                <a:path w="2207259" h="361950">
                  <a:moveTo>
                    <a:pt x="2151543" y="205813"/>
                  </a:moveTo>
                  <a:lnTo>
                    <a:pt x="2151594" y="216153"/>
                  </a:lnTo>
                  <a:lnTo>
                    <a:pt x="2163220" y="239387"/>
                  </a:lnTo>
                  <a:lnTo>
                    <a:pt x="2163191" y="229349"/>
                  </a:lnTo>
                  <a:lnTo>
                    <a:pt x="2162937" y="228600"/>
                  </a:lnTo>
                  <a:lnTo>
                    <a:pt x="2151714" y="206154"/>
                  </a:lnTo>
                  <a:lnTo>
                    <a:pt x="2151639" y="206004"/>
                  </a:lnTo>
                  <a:lnTo>
                    <a:pt x="2151543" y="205813"/>
                  </a:lnTo>
                  <a:close/>
                </a:path>
                <a:path w="2207259" h="361950">
                  <a:moveTo>
                    <a:pt x="258318" y="176022"/>
                  </a:moveTo>
                  <a:lnTo>
                    <a:pt x="258377" y="213613"/>
                  </a:lnTo>
                  <a:lnTo>
                    <a:pt x="271018" y="238868"/>
                  </a:lnTo>
                  <a:lnTo>
                    <a:pt x="271018" y="201422"/>
                  </a:lnTo>
                  <a:lnTo>
                    <a:pt x="258318" y="176022"/>
                  </a:lnTo>
                  <a:close/>
                </a:path>
                <a:path w="2207259" h="361950">
                  <a:moveTo>
                    <a:pt x="1843205" y="187960"/>
                  </a:moveTo>
                  <a:lnTo>
                    <a:pt x="1843151" y="220217"/>
                  </a:lnTo>
                  <a:lnTo>
                    <a:pt x="1852295" y="238505"/>
                  </a:lnTo>
                  <a:lnTo>
                    <a:pt x="1852220" y="206004"/>
                  </a:lnTo>
                  <a:lnTo>
                    <a:pt x="1843323" y="188196"/>
                  </a:lnTo>
                  <a:lnTo>
                    <a:pt x="1843205" y="187960"/>
                  </a:lnTo>
                  <a:close/>
                </a:path>
                <a:path w="2207259" h="361950">
                  <a:moveTo>
                    <a:pt x="1457833" y="144106"/>
                  </a:moveTo>
                  <a:lnTo>
                    <a:pt x="1457846" y="210014"/>
                  </a:lnTo>
                  <a:lnTo>
                    <a:pt x="1471676" y="237746"/>
                  </a:lnTo>
                  <a:lnTo>
                    <a:pt x="1471676" y="171957"/>
                  </a:lnTo>
                  <a:lnTo>
                    <a:pt x="1471492" y="171450"/>
                  </a:lnTo>
                  <a:lnTo>
                    <a:pt x="1457833" y="144106"/>
                  </a:lnTo>
                  <a:close/>
                </a:path>
                <a:path w="2207259" h="361950">
                  <a:moveTo>
                    <a:pt x="1691513" y="138938"/>
                  </a:moveTo>
                  <a:lnTo>
                    <a:pt x="1691513" y="230983"/>
                  </a:lnTo>
                  <a:lnTo>
                    <a:pt x="1694888" y="237746"/>
                  </a:lnTo>
                  <a:lnTo>
                    <a:pt x="1694815" y="190724"/>
                  </a:lnTo>
                  <a:lnTo>
                    <a:pt x="1691776" y="184658"/>
                  </a:lnTo>
                  <a:lnTo>
                    <a:pt x="1694815" y="184658"/>
                  </a:lnTo>
                  <a:lnTo>
                    <a:pt x="1694815" y="145627"/>
                  </a:lnTo>
                  <a:lnTo>
                    <a:pt x="1694668" y="145248"/>
                  </a:lnTo>
                  <a:lnTo>
                    <a:pt x="1691513" y="138938"/>
                  </a:lnTo>
                  <a:close/>
                </a:path>
                <a:path w="2207259" h="361950">
                  <a:moveTo>
                    <a:pt x="1798225" y="194928"/>
                  </a:moveTo>
                  <a:lnTo>
                    <a:pt x="1798238" y="229349"/>
                  </a:lnTo>
                  <a:lnTo>
                    <a:pt x="1802444" y="237746"/>
                  </a:lnTo>
                  <a:lnTo>
                    <a:pt x="1802384" y="203260"/>
                  </a:lnTo>
                  <a:lnTo>
                    <a:pt x="1798225" y="194928"/>
                  </a:lnTo>
                  <a:close/>
                </a:path>
                <a:path w="2207259" h="361950">
                  <a:moveTo>
                    <a:pt x="78669" y="212364"/>
                  </a:moveTo>
                  <a:lnTo>
                    <a:pt x="78613" y="234798"/>
                  </a:lnTo>
                  <a:lnTo>
                    <a:pt x="79883" y="237341"/>
                  </a:lnTo>
                  <a:lnTo>
                    <a:pt x="79883" y="214796"/>
                  </a:lnTo>
                  <a:lnTo>
                    <a:pt x="78669" y="212364"/>
                  </a:lnTo>
                  <a:close/>
                </a:path>
                <a:path w="2207259" h="361950">
                  <a:moveTo>
                    <a:pt x="1863828" y="196850"/>
                  </a:moveTo>
                  <a:lnTo>
                    <a:pt x="1863725" y="237341"/>
                  </a:lnTo>
                  <a:lnTo>
                    <a:pt x="1864012" y="236981"/>
                  </a:lnTo>
                  <a:lnTo>
                    <a:pt x="1865791" y="233425"/>
                  </a:lnTo>
                  <a:lnTo>
                    <a:pt x="1865855" y="233298"/>
                  </a:lnTo>
                  <a:lnTo>
                    <a:pt x="1863882" y="229349"/>
                  </a:lnTo>
                  <a:lnTo>
                    <a:pt x="1867831" y="229349"/>
                  </a:lnTo>
                  <a:lnTo>
                    <a:pt x="1873926" y="217169"/>
                  </a:lnTo>
                  <a:lnTo>
                    <a:pt x="1873886" y="216916"/>
                  </a:lnTo>
                  <a:lnTo>
                    <a:pt x="1863828" y="196850"/>
                  </a:lnTo>
                  <a:close/>
                </a:path>
                <a:path w="2207259" h="361950">
                  <a:moveTo>
                    <a:pt x="67409" y="212364"/>
                  </a:moveTo>
                  <a:lnTo>
                    <a:pt x="67320" y="230025"/>
                  </a:lnTo>
                  <a:lnTo>
                    <a:pt x="70815" y="236981"/>
                  </a:lnTo>
                  <a:lnTo>
                    <a:pt x="70739" y="228600"/>
                  </a:lnTo>
                  <a:lnTo>
                    <a:pt x="75438" y="228600"/>
                  </a:lnTo>
                  <a:lnTo>
                    <a:pt x="75438" y="228441"/>
                  </a:lnTo>
                  <a:lnTo>
                    <a:pt x="67409" y="212364"/>
                  </a:lnTo>
                  <a:close/>
                </a:path>
                <a:path w="2207259" h="361950">
                  <a:moveTo>
                    <a:pt x="124388" y="187423"/>
                  </a:moveTo>
                  <a:lnTo>
                    <a:pt x="124333" y="218340"/>
                  </a:lnTo>
                  <a:lnTo>
                    <a:pt x="133664" y="236981"/>
                  </a:lnTo>
                  <a:lnTo>
                    <a:pt x="133603" y="205813"/>
                  </a:lnTo>
                  <a:lnTo>
                    <a:pt x="124388" y="187423"/>
                  </a:lnTo>
                  <a:close/>
                </a:path>
                <a:path w="2207259" h="361950">
                  <a:moveTo>
                    <a:pt x="152750" y="178264"/>
                  </a:moveTo>
                  <a:lnTo>
                    <a:pt x="152683" y="211286"/>
                  </a:lnTo>
                  <a:lnTo>
                    <a:pt x="165544" y="236981"/>
                  </a:lnTo>
                  <a:lnTo>
                    <a:pt x="165481" y="203882"/>
                  </a:lnTo>
                  <a:lnTo>
                    <a:pt x="152867" y="178498"/>
                  </a:lnTo>
                  <a:lnTo>
                    <a:pt x="152750" y="178264"/>
                  </a:lnTo>
                  <a:close/>
                </a:path>
                <a:path w="2207259" h="361950">
                  <a:moveTo>
                    <a:pt x="1329055" y="169116"/>
                  </a:moveTo>
                  <a:lnTo>
                    <a:pt x="1329055" y="234442"/>
                  </a:lnTo>
                  <a:lnTo>
                    <a:pt x="1330325" y="236981"/>
                  </a:lnTo>
                  <a:lnTo>
                    <a:pt x="1330325" y="171450"/>
                  </a:lnTo>
                  <a:lnTo>
                    <a:pt x="1330048" y="171107"/>
                  </a:lnTo>
                  <a:lnTo>
                    <a:pt x="1329055" y="169116"/>
                  </a:lnTo>
                  <a:close/>
                </a:path>
                <a:path w="2207259" h="361950">
                  <a:moveTo>
                    <a:pt x="278708" y="173450"/>
                  </a:moveTo>
                  <a:lnTo>
                    <a:pt x="278765" y="216916"/>
                  </a:lnTo>
                  <a:lnTo>
                    <a:pt x="288544" y="236474"/>
                  </a:lnTo>
                  <a:lnTo>
                    <a:pt x="288671" y="193395"/>
                  </a:lnTo>
                  <a:lnTo>
                    <a:pt x="278782" y="173597"/>
                  </a:lnTo>
                  <a:lnTo>
                    <a:pt x="278708" y="173450"/>
                  </a:lnTo>
                  <a:close/>
                </a:path>
                <a:path w="2207259" h="361950">
                  <a:moveTo>
                    <a:pt x="362076" y="175005"/>
                  </a:moveTo>
                  <a:lnTo>
                    <a:pt x="361950" y="213613"/>
                  </a:lnTo>
                  <a:lnTo>
                    <a:pt x="373380" y="236474"/>
                  </a:lnTo>
                  <a:lnTo>
                    <a:pt x="373380" y="197885"/>
                  </a:lnTo>
                  <a:lnTo>
                    <a:pt x="373516" y="197885"/>
                  </a:lnTo>
                  <a:lnTo>
                    <a:pt x="362076" y="175005"/>
                  </a:lnTo>
                  <a:close/>
                </a:path>
                <a:path w="2207259" h="361950">
                  <a:moveTo>
                    <a:pt x="721566" y="137972"/>
                  </a:moveTo>
                  <a:lnTo>
                    <a:pt x="721517" y="203260"/>
                  </a:lnTo>
                  <a:lnTo>
                    <a:pt x="738124" y="236474"/>
                  </a:lnTo>
                  <a:lnTo>
                    <a:pt x="738251" y="171107"/>
                  </a:lnTo>
                  <a:lnTo>
                    <a:pt x="737919" y="170617"/>
                  </a:lnTo>
                  <a:lnTo>
                    <a:pt x="721667" y="138175"/>
                  </a:lnTo>
                  <a:lnTo>
                    <a:pt x="721566" y="137972"/>
                  </a:lnTo>
                  <a:close/>
                </a:path>
                <a:path w="2207259" h="361950">
                  <a:moveTo>
                    <a:pt x="1885061" y="212851"/>
                  </a:moveTo>
                  <a:lnTo>
                    <a:pt x="1884555" y="213613"/>
                  </a:lnTo>
                  <a:lnTo>
                    <a:pt x="1878480" y="225734"/>
                  </a:lnTo>
                  <a:lnTo>
                    <a:pt x="1878539" y="226197"/>
                  </a:lnTo>
                  <a:lnTo>
                    <a:pt x="1883690" y="236474"/>
                  </a:lnTo>
                  <a:lnTo>
                    <a:pt x="1883792" y="236149"/>
                  </a:lnTo>
                  <a:lnTo>
                    <a:pt x="1887189" y="229349"/>
                  </a:lnTo>
                  <a:lnTo>
                    <a:pt x="1887093" y="216916"/>
                  </a:lnTo>
                  <a:lnTo>
                    <a:pt x="1885061" y="212851"/>
                  </a:lnTo>
                  <a:close/>
                </a:path>
                <a:path w="2207259" h="361950">
                  <a:moveTo>
                    <a:pt x="1773441" y="179841"/>
                  </a:moveTo>
                  <a:lnTo>
                    <a:pt x="1773432" y="221407"/>
                  </a:lnTo>
                  <a:lnTo>
                    <a:pt x="1780815" y="236149"/>
                  </a:lnTo>
                  <a:lnTo>
                    <a:pt x="1780794" y="194520"/>
                  </a:lnTo>
                  <a:lnTo>
                    <a:pt x="1773564" y="180086"/>
                  </a:lnTo>
                  <a:lnTo>
                    <a:pt x="1773441" y="179841"/>
                  </a:lnTo>
                  <a:close/>
                </a:path>
                <a:path w="2207259" h="361950">
                  <a:moveTo>
                    <a:pt x="2085552" y="190346"/>
                  </a:moveTo>
                  <a:lnTo>
                    <a:pt x="2085510" y="216153"/>
                  </a:lnTo>
                  <a:lnTo>
                    <a:pt x="2095500" y="236149"/>
                  </a:lnTo>
                  <a:lnTo>
                    <a:pt x="2095500" y="224907"/>
                  </a:lnTo>
                  <a:lnTo>
                    <a:pt x="2093214" y="224907"/>
                  </a:lnTo>
                  <a:lnTo>
                    <a:pt x="2093214" y="205813"/>
                  </a:lnTo>
                  <a:lnTo>
                    <a:pt x="2093072" y="205423"/>
                  </a:lnTo>
                  <a:lnTo>
                    <a:pt x="2085552" y="190346"/>
                  </a:lnTo>
                  <a:close/>
                </a:path>
                <a:path w="2207259" h="361950">
                  <a:moveTo>
                    <a:pt x="392302" y="92710"/>
                  </a:moveTo>
                  <a:lnTo>
                    <a:pt x="381508" y="92710"/>
                  </a:lnTo>
                  <a:lnTo>
                    <a:pt x="381381" y="213613"/>
                  </a:lnTo>
                  <a:lnTo>
                    <a:pt x="392302" y="235457"/>
                  </a:lnTo>
                  <a:lnTo>
                    <a:pt x="392302" y="92710"/>
                  </a:lnTo>
                  <a:close/>
                </a:path>
                <a:path w="2207259" h="361950">
                  <a:moveTo>
                    <a:pt x="1495171" y="163614"/>
                  </a:moveTo>
                  <a:lnTo>
                    <a:pt x="1495171" y="218849"/>
                  </a:lnTo>
                  <a:lnTo>
                    <a:pt x="1503299" y="235120"/>
                  </a:lnTo>
                  <a:lnTo>
                    <a:pt x="1503299" y="179841"/>
                  </a:lnTo>
                  <a:lnTo>
                    <a:pt x="1495171" y="163614"/>
                  </a:lnTo>
                  <a:close/>
                </a:path>
                <a:path w="2207259" h="361950">
                  <a:moveTo>
                    <a:pt x="78613" y="212364"/>
                  </a:moveTo>
                  <a:lnTo>
                    <a:pt x="75438" y="212364"/>
                  </a:lnTo>
                  <a:lnTo>
                    <a:pt x="75517" y="228600"/>
                  </a:lnTo>
                  <a:lnTo>
                    <a:pt x="78613" y="234798"/>
                  </a:lnTo>
                  <a:lnTo>
                    <a:pt x="78613" y="212364"/>
                  </a:lnTo>
                  <a:close/>
                </a:path>
                <a:path w="2207259" h="361950">
                  <a:moveTo>
                    <a:pt x="98425" y="195650"/>
                  </a:moveTo>
                  <a:lnTo>
                    <a:pt x="98312" y="224452"/>
                  </a:lnTo>
                  <a:lnTo>
                    <a:pt x="103284" y="234442"/>
                  </a:lnTo>
                  <a:lnTo>
                    <a:pt x="103250" y="205423"/>
                  </a:lnTo>
                  <a:lnTo>
                    <a:pt x="103016" y="204844"/>
                  </a:lnTo>
                  <a:lnTo>
                    <a:pt x="98425" y="195650"/>
                  </a:lnTo>
                  <a:close/>
                </a:path>
                <a:path w="2207259" h="361950">
                  <a:moveTo>
                    <a:pt x="1297387" y="171107"/>
                  </a:moveTo>
                  <a:lnTo>
                    <a:pt x="1297463" y="222250"/>
                  </a:lnTo>
                  <a:lnTo>
                    <a:pt x="1303543" y="234442"/>
                  </a:lnTo>
                  <a:lnTo>
                    <a:pt x="1303456" y="183244"/>
                  </a:lnTo>
                  <a:lnTo>
                    <a:pt x="1297387" y="171107"/>
                  </a:lnTo>
                  <a:close/>
                </a:path>
                <a:path w="2207259" h="361950">
                  <a:moveTo>
                    <a:pt x="1303642" y="118198"/>
                  </a:moveTo>
                  <a:lnTo>
                    <a:pt x="1303594" y="183521"/>
                  </a:lnTo>
                  <a:lnTo>
                    <a:pt x="1329055" y="234442"/>
                  </a:lnTo>
                  <a:lnTo>
                    <a:pt x="1329055" y="169116"/>
                  </a:lnTo>
                  <a:lnTo>
                    <a:pt x="1303642" y="118198"/>
                  </a:lnTo>
                  <a:close/>
                </a:path>
                <a:path w="2207259" h="361950">
                  <a:moveTo>
                    <a:pt x="2074343" y="193801"/>
                  </a:moveTo>
                  <a:lnTo>
                    <a:pt x="2074291" y="220979"/>
                  </a:lnTo>
                  <a:lnTo>
                    <a:pt x="2080768" y="233933"/>
                  </a:lnTo>
                  <a:lnTo>
                    <a:pt x="2080768" y="206527"/>
                  </a:lnTo>
                  <a:lnTo>
                    <a:pt x="2080514" y="206154"/>
                  </a:lnTo>
                  <a:lnTo>
                    <a:pt x="2074343" y="193801"/>
                  </a:lnTo>
                  <a:close/>
                </a:path>
                <a:path w="2207259" h="361950">
                  <a:moveTo>
                    <a:pt x="990269" y="156896"/>
                  </a:moveTo>
                  <a:lnTo>
                    <a:pt x="990219" y="202932"/>
                  </a:lnTo>
                  <a:lnTo>
                    <a:pt x="1005373" y="233298"/>
                  </a:lnTo>
                  <a:lnTo>
                    <a:pt x="1005332" y="187134"/>
                  </a:lnTo>
                  <a:lnTo>
                    <a:pt x="1004858" y="186102"/>
                  </a:lnTo>
                  <a:lnTo>
                    <a:pt x="990269" y="156896"/>
                  </a:lnTo>
                  <a:close/>
                </a:path>
                <a:path w="2207259" h="361950">
                  <a:moveTo>
                    <a:pt x="1570482" y="172346"/>
                  </a:moveTo>
                  <a:lnTo>
                    <a:pt x="1570482" y="219710"/>
                  </a:lnTo>
                  <a:lnTo>
                    <a:pt x="1577276" y="233298"/>
                  </a:lnTo>
                  <a:lnTo>
                    <a:pt x="1577340" y="185817"/>
                  </a:lnTo>
                  <a:lnTo>
                    <a:pt x="1577054" y="185479"/>
                  </a:lnTo>
                  <a:lnTo>
                    <a:pt x="1570482" y="172346"/>
                  </a:lnTo>
                  <a:close/>
                </a:path>
                <a:path w="2207259" h="361950">
                  <a:moveTo>
                    <a:pt x="1867831" y="229349"/>
                  </a:moveTo>
                  <a:lnTo>
                    <a:pt x="1863882" y="229349"/>
                  </a:lnTo>
                  <a:lnTo>
                    <a:pt x="1865855" y="233298"/>
                  </a:lnTo>
                  <a:lnTo>
                    <a:pt x="1867831" y="229349"/>
                  </a:lnTo>
                  <a:close/>
                </a:path>
                <a:path w="2207259" h="361950">
                  <a:moveTo>
                    <a:pt x="1899793" y="204121"/>
                  </a:moveTo>
                  <a:lnTo>
                    <a:pt x="1891157" y="221407"/>
                  </a:lnTo>
                  <a:lnTo>
                    <a:pt x="1891284" y="225298"/>
                  </a:lnTo>
                  <a:lnTo>
                    <a:pt x="1894753" y="232237"/>
                  </a:lnTo>
                  <a:lnTo>
                    <a:pt x="1894840" y="232410"/>
                  </a:lnTo>
                  <a:lnTo>
                    <a:pt x="1899647" y="222795"/>
                  </a:lnTo>
                  <a:lnTo>
                    <a:pt x="1899768" y="222552"/>
                  </a:lnTo>
                  <a:lnTo>
                    <a:pt x="1899793" y="204121"/>
                  </a:lnTo>
                  <a:close/>
                </a:path>
                <a:path w="2207259" h="361950">
                  <a:moveTo>
                    <a:pt x="16383" y="228600"/>
                  </a:moveTo>
                  <a:lnTo>
                    <a:pt x="15621" y="228600"/>
                  </a:lnTo>
                  <a:lnTo>
                    <a:pt x="15651" y="230743"/>
                  </a:lnTo>
                  <a:lnTo>
                    <a:pt x="16397" y="232237"/>
                  </a:lnTo>
                  <a:lnTo>
                    <a:pt x="16383" y="228600"/>
                  </a:lnTo>
                  <a:close/>
                </a:path>
                <a:path w="2207259" h="361950">
                  <a:moveTo>
                    <a:pt x="1591437" y="166208"/>
                  </a:moveTo>
                  <a:lnTo>
                    <a:pt x="1591563" y="214471"/>
                  </a:lnTo>
                  <a:lnTo>
                    <a:pt x="1600453" y="232237"/>
                  </a:lnTo>
                  <a:lnTo>
                    <a:pt x="1600453" y="184658"/>
                  </a:lnTo>
                  <a:lnTo>
                    <a:pt x="1600637" y="184658"/>
                  </a:lnTo>
                  <a:lnTo>
                    <a:pt x="1591437" y="166208"/>
                  </a:lnTo>
                  <a:close/>
                </a:path>
                <a:path w="2207259" h="361950">
                  <a:moveTo>
                    <a:pt x="1875160" y="219456"/>
                  </a:moveTo>
                  <a:lnTo>
                    <a:pt x="1875155" y="232237"/>
                  </a:lnTo>
                  <a:lnTo>
                    <a:pt x="1875369" y="231939"/>
                  </a:lnTo>
                  <a:lnTo>
                    <a:pt x="1875515" y="231647"/>
                  </a:lnTo>
                  <a:lnTo>
                    <a:pt x="1875536" y="220217"/>
                  </a:lnTo>
                  <a:lnTo>
                    <a:pt x="1875160" y="219456"/>
                  </a:lnTo>
                  <a:close/>
                </a:path>
                <a:path w="2207259" h="361950">
                  <a:moveTo>
                    <a:pt x="1824411" y="182738"/>
                  </a:moveTo>
                  <a:lnTo>
                    <a:pt x="1824406" y="214471"/>
                  </a:lnTo>
                  <a:lnTo>
                    <a:pt x="1833118" y="231939"/>
                  </a:lnTo>
                  <a:lnTo>
                    <a:pt x="1833118" y="200151"/>
                  </a:lnTo>
                  <a:lnTo>
                    <a:pt x="1824411" y="182738"/>
                  </a:lnTo>
                  <a:close/>
                </a:path>
                <a:path w="2207259" h="361950">
                  <a:moveTo>
                    <a:pt x="85090" y="197885"/>
                  </a:moveTo>
                  <a:lnTo>
                    <a:pt x="85121" y="225298"/>
                  </a:lnTo>
                  <a:lnTo>
                    <a:pt x="88288" y="231647"/>
                  </a:lnTo>
                  <a:lnTo>
                    <a:pt x="88392" y="204519"/>
                  </a:lnTo>
                  <a:lnTo>
                    <a:pt x="85090" y="197885"/>
                  </a:lnTo>
                  <a:close/>
                </a:path>
                <a:path w="2207259" h="361950">
                  <a:moveTo>
                    <a:pt x="109403" y="188515"/>
                  </a:moveTo>
                  <a:lnTo>
                    <a:pt x="109347" y="217519"/>
                  </a:lnTo>
                  <a:lnTo>
                    <a:pt x="116403" y="231647"/>
                  </a:lnTo>
                  <a:lnTo>
                    <a:pt x="116332" y="202188"/>
                  </a:lnTo>
                  <a:lnTo>
                    <a:pt x="116120" y="201934"/>
                  </a:lnTo>
                  <a:lnTo>
                    <a:pt x="109403" y="188515"/>
                  </a:lnTo>
                  <a:close/>
                </a:path>
                <a:path w="2207259" h="361950">
                  <a:moveTo>
                    <a:pt x="1444498" y="212364"/>
                  </a:moveTo>
                  <a:lnTo>
                    <a:pt x="1434983" y="212364"/>
                  </a:lnTo>
                  <a:lnTo>
                    <a:pt x="1444625" y="231647"/>
                  </a:lnTo>
                  <a:lnTo>
                    <a:pt x="1444498" y="212364"/>
                  </a:lnTo>
                  <a:close/>
                </a:path>
                <a:path w="2207259" h="361950">
                  <a:moveTo>
                    <a:pt x="1810258" y="186102"/>
                  </a:moveTo>
                  <a:lnTo>
                    <a:pt x="1810165" y="218849"/>
                  </a:lnTo>
                  <a:lnTo>
                    <a:pt x="1816553" y="231647"/>
                  </a:lnTo>
                  <a:lnTo>
                    <a:pt x="1816481" y="198580"/>
                  </a:lnTo>
                  <a:lnTo>
                    <a:pt x="1810258" y="186102"/>
                  </a:lnTo>
                  <a:close/>
                </a:path>
                <a:path w="2207259" h="361950">
                  <a:moveTo>
                    <a:pt x="1875542" y="220217"/>
                  </a:moveTo>
                  <a:lnTo>
                    <a:pt x="1875536" y="231647"/>
                  </a:lnTo>
                  <a:lnTo>
                    <a:pt x="1878153" y="226386"/>
                  </a:lnTo>
                  <a:lnTo>
                    <a:pt x="1878247" y="226197"/>
                  </a:lnTo>
                  <a:lnTo>
                    <a:pt x="1878307" y="225734"/>
                  </a:lnTo>
                  <a:lnTo>
                    <a:pt x="1875542" y="220217"/>
                  </a:lnTo>
                  <a:close/>
                </a:path>
                <a:path w="2207259" h="361950">
                  <a:moveTo>
                    <a:pt x="1913382" y="195325"/>
                  </a:moveTo>
                  <a:lnTo>
                    <a:pt x="1907286" y="207517"/>
                  </a:lnTo>
                  <a:lnTo>
                    <a:pt x="1907286" y="231647"/>
                  </a:lnTo>
                  <a:lnTo>
                    <a:pt x="1913254" y="219710"/>
                  </a:lnTo>
                  <a:lnTo>
                    <a:pt x="1913381" y="219456"/>
                  </a:lnTo>
                  <a:lnTo>
                    <a:pt x="1913382" y="195325"/>
                  </a:lnTo>
                  <a:close/>
                </a:path>
                <a:path w="2207259" h="361950">
                  <a:moveTo>
                    <a:pt x="11684" y="208773"/>
                  </a:moveTo>
                  <a:lnTo>
                    <a:pt x="11684" y="222795"/>
                  </a:lnTo>
                  <a:lnTo>
                    <a:pt x="15651" y="230743"/>
                  </a:lnTo>
                  <a:lnTo>
                    <a:pt x="15621" y="228600"/>
                  </a:lnTo>
                  <a:lnTo>
                    <a:pt x="16383" y="228600"/>
                  </a:lnTo>
                  <a:lnTo>
                    <a:pt x="16383" y="217977"/>
                  </a:lnTo>
                  <a:lnTo>
                    <a:pt x="16207" y="217809"/>
                  </a:lnTo>
                  <a:lnTo>
                    <a:pt x="13576" y="212364"/>
                  </a:lnTo>
                  <a:lnTo>
                    <a:pt x="11684" y="208773"/>
                  </a:lnTo>
                  <a:close/>
                </a:path>
                <a:path w="2207259" h="361950">
                  <a:moveTo>
                    <a:pt x="168402" y="176022"/>
                  </a:moveTo>
                  <a:lnTo>
                    <a:pt x="168277" y="209452"/>
                  </a:lnTo>
                  <a:lnTo>
                    <a:pt x="178876" y="230743"/>
                  </a:lnTo>
                  <a:lnTo>
                    <a:pt x="178943" y="196850"/>
                  </a:lnTo>
                  <a:lnTo>
                    <a:pt x="178713" y="196644"/>
                  </a:lnTo>
                  <a:lnTo>
                    <a:pt x="168402" y="176022"/>
                  </a:lnTo>
                  <a:close/>
                </a:path>
                <a:path w="2207259" h="361950">
                  <a:moveTo>
                    <a:pt x="827405" y="119380"/>
                  </a:moveTo>
                  <a:lnTo>
                    <a:pt x="827473" y="225044"/>
                  </a:lnTo>
                  <a:lnTo>
                    <a:pt x="830326" y="230743"/>
                  </a:lnTo>
                  <a:lnTo>
                    <a:pt x="830326" y="124968"/>
                  </a:lnTo>
                  <a:lnTo>
                    <a:pt x="830087" y="124744"/>
                  </a:lnTo>
                  <a:lnTo>
                    <a:pt x="827405" y="119380"/>
                  </a:lnTo>
                  <a:close/>
                </a:path>
                <a:path w="2207259" h="361950">
                  <a:moveTo>
                    <a:pt x="1635378" y="161658"/>
                  </a:moveTo>
                  <a:lnTo>
                    <a:pt x="1635378" y="209041"/>
                  </a:lnTo>
                  <a:lnTo>
                    <a:pt x="1646229" y="230743"/>
                  </a:lnTo>
                  <a:lnTo>
                    <a:pt x="1646301" y="183387"/>
                  </a:lnTo>
                  <a:lnTo>
                    <a:pt x="1646162" y="183244"/>
                  </a:lnTo>
                  <a:lnTo>
                    <a:pt x="1635378" y="161658"/>
                  </a:lnTo>
                  <a:close/>
                </a:path>
                <a:path w="2207259" h="361950">
                  <a:moveTo>
                    <a:pt x="1674671" y="150507"/>
                  </a:moveTo>
                  <a:lnTo>
                    <a:pt x="1674627" y="197153"/>
                  </a:lnTo>
                  <a:lnTo>
                    <a:pt x="1691393" y="230743"/>
                  </a:lnTo>
                  <a:lnTo>
                    <a:pt x="1691513" y="184658"/>
                  </a:lnTo>
                  <a:lnTo>
                    <a:pt x="1691776" y="184658"/>
                  </a:lnTo>
                  <a:lnTo>
                    <a:pt x="1674671" y="150507"/>
                  </a:lnTo>
                  <a:close/>
                </a:path>
                <a:path w="2207259" h="361950">
                  <a:moveTo>
                    <a:pt x="1068409" y="131742"/>
                  </a:moveTo>
                  <a:lnTo>
                    <a:pt x="1068348" y="195650"/>
                  </a:lnTo>
                  <a:lnTo>
                    <a:pt x="1085763" y="230416"/>
                  </a:lnTo>
                  <a:lnTo>
                    <a:pt x="1085723" y="166208"/>
                  </a:lnTo>
                  <a:lnTo>
                    <a:pt x="1085495" y="165914"/>
                  </a:lnTo>
                  <a:lnTo>
                    <a:pt x="1068409" y="131742"/>
                  </a:lnTo>
                  <a:close/>
                </a:path>
                <a:path w="2207259" h="361950">
                  <a:moveTo>
                    <a:pt x="1758950" y="229349"/>
                  </a:moveTo>
                  <a:lnTo>
                    <a:pt x="1758346" y="229349"/>
                  </a:lnTo>
                  <a:lnTo>
                    <a:pt x="1758880" y="230416"/>
                  </a:lnTo>
                  <a:lnTo>
                    <a:pt x="1758950" y="229349"/>
                  </a:lnTo>
                  <a:close/>
                </a:path>
                <a:path w="2207259" h="361950">
                  <a:moveTo>
                    <a:pt x="2125091" y="187134"/>
                  </a:moveTo>
                  <a:lnTo>
                    <a:pt x="2124971" y="202932"/>
                  </a:lnTo>
                  <a:lnTo>
                    <a:pt x="2138680" y="230416"/>
                  </a:lnTo>
                  <a:lnTo>
                    <a:pt x="2138680" y="214219"/>
                  </a:lnTo>
                  <a:lnTo>
                    <a:pt x="2138468" y="213953"/>
                  </a:lnTo>
                  <a:lnTo>
                    <a:pt x="2125091" y="187134"/>
                  </a:lnTo>
                  <a:close/>
                </a:path>
                <a:path w="2207259" h="361950">
                  <a:moveTo>
                    <a:pt x="55499" y="188515"/>
                  </a:moveTo>
                  <a:lnTo>
                    <a:pt x="55580" y="206660"/>
                  </a:lnTo>
                  <a:lnTo>
                    <a:pt x="67245" y="229877"/>
                  </a:lnTo>
                  <a:lnTo>
                    <a:pt x="67310" y="212364"/>
                  </a:lnTo>
                  <a:lnTo>
                    <a:pt x="66870" y="211286"/>
                  </a:lnTo>
                  <a:lnTo>
                    <a:pt x="55499" y="188515"/>
                  </a:lnTo>
                  <a:close/>
                </a:path>
                <a:path w="2207259" h="361950">
                  <a:moveTo>
                    <a:pt x="1613962" y="166208"/>
                  </a:moveTo>
                  <a:lnTo>
                    <a:pt x="1613916" y="211286"/>
                  </a:lnTo>
                  <a:lnTo>
                    <a:pt x="1623187" y="229877"/>
                  </a:lnTo>
                  <a:lnTo>
                    <a:pt x="1623187" y="184658"/>
                  </a:lnTo>
                  <a:lnTo>
                    <a:pt x="1613962" y="166208"/>
                  </a:lnTo>
                  <a:close/>
                </a:path>
                <a:path w="2207259" h="361950">
                  <a:moveTo>
                    <a:pt x="1656563" y="160961"/>
                  </a:moveTo>
                  <a:lnTo>
                    <a:pt x="1656591" y="204121"/>
                  </a:lnTo>
                  <a:lnTo>
                    <a:pt x="1669458" y="229877"/>
                  </a:lnTo>
                  <a:lnTo>
                    <a:pt x="1669415" y="187134"/>
                  </a:lnTo>
                  <a:lnTo>
                    <a:pt x="1669626" y="187134"/>
                  </a:lnTo>
                  <a:lnTo>
                    <a:pt x="1656563" y="160961"/>
                  </a:lnTo>
                  <a:close/>
                </a:path>
                <a:path w="2207259" h="361950">
                  <a:moveTo>
                    <a:pt x="1711176" y="178264"/>
                  </a:moveTo>
                  <a:lnTo>
                    <a:pt x="1711133" y="223304"/>
                  </a:lnTo>
                  <a:lnTo>
                    <a:pt x="1714425" y="229877"/>
                  </a:lnTo>
                  <a:lnTo>
                    <a:pt x="1714500" y="184658"/>
                  </a:lnTo>
                  <a:lnTo>
                    <a:pt x="1713804" y="183521"/>
                  </a:lnTo>
                  <a:lnTo>
                    <a:pt x="1711293" y="178498"/>
                  </a:lnTo>
                  <a:lnTo>
                    <a:pt x="1711176" y="178264"/>
                  </a:lnTo>
                  <a:close/>
                </a:path>
                <a:path w="2207259" h="361950">
                  <a:moveTo>
                    <a:pt x="21971" y="157734"/>
                  </a:moveTo>
                  <a:lnTo>
                    <a:pt x="21691" y="157734"/>
                  </a:lnTo>
                  <a:lnTo>
                    <a:pt x="16383" y="162560"/>
                  </a:lnTo>
                  <a:lnTo>
                    <a:pt x="16288" y="217977"/>
                  </a:lnTo>
                  <a:lnTo>
                    <a:pt x="21605" y="228441"/>
                  </a:lnTo>
                  <a:lnTo>
                    <a:pt x="21686" y="228600"/>
                  </a:lnTo>
                  <a:lnTo>
                    <a:pt x="21971" y="229349"/>
                  </a:lnTo>
                  <a:lnTo>
                    <a:pt x="21971" y="157734"/>
                  </a:lnTo>
                  <a:close/>
                </a:path>
                <a:path w="2207259" h="361950">
                  <a:moveTo>
                    <a:pt x="1742678" y="160005"/>
                  </a:moveTo>
                  <a:lnTo>
                    <a:pt x="1742628" y="197885"/>
                  </a:lnTo>
                  <a:lnTo>
                    <a:pt x="1758346" y="229349"/>
                  </a:lnTo>
                  <a:lnTo>
                    <a:pt x="1758188" y="229349"/>
                  </a:lnTo>
                  <a:lnTo>
                    <a:pt x="1758064" y="190724"/>
                  </a:lnTo>
                  <a:lnTo>
                    <a:pt x="1742678" y="160005"/>
                  </a:lnTo>
                  <a:close/>
                </a:path>
                <a:path w="2207259" h="361950">
                  <a:moveTo>
                    <a:pt x="1786335" y="171107"/>
                  </a:moveTo>
                  <a:lnTo>
                    <a:pt x="1786255" y="205423"/>
                  </a:lnTo>
                  <a:lnTo>
                    <a:pt x="1798238" y="229349"/>
                  </a:lnTo>
                  <a:lnTo>
                    <a:pt x="1798193" y="194928"/>
                  </a:lnTo>
                  <a:lnTo>
                    <a:pt x="1798021" y="194520"/>
                  </a:lnTo>
                  <a:lnTo>
                    <a:pt x="1786335" y="171107"/>
                  </a:lnTo>
                  <a:close/>
                </a:path>
                <a:path w="2207259" h="361950">
                  <a:moveTo>
                    <a:pt x="1858772" y="160273"/>
                  </a:moveTo>
                  <a:lnTo>
                    <a:pt x="1858772" y="219119"/>
                  </a:lnTo>
                  <a:lnTo>
                    <a:pt x="1863882" y="229349"/>
                  </a:lnTo>
                  <a:lnTo>
                    <a:pt x="1863725" y="229349"/>
                  </a:lnTo>
                  <a:lnTo>
                    <a:pt x="1863725" y="196644"/>
                  </a:lnTo>
                  <a:lnTo>
                    <a:pt x="1858957" y="187134"/>
                  </a:lnTo>
                  <a:lnTo>
                    <a:pt x="1863725" y="187134"/>
                  </a:lnTo>
                  <a:lnTo>
                    <a:pt x="1863725" y="170313"/>
                  </a:lnTo>
                  <a:lnTo>
                    <a:pt x="1863471" y="169672"/>
                  </a:lnTo>
                  <a:lnTo>
                    <a:pt x="1858772" y="160273"/>
                  </a:lnTo>
                  <a:close/>
                </a:path>
                <a:path w="2207259" h="361950">
                  <a:moveTo>
                    <a:pt x="1887220" y="217169"/>
                  </a:moveTo>
                  <a:lnTo>
                    <a:pt x="1887220" y="229349"/>
                  </a:lnTo>
                  <a:lnTo>
                    <a:pt x="1887563" y="228600"/>
                  </a:lnTo>
                  <a:lnTo>
                    <a:pt x="1890209" y="223304"/>
                  </a:lnTo>
                  <a:lnTo>
                    <a:pt x="1890032" y="222795"/>
                  </a:lnTo>
                  <a:lnTo>
                    <a:pt x="1887220" y="217169"/>
                  </a:lnTo>
                  <a:close/>
                </a:path>
                <a:path w="2207259" h="361950">
                  <a:moveTo>
                    <a:pt x="2151507" y="199062"/>
                  </a:moveTo>
                  <a:lnTo>
                    <a:pt x="2151543" y="205813"/>
                  </a:lnTo>
                  <a:lnTo>
                    <a:pt x="2163311" y="229349"/>
                  </a:lnTo>
                  <a:lnTo>
                    <a:pt x="2163191" y="222250"/>
                  </a:lnTo>
                  <a:lnTo>
                    <a:pt x="2163038" y="222086"/>
                  </a:lnTo>
                  <a:lnTo>
                    <a:pt x="2151507" y="199062"/>
                  </a:lnTo>
                  <a:close/>
                </a:path>
                <a:path w="2207259" h="361950">
                  <a:moveTo>
                    <a:pt x="67310" y="189591"/>
                  </a:moveTo>
                  <a:lnTo>
                    <a:pt x="67409" y="212364"/>
                  </a:lnTo>
                  <a:lnTo>
                    <a:pt x="75438" y="228441"/>
                  </a:lnTo>
                  <a:lnTo>
                    <a:pt x="75438" y="212364"/>
                  </a:lnTo>
                  <a:lnTo>
                    <a:pt x="78669" y="212364"/>
                  </a:lnTo>
                  <a:lnTo>
                    <a:pt x="67310" y="189591"/>
                  </a:lnTo>
                  <a:close/>
                </a:path>
                <a:path w="2207259" h="361950">
                  <a:moveTo>
                    <a:pt x="1238250" y="158749"/>
                  </a:moveTo>
                  <a:lnTo>
                    <a:pt x="1238250" y="223304"/>
                  </a:lnTo>
                  <a:lnTo>
                    <a:pt x="1240409" y="227630"/>
                  </a:lnTo>
                  <a:lnTo>
                    <a:pt x="1240409" y="163190"/>
                  </a:lnTo>
                  <a:lnTo>
                    <a:pt x="1240155" y="162560"/>
                  </a:lnTo>
                  <a:lnTo>
                    <a:pt x="1238250" y="158749"/>
                  </a:lnTo>
                  <a:close/>
                </a:path>
                <a:path w="2207259" h="361950">
                  <a:moveTo>
                    <a:pt x="1726946" y="166492"/>
                  </a:moveTo>
                  <a:lnTo>
                    <a:pt x="1727051" y="210014"/>
                  </a:lnTo>
                  <a:lnTo>
                    <a:pt x="1735859" y="227630"/>
                  </a:lnTo>
                  <a:lnTo>
                    <a:pt x="1735963" y="184658"/>
                  </a:lnTo>
                  <a:lnTo>
                    <a:pt x="1735453" y="183521"/>
                  </a:lnTo>
                  <a:lnTo>
                    <a:pt x="1726946" y="166492"/>
                  </a:lnTo>
                  <a:close/>
                </a:path>
                <a:path w="2207259" h="361950">
                  <a:moveTo>
                    <a:pt x="299593" y="175260"/>
                  </a:moveTo>
                  <a:lnTo>
                    <a:pt x="299593" y="215262"/>
                  </a:lnTo>
                  <a:lnTo>
                    <a:pt x="305435" y="226958"/>
                  </a:lnTo>
                  <a:lnTo>
                    <a:pt x="305435" y="187134"/>
                  </a:lnTo>
                  <a:lnTo>
                    <a:pt x="305014" y="186102"/>
                  </a:lnTo>
                  <a:lnTo>
                    <a:pt x="299593" y="175260"/>
                  </a:lnTo>
                  <a:close/>
                </a:path>
                <a:path w="2207259" h="361950">
                  <a:moveTo>
                    <a:pt x="2138680" y="190346"/>
                  </a:moveTo>
                  <a:lnTo>
                    <a:pt x="2138770" y="200933"/>
                  </a:lnTo>
                  <a:lnTo>
                    <a:pt x="2151180" y="225734"/>
                  </a:lnTo>
                  <a:lnTo>
                    <a:pt x="2151266" y="225906"/>
                  </a:lnTo>
                  <a:lnTo>
                    <a:pt x="2151343" y="226060"/>
                  </a:lnTo>
                  <a:lnTo>
                    <a:pt x="2151412" y="226197"/>
                  </a:lnTo>
                  <a:lnTo>
                    <a:pt x="2151507" y="216153"/>
                  </a:lnTo>
                  <a:lnTo>
                    <a:pt x="2151360" y="215687"/>
                  </a:lnTo>
                  <a:lnTo>
                    <a:pt x="2138680" y="190346"/>
                  </a:lnTo>
                  <a:close/>
                </a:path>
                <a:path w="2207259" h="361950">
                  <a:moveTo>
                    <a:pt x="782422" y="135027"/>
                  </a:moveTo>
                  <a:lnTo>
                    <a:pt x="782391" y="201934"/>
                  </a:lnTo>
                  <a:lnTo>
                    <a:pt x="794280" y="225734"/>
                  </a:lnTo>
                  <a:lnTo>
                    <a:pt x="794366" y="225906"/>
                  </a:lnTo>
                  <a:lnTo>
                    <a:pt x="794443" y="226060"/>
                  </a:lnTo>
                  <a:lnTo>
                    <a:pt x="794512" y="159244"/>
                  </a:lnTo>
                  <a:lnTo>
                    <a:pt x="794295" y="158749"/>
                  </a:lnTo>
                  <a:lnTo>
                    <a:pt x="782422" y="135027"/>
                  </a:lnTo>
                  <a:close/>
                </a:path>
                <a:path w="2207259" h="361950">
                  <a:moveTo>
                    <a:pt x="1265799" y="158749"/>
                  </a:moveTo>
                  <a:lnTo>
                    <a:pt x="1265682" y="213613"/>
                  </a:lnTo>
                  <a:lnTo>
                    <a:pt x="1271742" y="225734"/>
                  </a:lnTo>
                  <a:lnTo>
                    <a:pt x="1271828" y="225906"/>
                  </a:lnTo>
                  <a:lnTo>
                    <a:pt x="1271905" y="171107"/>
                  </a:lnTo>
                  <a:lnTo>
                    <a:pt x="1271717" y="170617"/>
                  </a:lnTo>
                  <a:lnTo>
                    <a:pt x="1265799" y="158749"/>
                  </a:lnTo>
                  <a:close/>
                </a:path>
                <a:path w="2207259" h="361950">
                  <a:moveTo>
                    <a:pt x="1880576" y="203882"/>
                  </a:moveTo>
                  <a:lnTo>
                    <a:pt x="1875536" y="213953"/>
                  </a:lnTo>
                  <a:lnTo>
                    <a:pt x="1875542" y="220217"/>
                  </a:lnTo>
                  <a:lnTo>
                    <a:pt x="1878307" y="225734"/>
                  </a:lnTo>
                  <a:lnTo>
                    <a:pt x="1878393" y="225906"/>
                  </a:lnTo>
                  <a:lnTo>
                    <a:pt x="1884937" y="212851"/>
                  </a:lnTo>
                  <a:lnTo>
                    <a:pt x="1884817" y="212364"/>
                  </a:lnTo>
                  <a:lnTo>
                    <a:pt x="1880695" y="204121"/>
                  </a:lnTo>
                  <a:lnTo>
                    <a:pt x="1880576" y="203882"/>
                  </a:lnTo>
                  <a:close/>
                </a:path>
                <a:path w="2207259" h="361950">
                  <a:moveTo>
                    <a:pt x="1518412" y="162013"/>
                  </a:moveTo>
                  <a:lnTo>
                    <a:pt x="1518412" y="210014"/>
                  </a:lnTo>
                  <a:lnTo>
                    <a:pt x="1526286" y="225734"/>
                  </a:lnTo>
                  <a:lnTo>
                    <a:pt x="1526286" y="177789"/>
                  </a:lnTo>
                  <a:lnTo>
                    <a:pt x="1518412" y="162013"/>
                  </a:lnTo>
                  <a:close/>
                </a:path>
                <a:path w="2207259" h="361950">
                  <a:moveTo>
                    <a:pt x="1548129" y="175005"/>
                  </a:moveTo>
                  <a:lnTo>
                    <a:pt x="1548056" y="221407"/>
                  </a:lnTo>
                  <a:lnTo>
                    <a:pt x="1550215" y="225734"/>
                  </a:lnTo>
                  <a:lnTo>
                    <a:pt x="1550162" y="179070"/>
                  </a:lnTo>
                  <a:lnTo>
                    <a:pt x="1548129" y="175005"/>
                  </a:lnTo>
                  <a:close/>
                </a:path>
                <a:path w="2207259" h="361950">
                  <a:moveTo>
                    <a:pt x="79883" y="187423"/>
                  </a:moveTo>
                  <a:lnTo>
                    <a:pt x="79969" y="214970"/>
                  </a:lnTo>
                  <a:lnTo>
                    <a:pt x="84926" y="224907"/>
                  </a:lnTo>
                  <a:lnTo>
                    <a:pt x="84994" y="225044"/>
                  </a:lnTo>
                  <a:lnTo>
                    <a:pt x="85090" y="197885"/>
                  </a:lnTo>
                  <a:lnTo>
                    <a:pt x="79883" y="187423"/>
                  </a:lnTo>
                  <a:close/>
                </a:path>
                <a:path w="2207259" h="361950">
                  <a:moveTo>
                    <a:pt x="184749" y="173989"/>
                  </a:moveTo>
                  <a:lnTo>
                    <a:pt x="184658" y="174399"/>
                  </a:lnTo>
                  <a:lnTo>
                    <a:pt x="184540" y="208298"/>
                  </a:lnTo>
                  <a:lnTo>
                    <a:pt x="192844" y="224907"/>
                  </a:lnTo>
                  <a:lnTo>
                    <a:pt x="192913" y="225044"/>
                  </a:lnTo>
                  <a:lnTo>
                    <a:pt x="193040" y="190346"/>
                  </a:lnTo>
                  <a:lnTo>
                    <a:pt x="192834" y="190175"/>
                  </a:lnTo>
                  <a:lnTo>
                    <a:pt x="184749" y="173989"/>
                  </a:lnTo>
                  <a:close/>
                </a:path>
                <a:path w="2207259" h="361950">
                  <a:moveTo>
                    <a:pt x="806450" y="77470"/>
                  </a:moveTo>
                  <a:lnTo>
                    <a:pt x="806554" y="183244"/>
                  </a:lnTo>
                  <a:lnTo>
                    <a:pt x="827405" y="224907"/>
                  </a:lnTo>
                  <a:lnTo>
                    <a:pt x="827405" y="119380"/>
                  </a:lnTo>
                  <a:lnTo>
                    <a:pt x="806450" y="77470"/>
                  </a:lnTo>
                  <a:close/>
                </a:path>
                <a:path w="2207259" h="361950">
                  <a:moveTo>
                    <a:pt x="1891157" y="221407"/>
                  </a:moveTo>
                  <a:lnTo>
                    <a:pt x="1890584" y="222552"/>
                  </a:lnTo>
                  <a:lnTo>
                    <a:pt x="1890463" y="222795"/>
                  </a:lnTo>
                  <a:lnTo>
                    <a:pt x="1890287" y="223304"/>
                  </a:lnTo>
                  <a:lnTo>
                    <a:pt x="1891088" y="224907"/>
                  </a:lnTo>
                  <a:lnTo>
                    <a:pt x="1891157" y="221407"/>
                  </a:lnTo>
                  <a:close/>
                </a:path>
                <a:path w="2207259" h="361950">
                  <a:moveTo>
                    <a:pt x="2093266" y="205813"/>
                  </a:moveTo>
                  <a:lnTo>
                    <a:pt x="2093214" y="224907"/>
                  </a:lnTo>
                  <a:lnTo>
                    <a:pt x="2095500" y="224907"/>
                  </a:lnTo>
                  <a:lnTo>
                    <a:pt x="2095500" y="210452"/>
                  </a:lnTo>
                  <a:lnTo>
                    <a:pt x="2095361" y="210014"/>
                  </a:lnTo>
                  <a:lnTo>
                    <a:pt x="2093436" y="206154"/>
                  </a:lnTo>
                  <a:lnTo>
                    <a:pt x="2093362" y="206004"/>
                  </a:lnTo>
                  <a:lnTo>
                    <a:pt x="2093266" y="205813"/>
                  </a:lnTo>
                  <a:close/>
                </a:path>
                <a:path w="2207259" h="361950">
                  <a:moveTo>
                    <a:pt x="2182749" y="54610"/>
                  </a:moveTo>
                  <a:lnTo>
                    <a:pt x="2178050" y="54610"/>
                  </a:lnTo>
                  <a:lnTo>
                    <a:pt x="2178050" y="224907"/>
                  </a:lnTo>
                  <a:lnTo>
                    <a:pt x="2182749" y="224907"/>
                  </a:lnTo>
                  <a:lnTo>
                    <a:pt x="2182749" y="54610"/>
                  </a:lnTo>
                  <a:close/>
                </a:path>
                <a:path w="2207259" h="361950">
                  <a:moveTo>
                    <a:pt x="44358" y="166208"/>
                  </a:moveTo>
                  <a:lnTo>
                    <a:pt x="44323" y="166492"/>
                  </a:lnTo>
                  <a:lnTo>
                    <a:pt x="44225" y="201934"/>
                  </a:lnTo>
                  <a:lnTo>
                    <a:pt x="55499" y="224452"/>
                  </a:lnTo>
                  <a:lnTo>
                    <a:pt x="55499" y="206527"/>
                  </a:lnTo>
                  <a:lnTo>
                    <a:pt x="44525" y="184658"/>
                  </a:lnTo>
                  <a:lnTo>
                    <a:pt x="53572" y="184658"/>
                  </a:lnTo>
                  <a:lnTo>
                    <a:pt x="44358" y="166208"/>
                  </a:lnTo>
                  <a:close/>
                </a:path>
                <a:path w="2207259" h="361950">
                  <a:moveTo>
                    <a:pt x="93345" y="185479"/>
                  </a:moveTo>
                  <a:lnTo>
                    <a:pt x="93345" y="214471"/>
                  </a:lnTo>
                  <a:lnTo>
                    <a:pt x="98312" y="224452"/>
                  </a:lnTo>
                  <a:lnTo>
                    <a:pt x="98425" y="195650"/>
                  </a:lnTo>
                  <a:lnTo>
                    <a:pt x="93345" y="185479"/>
                  </a:lnTo>
                  <a:close/>
                </a:path>
                <a:path w="2207259" h="361950">
                  <a:moveTo>
                    <a:pt x="1189355" y="125336"/>
                  </a:moveTo>
                  <a:lnTo>
                    <a:pt x="1189358" y="189122"/>
                  </a:lnTo>
                  <a:lnTo>
                    <a:pt x="1207039" y="224452"/>
                  </a:lnTo>
                  <a:lnTo>
                    <a:pt x="1207135" y="160756"/>
                  </a:lnTo>
                  <a:lnTo>
                    <a:pt x="1206791" y="160273"/>
                  </a:lnTo>
                  <a:lnTo>
                    <a:pt x="1189355" y="125336"/>
                  </a:lnTo>
                  <a:close/>
                </a:path>
                <a:path w="2207259" h="361950">
                  <a:moveTo>
                    <a:pt x="1927478" y="191262"/>
                  </a:moveTo>
                  <a:lnTo>
                    <a:pt x="1923034" y="200151"/>
                  </a:lnTo>
                  <a:lnTo>
                    <a:pt x="1923034" y="223853"/>
                  </a:lnTo>
                  <a:lnTo>
                    <a:pt x="1927478" y="214970"/>
                  </a:lnTo>
                  <a:lnTo>
                    <a:pt x="1927478" y="191262"/>
                  </a:lnTo>
                  <a:close/>
                </a:path>
                <a:path w="2207259" h="361950">
                  <a:moveTo>
                    <a:pt x="1215771" y="113791"/>
                  </a:moveTo>
                  <a:lnTo>
                    <a:pt x="1215887" y="178498"/>
                  </a:lnTo>
                  <a:lnTo>
                    <a:pt x="1238250" y="223304"/>
                  </a:lnTo>
                  <a:lnTo>
                    <a:pt x="1238250" y="158524"/>
                  </a:lnTo>
                  <a:lnTo>
                    <a:pt x="1238055" y="158361"/>
                  </a:lnTo>
                  <a:lnTo>
                    <a:pt x="1215771" y="113791"/>
                  </a:lnTo>
                  <a:close/>
                </a:path>
                <a:path w="2207259" h="361950">
                  <a:moveTo>
                    <a:pt x="1694857" y="145627"/>
                  </a:moveTo>
                  <a:lnTo>
                    <a:pt x="1694938" y="190971"/>
                  </a:lnTo>
                  <a:lnTo>
                    <a:pt x="1711133" y="223304"/>
                  </a:lnTo>
                  <a:lnTo>
                    <a:pt x="1711071" y="178070"/>
                  </a:lnTo>
                  <a:lnTo>
                    <a:pt x="1694857" y="145627"/>
                  </a:lnTo>
                  <a:close/>
                </a:path>
                <a:path w="2207259" h="361950">
                  <a:moveTo>
                    <a:pt x="1891157" y="200443"/>
                  </a:moveTo>
                  <a:lnTo>
                    <a:pt x="1887220" y="208298"/>
                  </a:lnTo>
                  <a:lnTo>
                    <a:pt x="1887220" y="217169"/>
                  </a:lnTo>
                  <a:lnTo>
                    <a:pt x="1890287" y="223304"/>
                  </a:lnTo>
                  <a:lnTo>
                    <a:pt x="1890463" y="222795"/>
                  </a:lnTo>
                  <a:lnTo>
                    <a:pt x="1891157" y="221407"/>
                  </a:lnTo>
                  <a:lnTo>
                    <a:pt x="1891157" y="200443"/>
                  </a:lnTo>
                  <a:close/>
                </a:path>
                <a:path w="2207259" h="361950">
                  <a:moveTo>
                    <a:pt x="7874" y="201152"/>
                  </a:moveTo>
                  <a:lnTo>
                    <a:pt x="7777" y="214970"/>
                  </a:lnTo>
                  <a:lnTo>
                    <a:pt x="11562" y="222552"/>
                  </a:lnTo>
                  <a:lnTo>
                    <a:pt x="11580" y="208565"/>
                  </a:lnTo>
                  <a:lnTo>
                    <a:pt x="7874" y="201152"/>
                  </a:lnTo>
                  <a:close/>
                </a:path>
                <a:path w="2207259" h="361950">
                  <a:moveTo>
                    <a:pt x="136271" y="178498"/>
                  </a:moveTo>
                  <a:lnTo>
                    <a:pt x="136346" y="211286"/>
                  </a:lnTo>
                  <a:lnTo>
                    <a:pt x="141992" y="222552"/>
                  </a:lnTo>
                  <a:lnTo>
                    <a:pt x="142113" y="190175"/>
                  </a:lnTo>
                  <a:lnTo>
                    <a:pt x="136271" y="178498"/>
                  </a:lnTo>
                  <a:close/>
                </a:path>
                <a:path w="2207259" h="361950">
                  <a:moveTo>
                    <a:pt x="1353693" y="153670"/>
                  </a:moveTo>
                  <a:lnTo>
                    <a:pt x="1353566" y="154432"/>
                  </a:lnTo>
                  <a:lnTo>
                    <a:pt x="1353441" y="217977"/>
                  </a:lnTo>
                  <a:lnTo>
                    <a:pt x="1355725" y="222552"/>
                  </a:lnTo>
                  <a:lnTo>
                    <a:pt x="1355725" y="157734"/>
                  </a:lnTo>
                  <a:lnTo>
                    <a:pt x="1353693" y="153670"/>
                  </a:lnTo>
                  <a:close/>
                </a:path>
                <a:path w="2207259" h="361950">
                  <a:moveTo>
                    <a:pt x="1907286" y="189122"/>
                  </a:moveTo>
                  <a:lnTo>
                    <a:pt x="1900223" y="203260"/>
                  </a:lnTo>
                  <a:lnTo>
                    <a:pt x="1899793" y="203882"/>
                  </a:lnTo>
                  <a:lnTo>
                    <a:pt x="1899793" y="222250"/>
                  </a:lnTo>
                  <a:lnTo>
                    <a:pt x="1900001" y="222086"/>
                  </a:lnTo>
                  <a:lnTo>
                    <a:pt x="1907286" y="207517"/>
                  </a:lnTo>
                  <a:lnTo>
                    <a:pt x="1907286" y="189122"/>
                  </a:lnTo>
                  <a:close/>
                </a:path>
                <a:path w="2207259" h="361950">
                  <a:moveTo>
                    <a:pt x="2163191" y="11429"/>
                  </a:moveTo>
                  <a:lnTo>
                    <a:pt x="2151507" y="11429"/>
                  </a:lnTo>
                  <a:lnTo>
                    <a:pt x="2151507" y="199062"/>
                  </a:lnTo>
                  <a:lnTo>
                    <a:pt x="2162960" y="221931"/>
                  </a:lnTo>
                  <a:lnTo>
                    <a:pt x="2163038" y="222086"/>
                  </a:lnTo>
                  <a:lnTo>
                    <a:pt x="2163119" y="222250"/>
                  </a:lnTo>
                  <a:lnTo>
                    <a:pt x="2163191" y="171450"/>
                  </a:lnTo>
                  <a:lnTo>
                    <a:pt x="2157603" y="171450"/>
                  </a:lnTo>
                  <a:lnTo>
                    <a:pt x="2157603" y="55879"/>
                  </a:lnTo>
                  <a:lnTo>
                    <a:pt x="2163191" y="55879"/>
                  </a:lnTo>
                  <a:lnTo>
                    <a:pt x="2163191" y="11429"/>
                  </a:lnTo>
                  <a:close/>
                </a:path>
                <a:path w="2207259" h="361950">
                  <a:moveTo>
                    <a:pt x="318389" y="170617"/>
                  </a:moveTo>
                  <a:lnTo>
                    <a:pt x="318389" y="212851"/>
                  </a:lnTo>
                  <a:lnTo>
                    <a:pt x="322928" y="221931"/>
                  </a:lnTo>
                  <a:lnTo>
                    <a:pt x="323006" y="222086"/>
                  </a:lnTo>
                  <a:lnTo>
                    <a:pt x="323088" y="179841"/>
                  </a:lnTo>
                  <a:lnTo>
                    <a:pt x="322847" y="179497"/>
                  </a:lnTo>
                  <a:lnTo>
                    <a:pt x="318389" y="170617"/>
                  </a:lnTo>
                  <a:close/>
                </a:path>
                <a:path w="2207259" h="361950">
                  <a:moveTo>
                    <a:pt x="1271905" y="120142"/>
                  </a:moveTo>
                  <a:lnTo>
                    <a:pt x="1271961" y="171107"/>
                  </a:lnTo>
                  <a:lnTo>
                    <a:pt x="1297305" y="221931"/>
                  </a:lnTo>
                  <a:lnTo>
                    <a:pt x="1297305" y="171107"/>
                  </a:lnTo>
                  <a:lnTo>
                    <a:pt x="1297142" y="170617"/>
                  </a:lnTo>
                  <a:lnTo>
                    <a:pt x="1271905" y="120142"/>
                  </a:lnTo>
                  <a:close/>
                </a:path>
                <a:path w="2207259" h="361950">
                  <a:moveTo>
                    <a:pt x="1941957" y="186102"/>
                  </a:moveTo>
                  <a:lnTo>
                    <a:pt x="1940995" y="187960"/>
                  </a:lnTo>
                  <a:lnTo>
                    <a:pt x="1936395" y="197153"/>
                  </a:lnTo>
                  <a:lnTo>
                    <a:pt x="1936115" y="197885"/>
                  </a:lnTo>
                  <a:lnTo>
                    <a:pt x="1936115" y="221931"/>
                  </a:lnTo>
                  <a:lnTo>
                    <a:pt x="1936454" y="221407"/>
                  </a:lnTo>
                  <a:lnTo>
                    <a:pt x="1941856" y="210584"/>
                  </a:lnTo>
                  <a:lnTo>
                    <a:pt x="1941957" y="186102"/>
                  </a:lnTo>
                  <a:close/>
                </a:path>
                <a:path w="2207259" h="361950">
                  <a:moveTo>
                    <a:pt x="1526413" y="131571"/>
                  </a:moveTo>
                  <a:lnTo>
                    <a:pt x="1526286" y="177789"/>
                  </a:lnTo>
                  <a:lnTo>
                    <a:pt x="1548056" y="221407"/>
                  </a:lnTo>
                  <a:lnTo>
                    <a:pt x="1548002" y="174751"/>
                  </a:lnTo>
                  <a:lnTo>
                    <a:pt x="1526498" y="131742"/>
                  </a:lnTo>
                  <a:lnTo>
                    <a:pt x="1526413" y="131571"/>
                  </a:lnTo>
                  <a:close/>
                </a:path>
                <a:path w="2207259" h="361950">
                  <a:moveTo>
                    <a:pt x="1759061" y="151129"/>
                  </a:moveTo>
                  <a:lnTo>
                    <a:pt x="1759021" y="192636"/>
                  </a:lnTo>
                  <a:lnTo>
                    <a:pt x="1773432" y="221407"/>
                  </a:lnTo>
                  <a:lnTo>
                    <a:pt x="1773427" y="179841"/>
                  </a:lnTo>
                  <a:lnTo>
                    <a:pt x="1759061" y="151129"/>
                  </a:lnTo>
                  <a:close/>
                </a:path>
                <a:path w="2207259" h="361950">
                  <a:moveTo>
                    <a:pt x="1899793" y="183387"/>
                  </a:moveTo>
                  <a:lnTo>
                    <a:pt x="1899639" y="183521"/>
                  </a:lnTo>
                  <a:lnTo>
                    <a:pt x="1891157" y="200443"/>
                  </a:lnTo>
                  <a:lnTo>
                    <a:pt x="1891157" y="221407"/>
                  </a:lnTo>
                  <a:lnTo>
                    <a:pt x="1899793" y="204121"/>
                  </a:lnTo>
                  <a:lnTo>
                    <a:pt x="1899793" y="183387"/>
                  </a:lnTo>
                  <a:close/>
                </a:path>
                <a:path w="2207259" h="361950">
                  <a:moveTo>
                    <a:pt x="2110740" y="174399"/>
                  </a:moveTo>
                  <a:lnTo>
                    <a:pt x="2110740" y="192636"/>
                  </a:lnTo>
                  <a:lnTo>
                    <a:pt x="2125137" y="221407"/>
                  </a:lnTo>
                  <a:lnTo>
                    <a:pt x="2125091" y="202932"/>
                  </a:lnTo>
                  <a:lnTo>
                    <a:pt x="2124791" y="202570"/>
                  </a:lnTo>
                  <a:lnTo>
                    <a:pt x="2110740" y="174399"/>
                  </a:lnTo>
                  <a:close/>
                </a:path>
                <a:path w="2207259" h="361950">
                  <a:moveTo>
                    <a:pt x="2066484" y="178070"/>
                  </a:moveTo>
                  <a:lnTo>
                    <a:pt x="2066512" y="205423"/>
                  </a:lnTo>
                  <a:lnTo>
                    <a:pt x="2074291" y="220979"/>
                  </a:lnTo>
                  <a:lnTo>
                    <a:pt x="2074291" y="193801"/>
                  </a:lnTo>
                  <a:lnTo>
                    <a:pt x="2074140" y="193395"/>
                  </a:lnTo>
                  <a:lnTo>
                    <a:pt x="2066698" y="178498"/>
                  </a:lnTo>
                  <a:lnTo>
                    <a:pt x="2066581" y="178264"/>
                  </a:lnTo>
                  <a:lnTo>
                    <a:pt x="2066484" y="178070"/>
                  </a:lnTo>
                  <a:close/>
                </a:path>
                <a:path w="2207259" h="361950">
                  <a:moveTo>
                    <a:pt x="754888" y="146875"/>
                  </a:moveTo>
                  <a:lnTo>
                    <a:pt x="754902" y="204519"/>
                  </a:lnTo>
                  <a:lnTo>
                    <a:pt x="763016" y="220715"/>
                  </a:lnTo>
                  <a:lnTo>
                    <a:pt x="763016" y="163190"/>
                  </a:lnTo>
                  <a:lnTo>
                    <a:pt x="762723" y="162560"/>
                  </a:lnTo>
                  <a:lnTo>
                    <a:pt x="754888" y="146875"/>
                  </a:lnTo>
                  <a:close/>
                </a:path>
                <a:path w="2207259" h="361950">
                  <a:moveTo>
                    <a:pt x="1841753" y="185054"/>
                  </a:moveTo>
                  <a:lnTo>
                    <a:pt x="1841627" y="217169"/>
                  </a:lnTo>
                  <a:lnTo>
                    <a:pt x="1843151" y="220217"/>
                  </a:lnTo>
                  <a:lnTo>
                    <a:pt x="1843151" y="187960"/>
                  </a:lnTo>
                  <a:lnTo>
                    <a:pt x="1842937" y="187423"/>
                  </a:lnTo>
                  <a:lnTo>
                    <a:pt x="1841753" y="185054"/>
                  </a:lnTo>
                  <a:close/>
                </a:path>
                <a:path w="2207259" h="361950">
                  <a:moveTo>
                    <a:pt x="1875536" y="213953"/>
                  </a:moveTo>
                  <a:lnTo>
                    <a:pt x="1875403" y="214219"/>
                  </a:lnTo>
                  <a:lnTo>
                    <a:pt x="1875155" y="214471"/>
                  </a:lnTo>
                  <a:lnTo>
                    <a:pt x="1875160" y="219456"/>
                  </a:lnTo>
                  <a:lnTo>
                    <a:pt x="1875542" y="220217"/>
                  </a:lnTo>
                  <a:lnTo>
                    <a:pt x="1875536" y="213953"/>
                  </a:lnTo>
                  <a:close/>
                </a:path>
                <a:path w="2207259" h="361950">
                  <a:moveTo>
                    <a:pt x="856004" y="127603"/>
                  </a:moveTo>
                  <a:lnTo>
                    <a:pt x="855980" y="176530"/>
                  </a:lnTo>
                  <a:lnTo>
                    <a:pt x="877443" y="219456"/>
                  </a:lnTo>
                  <a:lnTo>
                    <a:pt x="877443" y="170313"/>
                  </a:lnTo>
                  <a:lnTo>
                    <a:pt x="877018" y="169672"/>
                  </a:lnTo>
                  <a:lnTo>
                    <a:pt x="856004" y="127603"/>
                  </a:lnTo>
                  <a:close/>
                </a:path>
                <a:path w="2207259" h="361950">
                  <a:moveTo>
                    <a:pt x="1550162" y="131742"/>
                  </a:moveTo>
                  <a:lnTo>
                    <a:pt x="1550162" y="179070"/>
                  </a:lnTo>
                  <a:lnTo>
                    <a:pt x="1570355" y="219456"/>
                  </a:lnTo>
                  <a:lnTo>
                    <a:pt x="1570418" y="172219"/>
                  </a:lnTo>
                  <a:lnTo>
                    <a:pt x="1550162" y="131742"/>
                  </a:lnTo>
                  <a:close/>
                </a:path>
                <a:path w="2207259" h="361950">
                  <a:moveTo>
                    <a:pt x="1875155" y="214796"/>
                  </a:moveTo>
                  <a:lnTo>
                    <a:pt x="1875027" y="214970"/>
                  </a:lnTo>
                  <a:lnTo>
                    <a:pt x="1874053" y="216916"/>
                  </a:lnTo>
                  <a:lnTo>
                    <a:pt x="1874014" y="217169"/>
                  </a:lnTo>
                  <a:lnTo>
                    <a:pt x="1875160" y="219456"/>
                  </a:lnTo>
                  <a:lnTo>
                    <a:pt x="1875155" y="214796"/>
                  </a:lnTo>
                  <a:close/>
                </a:path>
                <a:path w="2207259" h="361950">
                  <a:moveTo>
                    <a:pt x="1923034" y="176022"/>
                  </a:moveTo>
                  <a:lnTo>
                    <a:pt x="1913382" y="195325"/>
                  </a:lnTo>
                  <a:lnTo>
                    <a:pt x="1913382" y="219456"/>
                  </a:lnTo>
                  <a:lnTo>
                    <a:pt x="1923034" y="200151"/>
                  </a:lnTo>
                  <a:lnTo>
                    <a:pt x="1923034" y="176022"/>
                  </a:lnTo>
                  <a:close/>
                </a:path>
                <a:path w="2207259" h="361950">
                  <a:moveTo>
                    <a:pt x="201746" y="171957"/>
                  </a:moveTo>
                  <a:lnTo>
                    <a:pt x="201675" y="207878"/>
                  </a:lnTo>
                  <a:lnTo>
                    <a:pt x="207290" y="219119"/>
                  </a:lnTo>
                  <a:lnTo>
                    <a:pt x="207391" y="183036"/>
                  </a:lnTo>
                  <a:lnTo>
                    <a:pt x="207147" y="182738"/>
                  </a:lnTo>
                  <a:lnTo>
                    <a:pt x="201746" y="171957"/>
                  </a:lnTo>
                  <a:close/>
                </a:path>
                <a:path w="2207259" h="361950">
                  <a:moveTo>
                    <a:pt x="1852369" y="173989"/>
                  </a:moveTo>
                  <a:lnTo>
                    <a:pt x="1852295" y="206154"/>
                  </a:lnTo>
                  <a:lnTo>
                    <a:pt x="1858772" y="219119"/>
                  </a:lnTo>
                  <a:lnTo>
                    <a:pt x="1858772" y="187134"/>
                  </a:lnTo>
                  <a:lnTo>
                    <a:pt x="1858957" y="187134"/>
                  </a:lnTo>
                  <a:lnTo>
                    <a:pt x="1852369" y="173989"/>
                  </a:lnTo>
                  <a:close/>
                </a:path>
                <a:path w="2207259" h="361950">
                  <a:moveTo>
                    <a:pt x="917650" y="155418"/>
                  </a:moveTo>
                  <a:lnTo>
                    <a:pt x="917587" y="204121"/>
                  </a:lnTo>
                  <a:lnTo>
                    <a:pt x="924958" y="218849"/>
                  </a:lnTo>
                  <a:lnTo>
                    <a:pt x="925068" y="170313"/>
                  </a:lnTo>
                  <a:lnTo>
                    <a:pt x="924770" y="169672"/>
                  </a:lnTo>
                  <a:lnTo>
                    <a:pt x="917741" y="155600"/>
                  </a:lnTo>
                  <a:lnTo>
                    <a:pt x="917650" y="155418"/>
                  </a:lnTo>
                  <a:close/>
                </a:path>
                <a:path w="2207259" h="361950">
                  <a:moveTo>
                    <a:pt x="1480312" y="133949"/>
                  </a:moveTo>
                  <a:lnTo>
                    <a:pt x="1480320" y="189122"/>
                  </a:lnTo>
                  <a:lnTo>
                    <a:pt x="1495171" y="218849"/>
                  </a:lnTo>
                  <a:lnTo>
                    <a:pt x="1495171" y="163614"/>
                  </a:lnTo>
                  <a:lnTo>
                    <a:pt x="1480312" y="133949"/>
                  </a:lnTo>
                  <a:close/>
                </a:path>
                <a:path w="2207259" h="361950">
                  <a:moveTo>
                    <a:pt x="1802384" y="170313"/>
                  </a:moveTo>
                  <a:lnTo>
                    <a:pt x="1802384" y="203260"/>
                  </a:lnTo>
                  <a:lnTo>
                    <a:pt x="1810165" y="218849"/>
                  </a:lnTo>
                  <a:lnTo>
                    <a:pt x="1810258" y="186102"/>
                  </a:lnTo>
                  <a:lnTo>
                    <a:pt x="1802384" y="170313"/>
                  </a:lnTo>
                  <a:close/>
                </a:path>
                <a:path w="2207259" h="361950">
                  <a:moveTo>
                    <a:pt x="121539" y="181736"/>
                  </a:moveTo>
                  <a:lnTo>
                    <a:pt x="121585" y="212851"/>
                  </a:lnTo>
                  <a:lnTo>
                    <a:pt x="124333" y="218340"/>
                  </a:lnTo>
                  <a:lnTo>
                    <a:pt x="124333" y="187134"/>
                  </a:lnTo>
                  <a:lnTo>
                    <a:pt x="123726" y="186102"/>
                  </a:lnTo>
                  <a:lnTo>
                    <a:pt x="121539" y="181736"/>
                  </a:lnTo>
                  <a:close/>
                </a:path>
                <a:path w="2207259" h="361950">
                  <a:moveTo>
                    <a:pt x="16383" y="162560"/>
                  </a:moveTo>
                  <a:lnTo>
                    <a:pt x="11532" y="166492"/>
                  </a:lnTo>
                  <a:lnTo>
                    <a:pt x="11684" y="166492"/>
                  </a:lnTo>
                  <a:lnTo>
                    <a:pt x="11684" y="208773"/>
                  </a:lnTo>
                  <a:lnTo>
                    <a:pt x="13576" y="212364"/>
                  </a:lnTo>
                  <a:lnTo>
                    <a:pt x="16207" y="217809"/>
                  </a:lnTo>
                  <a:lnTo>
                    <a:pt x="16288" y="217977"/>
                  </a:lnTo>
                  <a:lnTo>
                    <a:pt x="16383" y="162560"/>
                  </a:lnTo>
                  <a:close/>
                </a:path>
                <a:path w="2207259" h="361950">
                  <a:moveTo>
                    <a:pt x="1330356" y="106997"/>
                  </a:moveTo>
                  <a:lnTo>
                    <a:pt x="1330325" y="107696"/>
                  </a:lnTo>
                  <a:lnTo>
                    <a:pt x="1330219" y="171450"/>
                  </a:lnTo>
                  <a:lnTo>
                    <a:pt x="1353357" y="217809"/>
                  </a:lnTo>
                  <a:lnTo>
                    <a:pt x="1353441" y="217977"/>
                  </a:lnTo>
                  <a:lnTo>
                    <a:pt x="1353566" y="153162"/>
                  </a:lnTo>
                  <a:lnTo>
                    <a:pt x="1353311" y="152907"/>
                  </a:lnTo>
                  <a:lnTo>
                    <a:pt x="1330356" y="106997"/>
                  </a:lnTo>
                  <a:close/>
                </a:path>
                <a:path w="2207259" h="361950">
                  <a:moveTo>
                    <a:pt x="889644" y="148288"/>
                  </a:moveTo>
                  <a:lnTo>
                    <a:pt x="889635" y="194928"/>
                  </a:lnTo>
                  <a:lnTo>
                    <a:pt x="901065" y="217809"/>
                  </a:lnTo>
                  <a:lnTo>
                    <a:pt x="901065" y="171107"/>
                  </a:lnTo>
                  <a:lnTo>
                    <a:pt x="889644" y="148288"/>
                  </a:lnTo>
                  <a:close/>
                </a:path>
                <a:path w="2207259" h="361950">
                  <a:moveTo>
                    <a:pt x="107399" y="153520"/>
                  </a:moveTo>
                  <a:lnTo>
                    <a:pt x="107396" y="213613"/>
                  </a:lnTo>
                  <a:lnTo>
                    <a:pt x="109347" y="217519"/>
                  </a:lnTo>
                  <a:lnTo>
                    <a:pt x="109347" y="188196"/>
                  </a:lnTo>
                  <a:lnTo>
                    <a:pt x="109125" y="187960"/>
                  </a:lnTo>
                  <a:lnTo>
                    <a:pt x="107472" y="184658"/>
                  </a:lnTo>
                  <a:lnTo>
                    <a:pt x="109347" y="184658"/>
                  </a:lnTo>
                  <a:lnTo>
                    <a:pt x="109347" y="166492"/>
                  </a:lnTo>
                  <a:lnTo>
                    <a:pt x="113900" y="166492"/>
                  </a:lnTo>
                  <a:lnTo>
                    <a:pt x="107474" y="153670"/>
                  </a:lnTo>
                  <a:lnTo>
                    <a:pt x="107399" y="153520"/>
                  </a:lnTo>
                  <a:close/>
                </a:path>
                <a:path w="2207259" h="361950">
                  <a:moveTo>
                    <a:pt x="1833142" y="167815"/>
                  </a:moveTo>
                  <a:lnTo>
                    <a:pt x="1833118" y="200151"/>
                  </a:lnTo>
                  <a:lnTo>
                    <a:pt x="1841256" y="216428"/>
                  </a:lnTo>
                  <a:lnTo>
                    <a:pt x="1841373" y="216662"/>
                  </a:lnTo>
                  <a:lnTo>
                    <a:pt x="1841500" y="216916"/>
                  </a:lnTo>
                  <a:lnTo>
                    <a:pt x="1841627" y="217169"/>
                  </a:lnTo>
                  <a:lnTo>
                    <a:pt x="1841753" y="184912"/>
                  </a:lnTo>
                  <a:lnTo>
                    <a:pt x="1841555" y="184658"/>
                  </a:lnTo>
                  <a:lnTo>
                    <a:pt x="1833142" y="167815"/>
                  </a:lnTo>
                  <a:close/>
                </a:path>
                <a:path w="2207259" h="361950">
                  <a:moveTo>
                    <a:pt x="1863791" y="170313"/>
                  </a:moveTo>
                  <a:lnTo>
                    <a:pt x="1863828" y="196850"/>
                  </a:lnTo>
                  <a:lnTo>
                    <a:pt x="1874014" y="217169"/>
                  </a:lnTo>
                  <a:lnTo>
                    <a:pt x="1874053" y="216916"/>
                  </a:lnTo>
                  <a:lnTo>
                    <a:pt x="1875027" y="214970"/>
                  </a:lnTo>
                  <a:lnTo>
                    <a:pt x="1875114" y="214796"/>
                  </a:lnTo>
                  <a:lnTo>
                    <a:pt x="1875155" y="193040"/>
                  </a:lnTo>
                  <a:lnTo>
                    <a:pt x="1863791" y="170313"/>
                  </a:lnTo>
                  <a:close/>
                </a:path>
                <a:path w="2207259" h="361950">
                  <a:moveTo>
                    <a:pt x="1887220" y="208298"/>
                  </a:moveTo>
                  <a:lnTo>
                    <a:pt x="1885181" y="212364"/>
                  </a:lnTo>
                  <a:lnTo>
                    <a:pt x="1885061" y="212851"/>
                  </a:lnTo>
                  <a:lnTo>
                    <a:pt x="1887093" y="216916"/>
                  </a:lnTo>
                  <a:lnTo>
                    <a:pt x="1887220" y="208298"/>
                  </a:lnTo>
                  <a:close/>
                </a:path>
                <a:path w="2207259" h="361950">
                  <a:moveTo>
                    <a:pt x="1157887" y="126237"/>
                  </a:moveTo>
                  <a:lnTo>
                    <a:pt x="1157859" y="182118"/>
                  </a:lnTo>
                  <a:lnTo>
                    <a:pt x="1175014" y="216428"/>
                  </a:lnTo>
                  <a:lnTo>
                    <a:pt x="1175131" y="216662"/>
                  </a:lnTo>
                  <a:lnTo>
                    <a:pt x="1175258" y="160756"/>
                  </a:lnTo>
                  <a:lnTo>
                    <a:pt x="1174921" y="160273"/>
                  </a:lnTo>
                  <a:lnTo>
                    <a:pt x="1157887" y="126237"/>
                  </a:lnTo>
                  <a:close/>
                </a:path>
                <a:path w="2207259" h="361950">
                  <a:moveTo>
                    <a:pt x="271018" y="158053"/>
                  </a:moveTo>
                  <a:lnTo>
                    <a:pt x="271018" y="201422"/>
                  </a:lnTo>
                  <a:lnTo>
                    <a:pt x="278521" y="216428"/>
                  </a:lnTo>
                  <a:lnTo>
                    <a:pt x="278568" y="173170"/>
                  </a:lnTo>
                  <a:lnTo>
                    <a:pt x="271018" y="158053"/>
                  </a:lnTo>
                  <a:close/>
                </a:path>
                <a:path w="2207259" h="361950">
                  <a:moveTo>
                    <a:pt x="966848" y="156105"/>
                  </a:moveTo>
                  <a:lnTo>
                    <a:pt x="966724" y="156345"/>
                  </a:lnTo>
                  <a:lnTo>
                    <a:pt x="966616" y="204519"/>
                  </a:lnTo>
                  <a:lnTo>
                    <a:pt x="972581" y="216428"/>
                  </a:lnTo>
                  <a:lnTo>
                    <a:pt x="972518" y="167466"/>
                  </a:lnTo>
                  <a:lnTo>
                    <a:pt x="966968" y="156345"/>
                  </a:lnTo>
                  <a:lnTo>
                    <a:pt x="966848" y="156105"/>
                  </a:lnTo>
                  <a:close/>
                </a:path>
                <a:path w="2207259" h="361950">
                  <a:moveTo>
                    <a:pt x="1126490" y="119380"/>
                  </a:moveTo>
                  <a:lnTo>
                    <a:pt x="1126566" y="182738"/>
                  </a:lnTo>
                  <a:lnTo>
                    <a:pt x="1143381" y="216428"/>
                  </a:lnTo>
                  <a:lnTo>
                    <a:pt x="1143381" y="153162"/>
                  </a:lnTo>
                  <a:lnTo>
                    <a:pt x="1126490" y="119380"/>
                  </a:lnTo>
                  <a:close/>
                </a:path>
                <a:path w="2207259" h="361950">
                  <a:moveTo>
                    <a:pt x="942364" y="156105"/>
                  </a:moveTo>
                  <a:lnTo>
                    <a:pt x="942340" y="204844"/>
                  </a:lnTo>
                  <a:lnTo>
                    <a:pt x="947989" y="216153"/>
                  </a:lnTo>
                  <a:lnTo>
                    <a:pt x="948055" y="167466"/>
                  </a:lnTo>
                  <a:lnTo>
                    <a:pt x="942484" y="156345"/>
                  </a:lnTo>
                  <a:lnTo>
                    <a:pt x="942364" y="156105"/>
                  </a:lnTo>
                  <a:close/>
                </a:path>
                <a:path w="2207259" h="361950">
                  <a:moveTo>
                    <a:pt x="1099238" y="127982"/>
                  </a:moveTo>
                  <a:lnTo>
                    <a:pt x="1099185" y="128429"/>
                  </a:lnTo>
                  <a:lnTo>
                    <a:pt x="1099058" y="193040"/>
                  </a:lnTo>
                  <a:lnTo>
                    <a:pt x="1110615" y="216153"/>
                  </a:lnTo>
                  <a:lnTo>
                    <a:pt x="1110615" y="150776"/>
                  </a:lnTo>
                  <a:lnTo>
                    <a:pt x="1099238" y="127982"/>
                  </a:lnTo>
                  <a:close/>
                </a:path>
                <a:path w="2207259" h="361950">
                  <a:moveTo>
                    <a:pt x="2080768" y="180754"/>
                  </a:moveTo>
                  <a:lnTo>
                    <a:pt x="2080835" y="206795"/>
                  </a:lnTo>
                  <a:lnTo>
                    <a:pt x="2085510" y="216153"/>
                  </a:lnTo>
                  <a:lnTo>
                    <a:pt x="2085467" y="190175"/>
                  </a:lnTo>
                  <a:lnTo>
                    <a:pt x="2080768" y="180754"/>
                  </a:lnTo>
                  <a:close/>
                </a:path>
                <a:path w="2207259" h="361950">
                  <a:moveTo>
                    <a:pt x="2096389" y="163957"/>
                  </a:moveTo>
                  <a:lnTo>
                    <a:pt x="2096302" y="187423"/>
                  </a:lnTo>
                  <a:lnTo>
                    <a:pt x="2110655" y="216153"/>
                  </a:lnTo>
                  <a:lnTo>
                    <a:pt x="2110740" y="192493"/>
                  </a:lnTo>
                  <a:lnTo>
                    <a:pt x="2110425" y="192007"/>
                  </a:lnTo>
                  <a:lnTo>
                    <a:pt x="2096389" y="163957"/>
                  </a:lnTo>
                  <a:close/>
                </a:path>
                <a:path w="2207259" h="361950">
                  <a:moveTo>
                    <a:pt x="2138680" y="180086"/>
                  </a:moveTo>
                  <a:lnTo>
                    <a:pt x="2138680" y="190346"/>
                  </a:lnTo>
                  <a:lnTo>
                    <a:pt x="2151594" y="216153"/>
                  </a:lnTo>
                  <a:lnTo>
                    <a:pt x="2151507" y="205813"/>
                  </a:lnTo>
                  <a:lnTo>
                    <a:pt x="2151348" y="205423"/>
                  </a:lnTo>
                  <a:lnTo>
                    <a:pt x="2138680" y="180086"/>
                  </a:lnTo>
                  <a:close/>
                </a:path>
                <a:path w="2207259" h="361950">
                  <a:moveTo>
                    <a:pt x="337121" y="163957"/>
                  </a:moveTo>
                  <a:lnTo>
                    <a:pt x="337096" y="207878"/>
                  </a:lnTo>
                  <a:lnTo>
                    <a:pt x="341016" y="215687"/>
                  </a:lnTo>
                  <a:lnTo>
                    <a:pt x="341122" y="171957"/>
                  </a:lnTo>
                  <a:lnTo>
                    <a:pt x="337121" y="163957"/>
                  </a:lnTo>
                  <a:close/>
                </a:path>
                <a:path w="2207259" h="361950">
                  <a:moveTo>
                    <a:pt x="1408176" y="158749"/>
                  </a:moveTo>
                  <a:lnTo>
                    <a:pt x="1408182" y="206795"/>
                  </a:lnTo>
                  <a:lnTo>
                    <a:pt x="1412621" y="215687"/>
                  </a:lnTo>
                  <a:lnTo>
                    <a:pt x="1412621" y="167466"/>
                  </a:lnTo>
                  <a:lnTo>
                    <a:pt x="1412367" y="167132"/>
                  </a:lnTo>
                  <a:lnTo>
                    <a:pt x="1408176" y="158749"/>
                  </a:lnTo>
                  <a:close/>
                </a:path>
                <a:path w="2207259" h="361950">
                  <a:moveTo>
                    <a:pt x="288798" y="153670"/>
                  </a:moveTo>
                  <a:lnTo>
                    <a:pt x="288671" y="193395"/>
                  </a:lnTo>
                  <a:lnTo>
                    <a:pt x="299593" y="215262"/>
                  </a:lnTo>
                  <a:lnTo>
                    <a:pt x="299593" y="175260"/>
                  </a:lnTo>
                  <a:lnTo>
                    <a:pt x="288798" y="153670"/>
                  </a:lnTo>
                  <a:close/>
                </a:path>
                <a:path w="2207259" h="361950">
                  <a:moveTo>
                    <a:pt x="5622" y="196644"/>
                  </a:moveTo>
                  <a:lnTo>
                    <a:pt x="5588" y="210584"/>
                  </a:lnTo>
                  <a:lnTo>
                    <a:pt x="7690" y="214796"/>
                  </a:lnTo>
                  <a:lnTo>
                    <a:pt x="7777" y="214970"/>
                  </a:lnTo>
                  <a:lnTo>
                    <a:pt x="7699" y="200753"/>
                  </a:lnTo>
                  <a:lnTo>
                    <a:pt x="7103" y="199389"/>
                  </a:lnTo>
                  <a:lnTo>
                    <a:pt x="5733" y="196850"/>
                  </a:lnTo>
                  <a:lnTo>
                    <a:pt x="5622" y="196644"/>
                  </a:lnTo>
                  <a:close/>
                </a:path>
                <a:path w="2207259" h="361950">
                  <a:moveTo>
                    <a:pt x="79883" y="199389"/>
                  </a:moveTo>
                  <a:lnTo>
                    <a:pt x="78613" y="199389"/>
                  </a:lnTo>
                  <a:lnTo>
                    <a:pt x="78669" y="212364"/>
                  </a:lnTo>
                  <a:lnTo>
                    <a:pt x="79883" y="214796"/>
                  </a:lnTo>
                  <a:lnTo>
                    <a:pt x="79883" y="199389"/>
                  </a:lnTo>
                  <a:close/>
                </a:path>
                <a:path w="2207259" h="361950">
                  <a:moveTo>
                    <a:pt x="1936115" y="173989"/>
                  </a:moveTo>
                  <a:lnTo>
                    <a:pt x="1927478" y="191262"/>
                  </a:lnTo>
                  <a:lnTo>
                    <a:pt x="1927478" y="214796"/>
                  </a:lnTo>
                  <a:lnTo>
                    <a:pt x="1927728" y="214471"/>
                  </a:lnTo>
                  <a:lnTo>
                    <a:pt x="1936028" y="197885"/>
                  </a:lnTo>
                  <a:lnTo>
                    <a:pt x="1936115" y="173989"/>
                  </a:lnTo>
                  <a:close/>
                </a:path>
                <a:path w="2207259" h="361950">
                  <a:moveTo>
                    <a:pt x="1875155" y="193040"/>
                  </a:moveTo>
                  <a:lnTo>
                    <a:pt x="1875155" y="214471"/>
                  </a:lnTo>
                  <a:lnTo>
                    <a:pt x="1875403" y="214219"/>
                  </a:lnTo>
                  <a:lnTo>
                    <a:pt x="1875536" y="213953"/>
                  </a:lnTo>
                  <a:lnTo>
                    <a:pt x="1875536" y="193801"/>
                  </a:lnTo>
                  <a:lnTo>
                    <a:pt x="1875155" y="193040"/>
                  </a:lnTo>
                  <a:close/>
                </a:path>
                <a:path w="2207259" h="361950">
                  <a:moveTo>
                    <a:pt x="92934" y="184658"/>
                  </a:moveTo>
                  <a:lnTo>
                    <a:pt x="92918" y="213613"/>
                  </a:lnTo>
                  <a:lnTo>
                    <a:pt x="93219" y="214219"/>
                  </a:lnTo>
                  <a:lnTo>
                    <a:pt x="93345" y="185479"/>
                  </a:lnTo>
                  <a:lnTo>
                    <a:pt x="93132" y="185054"/>
                  </a:lnTo>
                  <a:lnTo>
                    <a:pt x="93061" y="184912"/>
                  </a:lnTo>
                  <a:lnTo>
                    <a:pt x="92934" y="184658"/>
                  </a:lnTo>
                  <a:close/>
                </a:path>
                <a:path w="2207259" h="361950">
                  <a:moveTo>
                    <a:pt x="219238" y="171957"/>
                  </a:moveTo>
                  <a:lnTo>
                    <a:pt x="219201" y="206795"/>
                  </a:lnTo>
                  <a:lnTo>
                    <a:pt x="222921" y="214219"/>
                  </a:lnTo>
                  <a:lnTo>
                    <a:pt x="223012" y="179497"/>
                  </a:lnTo>
                  <a:lnTo>
                    <a:pt x="219238" y="171957"/>
                  </a:lnTo>
                  <a:close/>
                </a:path>
                <a:path w="2207259" h="361950">
                  <a:moveTo>
                    <a:pt x="1577457" y="138175"/>
                  </a:moveTo>
                  <a:lnTo>
                    <a:pt x="1577340" y="138429"/>
                  </a:lnTo>
                  <a:lnTo>
                    <a:pt x="1577223" y="185817"/>
                  </a:lnTo>
                  <a:lnTo>
                    <a:pt x="1591437" y="214219"/>
                  </a:lnTo>
                  <a:lnTo>
                    <a:pt x="1591437" y="166208"/>
                  </a:lnTo>
                  <a:lnTo>
                    <a:pt x="1577837" y="138938"/>
                  </a:lnTo>
                  <a:lnTo>
                    <a:pt x="1577711" y="138684"/>
                  </a:lnTo>
                  <a:lnTo>
                    <a:pt x="1577584" y="138429"/>
                  </a:lnTo>
                  <a:lnTo>
                    <a:pt x="1577457" y="138175"/>
                  </a:lnTo>
                  <a:close/>
                </a:path>
                <a:path w="2207259" h="361950">
                  <a:moveTo>
                    <a:pt x="1820926" y="175767"/>
                  </a:moveTo>
                  <a:lnTo>
                    <a:pt x="1820938" y="207517"/>
                  </a:lnTo>
                  <a:lnTo>
                    <a:pt x="1824280" y="214219"/>
                  </a:lnTo>
                  <a:lnTo>
                    <a:pt x="1824355" y="182738"/>
                  </a:lnTo>
                  <a:lnTo>
                    <a:pt x="1824101" y="182118"/>
                  </a:lnTo>
                  <a:lnTo>
                    <a:pt x="1820926" y="175767"/>
                  </a:lnTo>
                  <a:close/>
                </a:path>
                <a:path w="2207259" h="361950">
                  <a:moveTo>
                    <a:pt x="2125091" y="173597"/>
                  </a:moveTo>
                  <a:lnTo>
                    <a:pt x="2125091" y="187134"/>
                  </a:lnTo>
                  <a:lnTo>
                    <a:pt x="2138600" y="214219"/>
                  </a:lnTo>
                  <a:lnTo>
                    <a:pt x="2138680" y="200753"/>
                  </a:lnTo>
                  <a:lnTo>
                    <a:pt x="2125091" y="173597"/>
                  </a:lnTo>
                  <a:close/>
                </a:path>
                <a:path w="2207259" h="361950">
                  <a:moveTo>
                    <a:pt x="1875536" y="193801"/>
                  </a:moveTo>
                  <a:lnTo>
                    <a:pt x="1875536" y="213953"/>
                  </a:lnTo>
                  <a:lnTo>
                    <a:pt x="1880456" y="204121"/>
                  </a:lnTo>
                  <a:lnTo>
                    <a:pt x="1880576" y="203882"/>
                  </a:lnTo>
                  <a:lnTo>
                    <a:pt x="1875536" y="193801"/>
                  </a:lnTo>
                  <a:close/>
                </a:path>
                <a:path w="2207259" h="361950">
                  <a:moveTo>
                    <a:pt x="92837" y="184658"/>
                  </a:moveTo>
                  <a:lnTo>
                    <a:pt x="88392" y="184658"/>
                  </a:lnTo>
                  <a:lnTo>
                    <a:pt x="88392" y="204519"/>
                  </a:lnTo>
                  <a:lnTo>
                    <a:pt x="92918" y="213613"/>
                  </a:lnTo>
                  <a:lnTo>
                    <a:pt x="92837" y="184658"/>
                  </a:lnTo>
                  <a:close/>
                </a:path>
                <a:path w="2207259" h="361950">
                  <a:moveTo>
                    <a:pt x="103281" y="176284"/>
                  </a:moveTo>
                  <a:lnTo>
                    <a:pt x="103305" y="205423"/>
                  </a:lnTo>
                  <a:lnTo>
                    <a:pt x="107396" y="213613"/>
                  </a:lnTo>
                  <a:lnTo>
                    <a:pt x="107315" y="184658"/>
                  </a:lnTo>
                  <a:lnTo>
                    <a:pt x="107472" y="184658"/>
                  </a:lnTo>
                  <a:lnTo>
                    <a:pt x="103404" y="176530"/>
                  </a:lnTo>
                  <a:lnTo>
                    <a:pt x="103281" y="176284"/>
                  </a:lnTo>
                  <a:close/>
                </a:path>
                <a:path w="2207259" h="361950">
                  <a:moveTo>
                    <a:pt x="254440" y="168267"/>
                  </a:moveTo>
                  <a:lnTo>
                    <a:pt x="254381" y="169116"/>
                  </a:lnTo>
                  <a:lnTo>
                    <a:pt x="254277" y="205423"/>
                  </a:lnTo>
                  <a:lnTo>
                    <a:pt x="258377" y="213613"/>
                  </a:lnTo>
                  <a:lnTo>
                    <a:pt x="258318" y="176022"/>
                  </a:lnTo>
                  <a:lnTo>
                    <a:pt x="254440" y="168267"/>
                  </a:lnTo>
                  <a:close/>
                </a:path>
                <a:path w="2207259" h="361950">
                  <a:moveTo>
                    <a:pt x="355219" y="161289"/>
                  </a:moveTo>
                  <a:lnTo>
                    <a:pt x="355219" y="200151"/>
                  </a:lnTo>
                  <a:lnTo>
                    <a:pt x="361950" y="213613"/>
                  </a:lnTo>
                  <a:lnTo>
                    <a:pt x="362076" y="174751"/>
                  </a:lnTo>
                  <a:lnTo>
                    <a:pt x="361773" y="174399"/>
                  </a:lnTo>
                  <a:lnTo>
                    <a:pt x="355219" y="161289"/>
                  </a:lnTo>
                  <a:close/>
                </a:path>
                <a:path w="2207259" h="361950">
                  <a:moveTo>
                    <a:pt x="381508" y="197885"/>
                  </a:moveTo>
                  <a:lnTo>
                    <a:pt x="373516" y="197885"/>
                  </a:lnTo>
                  <a:lnTo>
                    <a:pt x="381381" y="213613"/>
                  </a:lnTo>
                  <a:lnTo>
                    <a:pt x="381508" y="197885"/>
                  </a:lnTo>
                  <a:close/>
                </a:path>
                <a:path w="2207259" h="361950">
                  <a:moveTo>
                    <a:pt x="1240468" y="107950"/>
                  </a:moveTo>
                  <a:lnTo>
                    <a:pt x="1240470" y="163190"/>
                  </a:lnTo>
                  <a:lnTo>
                    <a:pt x="1265682" y="213613"/>
                  </a:lnTo>
                  <a:lnTo>
                    <a:pt x="1265682" y="158361"/>
                  </a:lnTo>
                  <a:lnTo>
                    <a:pt x="1265452" y="158053"/>
                  </a:lnTo>
                  <a:lnTo>
                    <a:pt x="1240468" y="107950"/>
                  </a:lnTo>
                  <a:close/>
                </a:path>
                <a:path w="2207259" h="361950">
                  <a:moveTo>
                    <a:pt x="116384" y="171450"/>
                  </a:moveTo>
                  <a:lnTo>
                    <a:pt x="116439" y="202570"/>
                  </a:lnTo>
                  <a:lnTo>
                    <a:pt x="121585" y="212851"/>
                  </a:lnTo>
                  <a:lnTo>
                    <a:pt x="121539" y="181736"/>
                  </a:lnTo>
                  <a:lnTo>
                    <a:pt x="116384" y="171450"/>
                  </a:lnTo>
                  <a:close/>
                </a:path>
                <a:path w="2207259" h="361950">
                  <a:moveTo>
                    <a:pt x="238544" y="173989"/>
                  </a:moveTo>
                  <a:lnTo>
                    <a:pt x="238571" y="210584"/>
                  </a:lnTo>
                  <a:lnTo>
                    <a:pt x="239706" y="212851"/>
                  </a:lnTo>
                  <a:lnTo>
                    <a:pt x="239649" y="176022"/>
                  </a:lnTo>
                  <a:lnTo>
                    <a:pt x="239434" y="175767"/>
                  </a:lnTo>
                  <a:lnTo>
                    <a:pt x="238544" y="173989"/>
                  </a:lnTo>
                  <a:close/>
                </a:path>
                <a:path w="2207259" h="361950">
                  <a:moveTo>
                    <a:pt x="305487" y="144918"/>
                  </a:moveTo>
                  <a:lnTo>
                    <a:pt x="305530" y="187134"/>
                  </a:lnTo>
                  <a:lnTo>
                    <a:pt x="318389" y="212851"/>
                  </a:lnTo>
                  <a:lnTo>
                    <a:pt x="318389" y="170617"/>
                  </a:lnTo>
                  <a:lnTo>
                    <a:pt x="305487" y="144918"/>
                  </a:lnTo>
                  <a:close/>
                </a:path>
                <a:path w="2207259" h="361950">
                  <a:moveTo>
                    <a:pt x="1887220" y="190724"/>
                  </a:moveTo>
                  <a:lnTo>
                    <a:pt x="1887036" y="190971"/>
                  </a:lnTo>
                  <a:lnTo>
                    <a:pt x="1880576" y="203882"/>
                  </a:lnTo>
                  <a:lnTo>
                    <a:pt x="1885061" y="212851"/>
                  </a:lnTo>
                  <a:lnTo>
                    <a:pt x="1885181" y="212364"/>
                  </a:lnTo>
                  <a:lnTo>
                    <a:pt x="1887220" y="208298"/>
                  </a:lnTo>
                  <a:lnTo>
                    <a:pt x="1887220" y="190724"/>
                  </a:lnTo>
                  <a:close/>
                </a:path>
                <a:path w="2207259" h="361950">
                  <a:moveTo>
                    <a:pt x="55499" y="165914"/>
                  </a:moveTo>
                  <a:lnTo>
                    <a:pt x="55499" y="188515"/>
                  </a:lnTo>
                  <a:lnTo>
                    <a:pt x="67409" y="212364"/>
                  </a:lnTo>
                  <a:lnTo>
                    <a:pt x="67310" y="189591"/>
                  </a:lnTo>
                  <a:lnTo>
                    <a:pt x="55499" y="165914"/>
                  </a:lnTo>
                  <a:close/>
                </a:path>
                <a:path w="2207259" h="361950">
                  <a:moveTo>
                    <a:pt x="67410" y="162363"/>
                  </a:moveTo>
                  <a:lnTo>
                    <a:pt x="67310" y="189591"/>
                  </a:lnTo>
                  <a:lnTo>
                    <a:pt x="78669" y="212364"/>
                  </a:lnTo>
                  <a:lnTo>
                    <a:pt x="78613" y="199389"/>
                  </a:lnTo>
                  <a:lnTo>
                    <a:pt x="79883" y="199389"/>
                  </a:lnTo>
                  <a:lnTo>
                    <a:pt x="79883" y="187423"/>
                  </a:lnTo>
                  <a:lnTo>
                    <a:pt x="67508" y="162560"/>
                  </a:lnTo>
                  <a:lnTo>
                    <a:pt x="67410" y="162363"/>
                  </a:lnTo>
                  <a:close/>
                </a:path>
                <a:path w="2207259" h="361950">
                  <a:moveTo>
                    <a:pt x="1412651" y="119380"/>
                  </a:moveTo>
                  <a:lnTo>
                    <a:pt x="1412708" y="167815"/>
                  </a:lnTo>
                  <a:lnTo>
                    <a:pt x="1434983" y="212364"/>
                  </a:lnTo>
                  <a:lnTo>
                    <a:pt x="1434846" y="212364"/>
                  </a:lnTo>
                  <a:lnTo>
                    <a:pt x="1434846" y="163957"/>
                  </a:lnTo>
                  <a:lnTo>
                    <a:pt x="1434709" y="163614"/>
                  </a:lnTo>
                  <a:lnTo>
                    <a:pt x="1412651" y="119380"/>
                  </a:lnTo>
                  <a:close/>
                </a:path>
                <a:path w="2207259" h="361950">
                  <a:moveTo>
                    <a:pt x="133673" y="173308"/>
                  </a:moveTo>
                  <a:lnTo>
                    <a:pt x="133774" y="206154"/>
                  </a:lnTo>
                  <a:lnTo>
                    <a:pt x="136346" y="211286"/>
                  </a:lnTo>
                  <a:lnTo>
                    <a:pt x="136271" y="178498"/>
                  </a:lnTo>
                  <a:lnTo>
                    <a:pt x="133817" y="173597"/>
                  </a:lnTo>
                  <a:lnTo>
                    <a:pt x="133744" y="173450"/>
                  </a:lnTo>
                  <a:lnTo>
                    <a:pt x="133673" y="173308"/>
                  </a:lnTo>
                  <a:close/>
                </a:path>
                <a:path w="2207259" h="361950">
                  <a:moveTo>
                    <a:pt x="151887" y="176530"/>
                  </a:moveTo>
                  <a:lnTo>
                    <a:pt x="151765" y="209452"/>
                  </a:lnTo>
                  <a:lnTo>
                    <a:pt x="152683" y="211286"/>
                  </a:lnTo>
                  <a:lnTo>
                    <a:pt x="152653" y="178070"/>
                  </a:lnTo>
                  <a:lnTo>
                    <a:pt x="151887" y="176530"/>
                  </a:lnTo>
                  <a:close/>
                </a:path>
                <a:path w="2207259" h="361950">
                  <a:moveTo>
                    <a:pt x="1613916" y="184658"/>
                  </a:moveTo>
                  <a:lnTo>
                    <a:pt x="1600637" y="184658"/>
                  </a:lnTo>
                  <a:lnTo>
                    <a:pt x="1613916" y="211286"/>
                  </a:lnTo>
                  <a:lnTo>
                    <a:pt x="1613916" y="184658"/>
                  </a:lnTo>
                  <a:close/>
                </a:path>
                <a:path w="2207259" h="361950">
                  <a:moveTo>
                    <a:pt x="3301" y="192007"/>
                  </a:moveTo>
                  <a:lnTo>
                    <a:pt x="3376" y="206154"/>
                  </a:lnTo>
                  <a:lnTo>
                    <a:pt x="5522" y="210452"/>
                  </a:lnTo>
                  <a:lnTo>
                    <a:pt x="5588" y="196354"/>
                  </a:lnTo>
                  <a:lnTo>
                    <a:pt x="5123" y="195650"/>
                  </a:lnTo>
                  <a:lnTo>
                    <a:pt x="3301" y="192007"/>
                  </a:lnTo>
                  <a:close/>
                </a:path>
                <a:path w="2207259" h="361950">
                  <a:moveTo>
                    <a:pt x="223068" y="143070"/>
                  </a:moveTo>
                  <a:lnTo>
                    <a:pt x="223012" y="179497"/>
                  </a:lnTo>
                  <a:lnTo>
                    <a:pt x="238506" y="210452"/>
                  </a:lnTo>
                  <a:lnTo>
                    <a:pt x="238506" y="173989"/>
                  </a:lnTo>
                  <a:lnTo>
                    <a:pt x="238348" y="173597"/>
                  </a:lnTo>
                  <a:lnTo>
                    <a:pt x="223068" y="143070"/>
                  </a:lnTo>
                  <a:close/>
                </a:path>
                <a:path w="2207259" h="361950">
                  <a:moveTo>
                    <a:pt x="1948561" y="172842"/>
                  </a:moveTo>
                  <a:lnTo>
                    <a:pt x="1942237" y="185479"/>
                  </a:lnTo>
                  <a:lnTo>
                    <a:pt x="1941957" y="185817"/>
                  </a:lnTo>
                  <a:lnTo>
                    <a:pt x="1941957" y="210452"/>
                  </a:lnTo>
                  <a:lnTo>
                    <a:pt x="1942141" y="210014"/>
                  </a:lnTo>
                  <a:lnTo>
                    <a:pt x="1948561" y="197153"/>
                  </a:lnTo>
                  <a:lnTo>
                    <a:pt x="1948561" y="172842"/>
                  </a:lnTo>
                  <a:close/>
                </a:path>
                <a:path w="2207259" h="361950">
                  <a:moveTo>
                    <a:pt x="2093214" y="181241"/>
                  </a:moveTo>
                  <a:lnTo>
                    <a:pt x="2093266" y="205813"/>
                  </a:lnTo>
                  <a:lnTo>
                    <a:pt x="2095580" y="210452"/>
                  </a:lnTo>
                  <a:lnTo>
                    <a:pt x="2095500" y="185817"/>
                  </a:lnTo>
                  <a:lnTo>
                    <a:pt x="2093214" y="181241"/>
                  </a:lnTo>
                  <a:close/>
                </a:path>
                <a:path w="2207259" h="361950">
                  <a:moveTo>
                    <a:pt x="1444622" y="117662"/>
                  </a:moveTo>
                  <a:lnTo>
                    <a:pt x="1444636" y="183521"/>
                  </a:lnTo>
                  <a:lnTo>
                    <a:pt x="1457741" y="209804"/>
                  </a:lnTo>
                  <a:lnTo>
                    <a:pt x="1457833" y="144106"/>
                  </a:lnTo>
                  <a:lnTo>
                    <a:pt x="1444622" y="117662"/>
                  </a:lnTo>
                  <a:close/>
                </a:path>
                <a:path w="2207259" h="361950">
                  <a:moveTo>
                    <a:pt x="1503303" y="131742"/>
                  </a:moveTo>
                  <a:lnTo>
                    <a:pt x="1503421" y="180086"/>
                  </a:lnTo>
                  <a:lnTo>
                    <a:pt x="1518306" y="209804"/>
                  </a:lnTo>
                  <a:lnTo>
                    <a:pt x="1518412" y="162013"/>
                  </a:lnTo>
                  <a:lnTo>
                    <a:pt x="1503303" y="131742"/>
                  </a:lnTo>
                  <a:close/>
                </a:path>
                <a:path w="2207259" h="361950">
                  <a:moveTo>
                    <a:pt x="1714576" y="141731"/>
                  </a:moveTo>
                  <a:lnTo>
                    <a:pt x="1714571" y="185054"/>
                  </a:lnTo>
                  <a:lnTo>
                    <a:pt x="1726946" y="209804"/>
                  </a:lnTo>
                  <a:lnTo>
                    <a:pt x="1726946" y="166492"/>
                  </a:lnTo>
                  <a:lnTo>
                    <a:pt x="1714576" y="141731"/>
                  </a:lnTo>
                  <a:close/>
                </a:path>
                <a:path w="2207259" h="361950">
                  <a:moveTo>
                    <a:pt x="142113" y="156896"/>
                  </a:moveTo>
                  <a:lnTo>
                    <a:pt x="142201" y="190346"/>
                  </a:lnTo>
                  <a:lnTo>
                    <a:pt x="151765" y="209452"/>
                  </a:lnTo>
                  <a:lnTo>
                    <a:pt x="151765" y="176284"/>
                  </a:lnTo>
                  <a:lnTo>
                    <a:pt x="142113" y="156896"/>
                  </a:lnTo>
                  <a:close/>
                </a:path>
                <a:path w="2207259" h="361950">
                  <a:moveTo>
                    <a:pt x="165547" y="170313"/>
                  </a:moveTo>
                  <a:lnTo>
                    <a:pt x="165623" y="204121"/>
                  </a:lnTo>
                  <a:lnTo>
                    <a:pt x="168277" y="209452"/>
                  </a:lnTo>
                  <a:lnTo>
                    <a:pt x="168401" y="175767"/>
                  </a:lnTo>
                  <a:lnTo>
                    <a:pt x="168021" y="175260"/>
                  </a:lnTo>
                  <a:lnTo>
                    <a:pt x="165547" y="170313"/>
                  </a:lnTo>
                  <a:close/>
                </a:path>
                <a:path w="2207259" h="361950">
                  <a:moveTo>
                    <a:pt x="1623301" y="137482"/>
                  </a:moveTo>
                  <a:lnTo>
                    <a:pt x="1623385" y="185054"/>
                  </a:lnTo>
                  <a:lnTo>
                    <a:pt x="1635378" y="209041"/>
                  </a:lnTo>
                  <a:lnTo>
                    <a:pt x="1635378" y="161658"/>
                  </a:lnTo>
                  <a:lnTo>
                    <a:pt x="1623301" y="137482"/>
                  </a:lnTo>
                  <a:close/>
                </a:path>
                <a:path w="2207259" h="361950">
                  <a:moveTo>
                    <a:pt x="11684" y="166492"/>
                  </a:moveTo>
                  <a:lnTo>
                    <a:pt x="11303" y="166878"/>
                  </a:lnTo>
                  <a:lnTo>
                    <a:pt x="7874" y="171450"/>
                  </a:lnTo>
                  <a:lnTo>
                    <a:pt x="7874" y="201152"/>
                  </a:lnTo>
                  <a:lnTo>
                    <a:pt x="11580" y="208565"/>
                  </a:lnTo>
                  <a:lnTo>
                    <a:pt x="11684" y="166492"/>
                  </a:lnTo>
                  <a:close/>
                </a:path>
                <a:path w="2207259" h="361950">
                  <a:moveTo>
                    <a:pt x="179040" y="162560"/>
                  </a:moveTo>
                  <a:lnTo>
                    <a:pt x="178943" y="163190"/>
                  </a:lnTo>
                  <a:lnTo>
                    <a:pt x="178816" y="196850"/>
                  </a:lnTo>
                  <a:lnTo>
                    <a:pt x="184540" y="208298"/>
                  </a:lnTo>
                  <a:lnTo>
                    <a:pt x="184658" y="173597"/>
                  </a:lnTo>
                  <a:lnTo>
                    <a:pt x="184480" y="173450"/>
                  </a:lnTo>
                  <a:lnTo>
                    <a:pt x="179040" y="162560"/>
                  </a:lnTo>
                  <a:close/>
                </a:path>
                <a:path w="2207259" h="361950">
                  <a:moveTo>
                    <a:pt x="1891157" y="182738"/>
                  </a:moveTo>
                  <a:lnTo>
                    <a:pt x="1887435" y="190175"/>
                  </a:lnTo>
                  <a:lnTo>
                    <a:pt x="1887349" y="190346"/>
                  </a:lnTo>
                  <a:lnTo>
                    <a:pt x="1887220" y="190724"/>
                  </a:lnTo>
                  <a:lnTo>
                    <a:pt x="1887220" y="208298"/>
                  </a:lnTo>
                  <a:lnTo>
                    <a:pt x="1891157" y="200443"/>
                  </a:lnTo>
                  <a:lnTo>
                    <a:pt x="1891157" y="182738"/>
                  </a:lnTo>
                  <a:close/>
                </a:path>
                <a:path w="2207259" h="361950">
                  <a:moveTo>
                    <a:pt x="193053" y="154609"/>
                  </a:moveTo>
                  <a:lnTo>
                    <a:pt x="193040" y="155418"/>
                  </a:lnTo>
                  <a:lnTo>
                    <a:pt x="192919" y="190346"/>
                  </a:lnTo>
                  <a:lnTo>
                    <a:pt x="201675" y="207878"/>
                  </a:lnTo>
                  <a:lnTo>
                    <a:pt x="201675" y="171957"/>
                  </a:lnTo>
                  <a:lnTo>
                    <a:pt x="201491" y="171450"/>
                  </a:lnTo>
                  <a:lnTo>
                    <a:pt x="193053" y="154609"/>
                  </a:lnTo>
                  <a:close/>
                </a:path>
                <a:path w="2207259" h="361950">
                  <a:moveTo>
                    <a:pt x="323154" y="136022"/>
                  </a:moveTo>
                  <a:lnTo>
                    <a:pt x="323142" y="180086"/>
                  </a:lnTo>
                  <a:lnTo>
                    <a:pt x="337096" y="207878"/>
                  </a:lnTo>
                  <a:lnTo>
                    <a:pt x="337058" y="163614"/>
                  </a:lnTo>
                  <a:lnTo>
                    <a:pt x="336738" y="163190"/>
                  </a:lnTo>
                  <a:lnTo>
                    <a:pt x="323154" y="136022"/>
                  </a:lnTo>
                  <a:close/>
                </a:path>
                <a:path w="2207259" h="361950">
                  <a:moveTo>
                    <a:pt x="1376596" y="143510"/>
                  </a:moveTo>
                  <a:lnTo>
                    <a:pt x="1376552" y="199389"/>
                  </a:lnTo>
                  <a:lnTo>
                    <a:pt x="1380617" y="207517"/>
                  </a:lnTo>
                  <a:lnTo>
                    <a:pt x="1380744" y="151819"/>
                  </a:lnTo>
                  <a:lnTo>
                    <a:pt x="1376596" y="143510"/>
                  </a:lnTo>
                  <a:close/>
                </a:path>
                <a:path w="2207259" h="361950">
                  <a:moveTo>
                    <a:pt x="1816481" y="166878"/>
                  </a:moveTo>
                  <a:lnTo>
                    <a:pt x="1816481" y="198580"/>
                  </a:lnTo>
                  <a:lnTo>
                    <a:pt x="1820938" y="207517"/>
                  </a:lnTo>
                  <a:lnTo>
                    <a:pt x="1820926" y="175767"/>
                  </a:lnTo>
                  <a:lnTo>
                    <a:pt x="1816481" y="166878"/>
                  </a:lnTo>
                  <a:close/>
                </a:path>
                <a:path w="2207259" h="361950">
                  <a:moveTo>
                    <a:pt x="1913382" y="177037"/>
                  </a:moveTo>
                  <a:lnTo>
                    <a:pt x="1912947" y="177789"/>
                  </a:lnTo>
                  <a:lnTo>
                    <a:pt x="1907286" y="189122"/>
                  </a:lnTo>
                  <a:lnTo>
                    <a:pt x="1907286" y="207517"/>
                  </a:lnTo>
                  <a:lnTo>
                    <a:pt x="1913382" y="195325"/>
                  </a:lnTo>
                  <a:lnTo>
                    <a:pt x="1913382" y="177037"/>
                  </a:lnTo>
                  <a:close/>
                </a:path>
                <a:path w="2207259" h="361950">
                  <a:moveTo>
                    <a:pt x="207391" y="148288"/>
                  </a:moveTo>
                  <a:lnTo>
                    <a:pt x="207473" y="183387"/>
                  </a:lnTo>
                  <a:lnTo>
                    <a:pt x="219067" y="206527"/>
                  </a:lnTo>
                  <a:lnTo>
                    <a:pt x="219134" y="206660"/>
                  </a:lnTo>
                  <a:lnTo>
                    <a:pt x="219201" y="171957"/>
                  </a:lnTo>
                  <a:lnTo>
                    <a:pt x="218984" y="171450"/>
                  </a:lnTo>
                  <a:lnTo>
                    <a:pt x="207391" y="148288"/>
                  </a:lnTo>
                  <a:close/>
                </a:path>
                <a:path w="2207259" h="361950">
                  <a:moveTo>
                    <a:pt x="53572" y="184658"/>
                  </a:moveTo>
                  <a:lnTo>
                    <a:pt x="44525" y="184658"/>
                  </a:lnTo>
                  <a:lnTo>
                    <a:pt x="55513" y="206527"/>
                  </a:lnTo>
                  <a:lnTo>
                    <a:pt x="55499" y="188515"/>
                  </a:lnTo>
                  <a:lnTo>
                    <a:pt x="53770" y="185054"/>
                  </a:lnTo>
                  <a:lnTo>
                    <a:pt x="53699" y="184912"/>
                  </a:lnTo>
                  <a:lnTo>
                    <a:pt x="53572" y="184658"/>
                  </a:lnTo>
                  <a:close/>
                </a:path>
                <a:path w="2207259" h="361950">
                  <a:moveTo>
                    <a:pt x="1380832" y="104062"/>
                  </a:moveTo>
                  <a:lnTo>
                    <a:pt x="1380825" y="151982"/>
                  </a:lnTo>
                  <a:lnTo>
                    <a:pt x="1408049" y="206527"/>
                  </a:lnTo>
                  <a:lnTo>
                    <a:pt x="1408049" y="158361"/>
                  </a:lnTo>
                  <a:lnTo>
                    <a:pt x="1407827" y="158053"/>
                  </a:lnTo>
                  <a:lnTo>
                    <a:pt x="1380832" y="104062"/>
                  </a:lnTo>
                  <a:close/>
                </a:path>
                <a:path w="2207259" h="361950">
                  <a:moveTo>
                    <a:pt x="2074314" y="167815"/>
                  </a:moveTo>
                  <a:lnTo>
                    <a:pt x="2074343" y="193801"/>
                  </a:lnTo>
                  <a:lnTo>
                    <a:pt x="2080701" y="206527"/>
                  </a:lnTo>
                  <a:lnTo>
                    <a:pt x="2080768" y="180615"/>
                  </a:lnTo>
                  <a:lnTo>
                    <a:pt x="2080434" y="180086"/>
                  </a:lnTo>
                  <a:lnTo>
                    <a:pt x="2074314" y="167815"/>
                  </a:lnTo>
                  <a:close/>
                </a:path>
                <a:path w="2207259" h="361950">
                  <a:moveTo>
                    <a:pt x="1843151" y="155600"/>
                  </a:moveTo>
                  <a:lnTo>
                    <a:pt x="1843205" y="187960"/>
                  </a:lnTo>
                  <a:lnTo>
                    <a:pt x="1852124" y="205813"/>
                  </a:lnTo>
                  <a:lnTo>
                    <a:pt x="1852220" y="206004"/>
                  </a:lnTo>
                  <a:lnTo>
                    <a:pt x="1852295" y="173597"/>
                  </a:lnTo>
                  <a:lnTo>
                    <a:pt x="1852098" y="173450"/>
                  </a:lnTo>
                  <a:lnTo>
                    <a:pt x="1843151" y="155600"/>
                  </a:lnTo>
                  <a:close/>
                </a:path>
                <a:path w="2207259" h="361950">
                  <a:moveTo>
                    <a:pt x="1397" y="188196"/>
                  </a:moveTo>
                  <a:lnTo>
                    <a:pt x="1480" y="202356"/>
                  </a:lnTo>
                  <a:lnTo>
                    <a:pt x="3206" y="205813"/>
                  </a:lnTo>
                  <a:lnTo>
                    <a:pt x="3186" y="191775"/>
                  </a:lnTo>
                  <a:lnTo>
                    <a:pt x="1397" y="188196"/>
                  </a:lnTo>
                  <a:close/>
                </a:path>
                <a:path w="2207259" h="361950">
                  <a:moveTo>
                    <a:pt x="125877" y="157734"/>
                  </a:moveTo>
                  <a:lnTo>
                    <a:pt x="124333" y="157734"/>
                  </a:lnTo>
                  <a:lnTo>
                    <a:pt x="124243" y="187134"/>
                  </a:lnTo>
                  <a:lnTo>
                    <a:pt x="133603" y="205813"/>
                  </a:lnTo>
                  <a:lnTo>
                    <a:pt x="133603" y="173170"/>
                  </a:lnTo>
                  <a:lnTo>
                    <a:pt x="125877" y="157734"/>
                  </a:lnTo>
                  <a:close/>
                </a:path>
                <a:path w="2207259" h="361950">
                  <a:moveTo>
                    <a:pt x="2085556" y="165914"/>
                  </a:moveTo>
                  <a:lnTo>
                    <a:pt x="2085552" y="190346"/>
                  </a:lnTo>
                  <a:lnTo>
                    <a:pt x="2093266" y="205813"/>
                  </a:lnTo>
                  <a:lnTo>
                    <a:pt x="2093214" y="181241"/>
                  </a:lnTo>
                  <a:lnTo>
                    <a:pt x="2085556" y="165914"/>
                  </a:lnTo>
                  <a:close/>
                </a:path>
                <a:path w="2207259" h="361950">
                  <a:moveTo>
                    <a:pt x="2138753" y="173597"/>
                  </a:moveTo>
                  <a:lnTo>
                    <a:pt x="2138680" y="180086"/>
                  </a:lnTo>
                  <a:lnTo>
                    <a:pt x="2151543" y="205813"/>
                  </a:lnTo>
                  <a:lnTo>
                    <a:pt x="2151507" y="199062"/>
                  </a:lnTo>
                  <a:lnTo>
                    <a:pt x="2138753" y="173597"/>
                  </a:lnTo>
                  <a:close/>
                </a:path>
                <a:path w="2207259" h="361950">
                  <a:moveTo>
                    <a:pt x="102768" y="175260"/>
                  </a:moveTo>
                  <a:lnTo>
                    <a:pt x="98425" y="175260"/>
                  </a:lnTo>
                  <a:lnTo>
                    <a:pt x="98425" y="195650"/>
                  </a:lnTo>
                  <a:lnTo>
                    <a:pt x="103305" y="205423"/>
                  </a:lnTo>
                  <a:lnTo>
                    <a:pt x="103250" y="176022"/>
                  </a:lnTo>
                  <a:lnTo>
                    <a:pt x="103022" y="175767"/>
                  </a:lnTo>
                  <a:lnTo>
                    <a:pt x="102768" y="175260"/>
                  </a:lnTo>
                  <a:close/>
                </a:path>
                <a:path w="2207259" h="361950">
                  <a:moveTo>
                    <a:pt x="239649" y="138684"/>
                  </a:moveTo>
                  <a:lnTo>
                    <a:pt x="239561" y="176022"/>
                  </a:lnTo>
                  <a:lnTo>
                    <a:pt x="254277" y="205423"/>
                  </a:lnTo>
                  <a:lnTo>
                    <a:pt x="254381" y="168267"/>
                  </a:lnTo>
                  <a:lnTo>
                    <a:pt x="254214" y="167815"/>
                  </a:lnTo>
                  <a:lnTo>
                    <a:pt x="239649" y="138684"/>
                  </a:lnTo>
                  <a:close/>
                </a:path>
                <a:path w="2207259" h="361950">
                  <a:moveTo>
                    <a:pt x="1005362" y="136398"/>
                  </a:moveTo>
                  <a:lnTo>
                    <a:pt x="1005374" y="187134"/>
                  </a:lnTo>
                  <a:lnTo>
                    <a:pt x="1014510" y="205423"/>
                  </a:lnTo>
                  <a:lnTo>
                    <a:pt x="1014476" y="154432"/>
                  </a:lnTo>
                  <a:lnTo>
                    <a:pt x="1014006" y="153670"/>
                  </a:lnTo>
                  <a:lnTo>
                    <a:pt x="1005362" y="136398"/>
                  </a:lnTo>
                  <a:close/>
                </a:path>
                <a:path w="2207259" h="361950">
                  <a:moveTo>
                    <a:pt x="1780794" y="160005"/>
                  </a:moveTo>
                  <a:lnTo>
                    <a:pt x="1780794" y="194520"/>
                  </a:lnTo>
                  <a:lnTo>
                    <a:pt x="1786255" y="205423"/>
                  </a:lnTo>
                  <a:lnTo>
                    <a:pt x="1786255" y="171107"/>
                  </a:lnTo>
                  <a:lnTo>
                    <a:pt x="1786090" y="170617"/>
                  </a:lnTo>
                  <a:lnTo>
                    <a:pt x="1780794" y="160005"/>
                  </a:lnTo>
                  <a:close/>
                </a:path>
                <a:path w="2207259" h="361950">
                  <a:moveTo>
                    <a:pt x="2062011" y="169116"/>
                  </a:moveTo>
                  <a:lnTo>
                    <a:pt x="2061978" y="196354"/>
                  </a:lnTo>
                  <a:lnTo>
                    <a:pt x="2066512" y="205423"/>
                  </a:lnTo>
                  <a:lnTo>
                    <a:pt x="2066417" y="177789"/>
                  </a:lnTo>
                  <a:lnTo>
                    <a:pt x="2065968" y="177037"/>
                  </a:lnTo>
                  <a:lnTo>
                    <a:pt x="2062011" y="169116"/>
                  </a:lnTo>
                  <a:close/>
                </a:path>
                <a:path w="2207259" h="361950">
                  <a:moveTo>
                    <a:pt x="925135" y="121711"/>
                  </a:moveTo>
                  <a:lnTo>
                    <a:pt x="925090" y="170313"/>
                  </a:lnTo>
                  <a:lnTo>
                    <a:pt x="942340" y="204844"/>
                  </a:lnTo>
                  <a:lnTo>
                    <a:pt x="942340" y="155855"/>
                  </a:lnTo>
                  <a:lnTo>
                    <a:pt x="942111" y="155600"/>
                  </a:lnTo>
                  <a:lnTo>
                    <a:pt x="925135" y="121711"/>
                  </a:lnTo>
                  <a:close/>
                </a:path>
                <a:path w="2207259" h="361950">
                  <a:moveTo>
                    <a:pt x="88392" y="187960"/>
                  </a:moveTo>
                  <a:lnTo>
                    <a:pt x="85090" y="187960"/>
                  </a:lnTo>
                  <a:lnTo>
                    <a:pt x="85090" y="197885"/>
                  </a:lnTo>
                  <a:lnTo>
                    <a:pt x="88392" y="204519"/>
                  </a:lnTo>
                  <a:lnTo>
                    <a:pt x="88392" y="187960"/>
                  </a:lnTo>
                  <a:close/>
                </a:path>
                <a:path w="2207259" h="361950">
                  <a:moveTo>
                    <a:pt x="738362" y="113791"/>
                  </a:moveTo>
                  <a:lnTo>
                    <a:pt x="738251" y="114150"/>
                  </a:lnTo>
                  <a:lnTo>
                    <a:pt x="738165" y="171107"/>
                  </a:lnTo>
                  <a:lnTo>
                    <a:pt x="754902" y="204519"/>
                  </a:lnTo>
                  <a:lnTo>
                    <a:pt x="754888" y="146875"/>
                  </a:lnTo>
                  <a:lnTo>
                    <a:pt x="738362" y="113791"/>
                  </a:lnTo>
                  <a:close/>
                </a:path>
                <a:path w="2207259" h="361950">
                  <a:moveTo>
                    <a:pt x="948089" y="118518"/>
                  </a:moveTo>
                  <a:lnTo>
                    <a:pt x="948142" y="167639"/>
                  </a:lnTo>
                  <a:lnTo>
                    <a:pt x="966616" y="204519"/>
                  </a:lnTo>
                  <a:lnTo>
                    <a:pt x="966724" y="155855"/>
                  </a:lnTo>
                  <a:lnTo>
                    <a:pt x="948089" y="118518"/>
                  </a:lnTo>
                  <a:close/>
                </a:path>
                <a:path w="2207259" h="361950">
                  <a:moveTo>
                    <a:pt x="152653" y="144525"/>
                  </a:moveTo>
                  <a:lnTo>
                    <a:pt x="152750" y="178264"/>
                  </a:lnTo>
                  <a:lnTo>
                    <a:pt x="165504" y="203882"/>
                  </a:lnTo>
                  <a:lnTo>
                    <a:pt x="165481" y="170313"/>
                  </a:lnTo>
                  <a:lnTo>
                    <a:pt x="165226" y="169672"/>
                  </a:lnTo>
                  <a:lnTo>
                    <a:pt x="152653" y="144525"/>
                  </a:lnTo>
                  <a:close/>
                </a:path>
                <a:path w="2207259" h="361950">
                  <a:moveTo>
                    <a:pt x="901065" y="122217"/>
                  </a:moveTo>
                  <a:lnTo>
                    <a:pt x="901065" y="171107"/>
                  </a:lnTo>
                  <a:lnTo>
                    <a:pt x="917467" y="203882"/>
                  </a:lnTo>
                  <a:lnTo>
                    <a:pt x="917575" y="155418"/>
                  </a:lnTo>
                  <a:lnTo>
                    <a:pt x="917245" y="154609"/>
                  </a:lnTo>
                  <a:lnTo>
                    <a:pt x="901065" y="122217"/>
                  </a:lnTo>
                  <a:close/>
                </a:path>
                <a:path w="2207259" h="361950">
                  <a:moveTo>
                    <a:pt x="1646301" y="140400"/>
                  </a:moveTo>
                  <a:lnTo>
                    <a:pt x="1646301" y="183521"/>
                  </a:lnTo>
                  <a:lnTo>
                    <a:pt x="1656472" y="203882"/>
                  </a:lnTo>
                  <a:lnTo>
                    <a:pt x="1656461" y="160756"/>
                  </a:lnTo>
                  <a:lnTo>
                    <a:pt x="1646301" y="140400"/>
                  </a:lnTo>
                  <a:close/>
                </a:path>
                <a:path w="2207259" h="361950">
                  <a:moveTo>
                    <a:pt x="1887220" y="15264"/>
                  </a:moveTo>
                  <a:lnTo>
                    <a:pt x="1875536" y="15264"/>
                  </a:lnTo>
                  <a:lnTo>
                    <a:pt x="1875536" y="193801"/>
                  </a:lnTo>
                  <a:lnTo>
                    <a:pt x="1880576" y="203882"/>
                  </a:lnTo>
                  <a:lnTo>
                    <a:pt x="1887036" y="190971"/>
                  </a:lnTo>
                  <a:lnTo>
                    <a:pt x="1887160" y="190724"/>
                  </a:lnTo>
                  <a:lnTo>
                    <a:pt x="1887220" y="15264"/>
                  </a:lnTo>
                  <a:close/>
                </a:path>
                <a:path w="2207259" h="361950">
                  <a:moveTo>
                    <a:pt x="1907286" y="168267"/>
                  </a:moveTo>
                  <a:lnTo>
                    <a:pt x="1900032" y="182738"/>
                  </a:lnTo>
                  <a:lnTo>
                    <a:pt x="1899793" y="183036"/>
                  </a:lnTo>
                  <a:lnTo>
                    <a:pt x="1899793" y="203882"/>
                  </a:lnTo>
                  <a:lnTo>
                    <a:pt x="1900223" y="203260"/>
                  </a:lnTo>
                  <a:lnTo>
                    <a:pt x="1907286" y="189122"/>
                  </a:lnTo>
                  <a:lnTo>
                    <a:pt x="1907286" y="168267"/>
                  </a:lnTo>
                  <a:close/>
                </a:path>
                <a:path w="2207259" h="361950">
                  <a:moveTo>
                    <a:pt x="713927" y="122725"/>
                  </a:moveTo>
                  <a:lnTo>
                    <a:pt x="713985" y="188196"/>
                  </a:lnTo>
                  <a:lnTo>
                    <a:pt x="721517" y="203260"/>
                  </a:lnTo>
                  <a:lnTo>
                    <a:pt x="721487" y="137972"/>
                  </a:lnTo>
                  <a:lnTo>
                    <a:pt x="721320" y="137482"/>
                  </a:lnTo>
                  <a:lnTo>
                    <a:pt x="713927" y="122725"/>
                  </a:lnTo>
                  <a:close/>
                </a:path>
                <a:path w="2207259" h="361950">
                  <a:moveTo>
                    <a:pt x="1798244" y="162013"/>
                  </a:moveTo>
                  <a:lnTo>
                    <a:pt x="1798225" y="194928"/>
                  </a:lnTo>
                  <a:lnTo>
                    <a:pt x="1802384" y="203260"/>
                  </a:lnTo>
                  <a:lnTo>
                    <a:pt x="1802384" y="170313"/>
                  </a:lnTo>
                  <a:lnTo>
                    <a:pt x="1798244" y="162013"/>
                  </a:lnTo>
                  <a:close/>
                </a:path>
                <a:path w="2207259" h="361950">
                  <a:moveTo>
                    <a:pt x="972693" y="121711"/>
                  </a:moveTo>
                  <a:lnTo>
                    <a:pt x="972693" y="167815"/>
                  </a:lnTo>
                  <a:lnTo>
                    <a:pt x="990219" y="202932"/>
                  </a:lnTo>
                  <a:lnTo>
                    <a:pt x="990219" y="156896"/>
                  </a:lnTo>
                  <a:lnTo>
                    <a:pt x="989994" y="156345"/>
                  </a:lnTo>
                  <a:lnTo>
                    <a:pt x="972693" y="121711"/>
                  </a:lnTo>
                  <a:close/>
                </a:path>
                <a:path w="2207259" h="361950">
                  <a:moveTo>
                    <a:pt x="2110821" y="158524"/>
                  </a:moveTo>
                  <a:lnTo>
                    <a:pt x="2110740" y="174399"/>
                  </a:lnTo>
                  <a:lnTo>
                    <a:pt x="2124971" y="202932"/>
                  </a:lnTo>
                  <a:lnTo>
                    <a:pt x="2125091" y="187134"/>
                  </a:lnTo>
                  <a:lnTo>
                    <a:pt x="2110933" y="158749"/>
                  </a:lnTo>
                  <a:lnTo>
                    <a:pt x="2110821" y="158524"/>
                  </a:lnTo>
                  <a:close/>
                </a:path>
                <a:path w="2207259" h="361950">
                  <a:moveTo>
                    <a:pt x="1036835" y="132740"/>
                  </a:moveTo>
                  <a:lnTo>
                    <a:pt x="1036723" y="199062"/>
                  </a:lnTo>
                  <a:lnTo>
                    <a:pt x="1038287" y="202188"/>
                  </a:lnTo>
                  <a:lnTo>
                    <a:pt x="1038371" y="202356"/>
                  </a:lnTo>
                  <a:lnTo>
                    <a:pt x="1038478" y="135890"/>
                  </a:lnTo>
                  <a:lnTo>
                    <a:pt x="1038260" y="135585"/>
                  </a:lnTo>
                  <a:lnTo>
                    <a:pt x="1036835" y="132740"/>
                  </a:lnTo>
                  <a:close/>
                </a:path>
                <a:path w="2207259" h="361950">
                  <a:moveTo>
                    <a:pt x="113900" y="166492"/>
                  </a:moveTo>
                  <a:lnTo>
                    <a:pt x="109347" y="166492"/>
                  </a:lnTo>
                  <a:lnTo>
                    <a:pt x="109244" y="188196"/>
                  </a:lnTo>
                  <a:lnTo>
                    <a:pt x="116248" y="202188"/>
                  </a:lnTo>
                  <a:lnTo>
                    <a:pt x="116332" y="171107"/>
                  </a:lnTo>
                  <a:lnTo>
                    <a:pt x="115966" y="170617"/>
                  </a:lnTo>
                  <a:lnTo>
                    <a:pt x="113900" y="166492"/>
                  </a:lnTo>
                  <a:close/>
                </a:path>
                <a:path w="2207259" h="361950">
                  <a:moveTo>
                    <a:pt x="35592" y="166878"/>
                  </a:moveTo>
                  <a:lnTo>
                    <a:pt x="35576" y="184658"/>
                  </a:lnTo>
                  <a:lnTo>
                    <a:pt x="44153" y="201790"/>
                  </a:lnTo>
                  <a:lnTo>
                    <a:pt x="44225" y="201934"/>
                  </a:lnTo>
                  <a:lnTo>
                    <a:pt x="44323" y="184658"/>
                  </a:lnTo>
                  <a:lnTo>
                    <a:pt x="44525" y="184658"/>
                  </a:lnTo>
                  <a:lnTo>
                    <a:pt x="35592" y="166878"/>
                  </a:lnTo>
                  <a:close/>
                </a:path>
                <a:path w="2207259" h="361950">
                  <a:moveTo>
                    <a:pt x="1270" y="189591"/>
                  </a:moveTo>
                  <a:lnTo>
                    <a:pt x="1126" y="190175"/>
                  </a:lnTo>
                  <a:lnTo>
                    <a:pt x="1028" y="190971"/>
                  </a:lnTo>
                  <a:lnTo>
                    <a:pt x="902" y="192007"/>
                  </a:lnTo>
                  <a:lnTo>
                    <a:pt x="776" y="193040"/>
                  </a:lnTo>
                  <a:lnTo>
                    <a:pt x="682" y="193801"/>
                  </a:lnTo>
                  <a:lnTo>
                    <a:pt x="595" y="194520"/>
                  </a:lnTo>
                  <a:lnTo>
                    <a:pt x="496" y="195325"/>
                  </a:lnTo>
                  <a:lnTo>
                    <a:pt x="370" y="196354"/>
                  </a:lnTo>
                  <a:lnTo>
                    <a:pt x="310" y="196850"/>
                  </a:lnTo>
                  <a:lnTo>
                    <a:pt x="183" y="197885"/>
                  </a:lnTo>
                  <a:lnTo>
                    <a:pt x="98" y="198580"/>
                  </a:lnTo>
                  <a:lnTo>
                    <a:pt x="0" y="199389"/>
                  </a:lnTo>
                  <a:lnTo>
                    <a:pt x="1198" y="201790"/>
                  </a:lnTo>
                  <a:lnTo>
                    <a:pt x="1270" y="189591"/>
                  </a:lnTo>
                  <a:close/>
                </a:path>
                <a:path w="2207259" h="361950">
                  <a:moveTo>
                    <a:pt x="763016" y="96250"/>
                  </a:moveTo>
                  <a:lnTo>
                    <a:pt x="763038" y="163190"/>
                  </a:lnTo>
                  <a:lnTo>
                    <a:pt x="782320" y="201790"/>
                  </a:lnTo>
                  <a:lnTo>
                    <a:pt x="782320" y="134822"/>
                  </a:lnTo>
                  <a:lnTo>
                    <a:pt x="763016" y="96250"/>
                  </a:lnTo>
                  <a:close/>
                </a:path>
                <a:path w="2207259" h="361950">
                  <a:moveTo>
                    <a:pt x="258375" y="132740"/>
                  </a:moveTo>
                  <a:lnTo>
                    <a:pt x="258318" y="176022"/>
                  </a:lnTo>
                  <a:lnTo>
                    <a:pt x="271018" y="201422"/>
                  </a:lnTo>
                  <a:lnTo>
                    <a:pt x="271018" y="158053"/>
                  </a:lnTo>
                  <a:lnTo>
                    <a:pt x="258375" y="132740"/>
                  </a:lnTo>
                  <a:close/>
                </a:path>
                <a:path w="2207259" h="361950">
                  <a:moveTo>
                    <a:pt x="7874" y="171450"/>
                  </a:moveTo>
                  <a:lnTo>
                    <a:pt x="5588" y="175260"/>
                  </a:lnTo>
                  <a:lnTo>
                    <a:pt x="5475" y="196354"/>
                  </a:lnTo>
                  <a:lnTo>
                    <a:pt x="7103" y="199389"/>
                  </a:lnTo>
                  <a:lnTo>
                    <a:pt x="7699" y="200753"/>
                  </a:lnTo>
                  <a:lnTo>
                    <a:pt x="7778" y="200933"/>
                  </a:lnTo>
                  <a:lnTo>
                    <a:pt x="7874" y="171450"/>
                  </a:lnTo>
                  <a:close/>
                </a:path>
                <a:path w="2207259" h="361950">
                  <a:moveTo>
                    <a:pt x="2125091" y="163190"/>
                  </a:moveTo>
                  <a:lnTo>
                    <a:pt x="2125091" y="173597"/>
                  </a:lnTo>
                  <a:lnTo>
                    <a:pt x="2138680" y="200753"/>
                  </a:lnTo>
                  <a:lnTo>
                    <a:pt x="2138680" y="190175"/>
                  </a:lnTo>
                  <a:lnTo>
                    <a:pt x="2138302" y="189591"/>
                  </a:lnTo>
                  <a:lnTo>
                    <a:pt x="2125091" y="163190"/>
                  </a:lnTo>
                  <a:close/>
                </a:path>
                <a:path w="2207259" h="361950">
                  <a:moveTo>
                    <a:pt x="1899793" y="165480"/>
                  </a:moveTo>
                  <a:lnTo>
                    <a:pt x="1891157" y="182738"/>
                  </a:lnTo>
                  <a:lnTo>
                    <a:pt x="1891157" y="200443"/>
                  </a:lnTo>
                  <a:lnTo>
                    <a:pt x="1899639" y="183521"/>
                  </a:lnTo>
                  <a:lnTo>
                    <a:pt x="1899706" y="183387"/>
                  </a:lnTo>
                  <a:lnTo>
                    <a:pt x="1899793" y="165480"/>
                  </a:lnTo>
                  <a:close/>
                </a:path>
                <a:path w="2207259" h="361950">
                  <a:moveTo>
                    <a:pt x="341163" y="133178"/>
                  </a:moveTo>
                  <a:lnTo>
                    <a:pt x="341122" y="171957"/>
                  </a:lnTo>
                  <a:lnTo>
                    <a:pt x="355219" y="200151"/>
                  </a:lnTo>
                  <a:lnTo>
                    <a:pt x="355219" y="161289"/>
                  </a:lnTo>
                  <a:lnTo>
                    <a:pt x="341249" y="133350"/>
                  </a:lnTo>
                  <a:lnTo>
                    <a:pt x="341163" y="133178"/>
                  </a:lnTo>
                  <a:close/>
                </a:path>
                <a:path w="2207259" h="361950">
                  <a:moveTo>
                    <a:pt x="1824355" y="150226"/>
                  </a:moveTo>
                  <a:lnTo>
                    <a:pt x="1824411" y="182738"/>
                  </a:lnTo>
                  <a:lnTo>
                    <a:pt x="1833118" y="200151"/>
                  </a:lnTo>
                  <a:lnTo>
                    <a:pt x="1833118" y="167639"/>
                  </a:lnTo>
                  <a:lnTo>
                    <a:pt x="1832967" y="167466"/>
                  </a:lnTo>
                  <a:lnTo>
                    <a:pt x="1824355" y="150226"/>
                  </a:lnTo>
                  <a:close/>
                </a:path>
                <a:path w="2207259" h="361950">
                  <a:moveTo>
                    <a:pt x="1927478" y="167132"/>
                  </a:moveTo>
                  <a:lnTo>
                    <a:pt x="1923161" y="175767"/>
                  </a:lnTo>
                  <a:lnTo>
                    <a:pt x="1923034" y="200151"/>
                  </a:lnTo>
                  <a:lnTo>
                    <a:pt x="1927478" y="191262"/>
                  </a:lnTo>
                  <a:lnTo>
                    <a:pt x="1927478" y="167132"/>
                  </a:lnTo>
                  <a:close/>
                </a:path>
                <a:path w="2207259" h="361950">
                  <a:moveTo>
                    <a:pt x="1355725" y="101691"/>
                  </a:moveTo>
                  <a:lnTo>
                    <a:pt x="1355725" y="157734"/>
                  </a:lnTo>
                  <a:lnTo>
                    <a:pt x="1376552" y="199389"/>
                  </a:lnTo>
                  <a:lnTo>
                    <a:pt x="1376552" y="143510"/>
                  </a:lnTo>
                  <a:lnTo>
                    <a:pt x="1376377" y="143070"/>
                  </a:lnTo>
                  <a:lnTo>
                    <a:pt x="1355725" y="101691"/>
                  </a:lnTo>
                  <a:close/>
                </a:path>
                <a:path w="2207259" h="361950">
                  <a:moveTo>
                    <a:pt x="1014476" y="88104"/>
                  </a:moveTo>
                  <a:lnTo>
                    <a:pt x="1014476" y="154609"/>
                  </a:lnTo>
                  <a:lnTo>
                    <a:pt x="1036723" y="199062"/>
                  </a:lnTo>
                  <a:lnTo>
                    <a:pt x="1036827" y="132740"/>
                  </a:lnTo>
                  <a:lnTo>
                    <a:pt x="1014476" y="88104"/>
                  </a:lnTo>
                  <a:close/>
                </a:path>
                <a:path w="2207259" h="361950">
                  <a:moveTo>
                    <a:pt x="2151507" y="12700"/>
                  </a:moveTo>
                  <a:lnTo>
                    <a:pt x="2138680" y="12700"/>
                  </a:lnTo>
                  <a:lnTo>
                    <a:pt x="2138753" y="173597"/>
                  </a:lnTo>
                  <a:lnTo>
                    <a:pt x="2151507" y="199062"/>
                  </a:lnTo>
                  <a:lnTo>
                    <a:pt x="2151507" y="12700"/>
                  </a:lnTo>
                  <a:close/>
                </a:path>
                <a:path w="2207259" h="361950">
                  <a:moveTo>
                    <a:pt x="1810346" y="154609"/>
                  </a:moveTo>
                  <a:lnTo>
                    <a:pt x="1810258" y="186102"/>
                  </a:lnTo>
                  <a:lnTo>
                    <a:pt x="1816481" y="198580"/>
                  </a:lnTo>
                  <a:lnTo>
                    <a:pt x="1816481" y="166878"/>
                  </a:lnTo>
                  <a:lnTo>
                    <a:pt x="1810346" y="154609"/>
                  </a:lnTo>
                  <a:close/>
                </a:path>
                <a:path w="2207259" h="361950">
                  <a:moveTo>
                    <a:pt x="79995" y="158749"/>
                  </a:moveTo>
                  <a:lnTo>
                    <a:pt x="79883" y="187423"/>
                  </a:lnTo>
                  <a:lnTo>
                    <a:pt x="85090" y="197885"/>
                  </a:lnTo>
                  <a:lnTo>
                    <a:pt x="85090" y="187960"/>
                  </a:lnTo>
                  <a:lnTo>
                    <a:pt x="88392" y="187960"/>
                  </a:lnTo>
                  <a:lnTo>
                    <a:pt x="88392" y="184658"/>
                  </a:lnTo>
                  <a:lnTo>
                    <a:pt x="92934" y="184658"/>
                  </a:lnTo>
                  <a:lnTo>
                    <a:pt x="79995" y="158749"/>
                  </a:lnTo>
                  <a:close/>
                </a:path>
                <a:path w="2207259" h="361950">
                  <a:moveTo>
                    <a:pt x="373380" y="95250"/>
                  </a:moveTo>
                  <a:lnTo>
                    <a:pt x="362076" y="95250"/>
                  </a:lnTo>
                  <a:lnTo>
                    <a:pt x="362076" y="175005"/>
                  </a:lnTo>
                  <a:lnTo>
                    <a:pt x="373516" y="197885"/>
                  </a:lnTo>
                  <a:lnTo>
                    <a:pt x="373380" y="197885"/>
                  </a:lnTo>
                  <a:lnTo>
                    <a:pt x="373380" y="95250"/>
                  </a:lnTo>
                  <a:close/>
                </a:path>
                <a:path w="2207259" h="361950">
                  <a:moveTo>
                    <a:pt x="1735963" y="146599"/>
                  </a:moveTo>
                  <a:lnTo>
                    <a:pt x="1736020" y="184658"/>
                  </a:lnTo>
                  <a:lnTo>
                    <a:pt x="1742628" y="197885"/>
                  </a:lnTo>
                  <a:lnTo>
                    <a:pt x="1742567" y="159784"/>
                  </a:lnTo>
                  <a:lnTo>
                    <a:pt x="1735963" y="146599"/>
                  </a:lnTo>
                  <a:close/>
                </a:path>
                <a:path w="2207259" h="361950">
                  <a:moveTo>
                    <a:pt x="1941957" y="162363"/>
                  </a:moveTo>
                  <a:lnTo>
                    <a:pt x="1941829" y="162560"/>
                  </a:lnTo>
                  <a:lnTo>
                    <a:pt x="1936115" y="173989"/>
                  </a:lnTo>
                  <a:lnTo>
                    <a:pt x="1936115" y="197885"/>
                  </a:lnTo>
                  <a:lnTo>
                    <a:pt x="1936395" y="197153"/>
                  </a:lnTo>
                  <a:lnTo>
                    <a:pt x="1942067" y="185817"/>
                  </a:lnTo>
                  <a:lnTo>
                    <a:pt x="1941957" y="162363"/>
                  </a:lnTo>
                  <a:close/>
                </a:path>
                <a:path w="2207259" h="361950">
                  <a:moveTo>
                    <a:pt x="1674622" y="187134"/>
                  </a:moveTo>
                  <a:lnTo>
                    <a:pt x="1669626" y="187134"/>
                  </a:lnTo>
                  <a:lnTo>
                    <a:pt x="1674627" y="197153"/>
                  </a:lnTo>
                  <a:lnTo>
                    <a:pt x="1674622" y="187134"/>
                  </a:lnTo>
                  <a:close/>
                </a:path>
                <a:path w="2207259" h="361950">
                  <a:moveTo>
                    <a:pt x="1956816" y="156345"/>
                  </a:moveTo>
                  <a:lnTo>
                    <a:pt x="1948561" y="172842"/>
                  </a:lnTo>
                  <a:lnTo>
                    <a:pt x="1948561" y="197153"/>
                  </a:lnTo>
                  <a:lnTo>
                    <a:pt x="1956746" y="180754"/>
                  </a:lnTo>
                  <a:lnTo>
                    <a:pt x="1956816" y="156345"/>
                  </a:lnTo>
                  <a:close/>
                </a:path>
                <a:path w="2207259" h="361950">
                  <a:moveTo>
                    <a:pt x="168401" y="141259"/>
                  </a:moveTo>
                  <a:lnTo>
                    <a:pt x="168275" y="175767"/>
                  </a:lnTo>
                  <a:lnTo>
                    <a:pt x="178713" y="196644"/>
                  </a:lnTo>
                  <a:lnTo>
                    <a:pt x="178816" y="196850"/>
                  </a:lnTo>
                  <a:lnTo>
                    <a:pt x="178943" y="162363"/>
                  </a:lnTo>
                  <a:lnTo>
                    <a:pt x="168401" y="141259"/>
                  </a:lnTo>
                  <a:close/>
                </a:path>
                <a:path w="2207259" h="361950">
                  <a:moveTo>
                    <a:pt x="2096302" y="187423"/>
                  </a:moveTo>
                  <a:lnTo>
                    <a:pt x="2096389" y="196850"/>
                  </a:lnTo>
                  <a:lnTo>
                    <a:pt x="2101011" y="196850"/>
                  </a:lnTo>
                  <a:lnTo>
                    <a:pt x="2096302" y="187423"/>
                  </a:lnTo>
                  <a:close/>
                </a:path>
                <a:path w="2207259" h="361950">
                  <a:moveTo>
                    <a:pt x="2174494" y="57274"/>
                  </a:moveTo>
                  <a:lnTo>
                    <a:pt x="2166874" y="57274"/>
                  </a:lnTo>
                  <a:lnTo>
                    <a:pt x="2166874" y="196850"/>
                  </a:lnTo>
                  <a:lnTo>
                    <a:pt x="2174494" y="196850"/>
                  </a:lnTo>
                  <a:lnTo>
                    <a:pt x="2174494" y="57274"/>
                  </a:lnTo>
                  <a:close/>
                </a:path>
                <a:path w="2207259" h="361950">
                  <a:moveTo>
                    <a:pt x="1863725" y="187134"/>
                  </a:moveTo>
                  <a:lnTo>
                    <a:pt x="1858957" y="187134"/>
                  </a:lnTo>
                  <a:lnTo>
                    <a:pt x="1863725" y="196644"/>
                  </a:lnTo>
                  <a:lnTo>
                    <a:pt x="1863725" y="187134"/>
                  </a:lnTo>
                  <a:close/>
                </a:path>
                <a:path w="2207259" h="361950">
                  <a:moveTo>
                    <a:pt x="5588" y="175260"/>
                  </a:moveTo>
                  <a:lnTo>
                    <a:pt x="3301" y="179070"/>
                  </a:lnTo>
                  <a:lnTo>
                    <a:pt x="3301" y="192007"/>
                  </a:lnTo>
                  <a:lnTo>
                    <a:pt x="5475" y="196354"/>
                  </a:lnTo>
                  <a:lnTo>
                    <a:pt x="5588" y="175260"/>
                  </a:lnTo>
                  <a:close/>
                </a:path>
                <a:path w="2207259" h="361950">
                  <a:moveTo>
                    <a:pt x="2055167" y="155418"/>
                  </a:moveTo>
                  <a:lnTo>
                    <a:pt x="2055170" y="182738"/>
                  </a:lnTo>
                  <a:lnTo>
                    <a:pt x="2061978" y="196354"/>
                  </a:lnTo>
                  <a:lnTo>
                    <a:pt x="2061972" y="169116"/>
                  </a:lnTo>
                  <a:lnTo>
                    <a:pt x="2061019" y="167132"/>
                  </a:lnTo>
                  <a:lnTo>
                    <a:pt x="2055258" y="155600"/>
                  </a:lnTo>
                  <a:lnTo>
                    <a:pt x="2055167" y="155418"/>
                  </a:lnTo>
                  <a:close/>
                </a:path>
                <a:path w="2207259" h="361950">
                  <a:moveTo>
                    <a:pt x="98425" y="179070"/>
                  </a:moveTo>
                  <a:lnTo>
                    <a:pt x="93345" y="179070"/>
                  </a:lnTo>
                  <a:lnTo>
                    <a:pt x="93345" y="185479"/>
                  </a:lnTo>
                  <a:lnTo>
                    <a:pt x="98425" y="195650"/>
                  </a:lnTo>
                  <a:lnTo>
                    <a:pt x="98425" y="179070"/>
                  </a:lnTo>
                  <a:close/>
                </a:path>
                <a:path w="2207259" h="361950">
                  <a:moveTo>
                    <a:pt x="1068324" y="184658"/>
                  </a:moveTo>
                  <a:lnTo>
                    <a:pt x="1062841" y="184658"/>
                  </a:lnTo>
                  <a:lnTo>
                    <a:pt x="1068348" y="195650"/>
                  </a:lnTo>
                  <a:lnTo>
                    <a:pt x="1068324" y="184658"/>
                  </a:lnTo>
                  <a:close/>
                </a:path>
                <a:path w="2207259" h="361950">
                  <a:moveTo>
                    <a:pt x="1923034" y="157734"/>
                  </a:moveTo>
                  <a:lnTo>
                    <a:pt x="1922807" y="158053"/>
                  </a:lnTo>
                  <a:lnTo>
                    <a:pt x="1913699" y="176284"/>
                  </a:lnTo>
                  <a:lnTo>
                    <a:pt x="1913577" y="176530"/>
                  </a:lnTo>
                  <a:lnTo>
                    <a:pt x="1913382" y="177037"/>
                  </a:lnTo>
                  <a:lnTo>
                    <a:pt x="1913382" y="195325"/>
                  </a:lnTo>
                  <a:lnTo>
                    <a:pt x="1923034" y="176022"/>
                  </a:lnTo>
                  <a:lnTo>
                    <a:pt x="1923034" y="157734"/>
                  </a:lnTo>
                  <a:close/>
                </a:path>
                <a:path w="2207259" h="361950">
                  <a:moveTo>
                    <a:pt x="877443" y="123907"/>
                  </a:moveTo>
                  <a:lnTo>
                    <a:pt x="877339" y="170313"/>
                  </a:lnTo>
                  <a:lnTo>
                    <a:pt x="889635" y="194928"/>
                  </a:lnTo>
                  <a:lnTo>
                    <a:pt x="889635" y="148288"/>
                  </a:lnTo>
                  <a:lnTo>
                    <a:pt x="877443" y="123907"/>
                  </a:lnTo>
                  <a:close/>
                </a:path>
                <a:path w="2207259" h="361950">
                  <a:moveTo>
                    <a:pt x="1786356" y="138175"/>
                  </a:moveTo>
                  <a:lnTo>
                    <a:pt x="1786335" y="171107"/>
                  </a:lnTo>
                  <a:lnTo>
                    <a:pt x="1798225" y="194928"/>
                  </a:lnTo>
                  <a:lnTo>
                    <a:pt x="1798193" y="161658"/>
                  </a:lnTo>
                  <a:lnTo>
                    <a:pt x="1797883" y="161289"/>
                  </a:lnTo>
                  <a:lnTo>
                    <a:pt x="1786736" y="138938"/>
                  </a:lnTo>
                  <a:lnTo>
                    <a:pt x="1786609" y="138684"/>
                  </a:lnTo>
                  <a:lnTo>
                    <a:pt x="1786482" y="138429"/>
                  </a:lnTo>
                  <a:lnTo>
                    <a:pt x="1786356" y="138175"/>
                  </a:lnTo>
                  <a:close/>
                </a:path>
                <a:path w="2207259" h="361950">
                  <a:moveTo>
                    <a:pt x="1773427" y="145248"/>
                  </a:moveTo>
                  <a:lnTo>
                    <a:pt x="1773441" y="179841"/>
                  </a:lnTo>
                  <a:lnTo>
                    <a:pt x="1780794" y="194520"/>
                  </a:lnTo>
                  <a:lnTo>
                    <a:pt x="1780794" y="159784"/>
                  </a:lnTo>
                  <a:lnTo>
                    <a:pt x="1780413" y="159244"/>
                  </a:lnTo>
                  <a:lnTo>
                    <a:pt x="1773427" y="145248"/>
                  </a:lnTo>
                  <a:close/>
                </a:path>
                <a:path w="2207259" h="361950">
                  <a:moveTo>
                    <a:pt x="1875536" y="19050"/>
                  </a:moveTo>
                  <a:lnTo>
                    <a:pt x="1875155" y="19050"/>
                  </a:lnTo>
                  <a:lnTo>
                    <a:pt x="1875155" y="193040"/>
                  </a:lnTo>
                  <a:lnTo>
                    <a:pt x="1875536" y="193801"/>
                  </a:lnTo>
                  <a:lnTo>
                    <a:pt x="1875536" y="19050"/>
                  </a:lnTo>
                  <a:close/>
                </a:path>
                <a:path w="2207259" h="361950">
                  <a:moveTo>
                    <a:pt x="2066417" y="151982"/>
                  </a:moveTo>
                  <a:lnTo>
                    <a:pt x="2066344" y="177789"/>
                  </a:lnTo>
                  <a:lnTo>
                    <a:pt x="2074343" y="193801"/>
                  </a:lnTo>
                  <a:lnTo>
                    <a:pt x="2074291" y="167639"/>
                  </a:lnTo>
                  <a:lnTo>
                    <a:pt x="2074140" y="167466"/>
                  </a:lnTo>
                  <a:lnTo>
                    <a:pt x="2066417" y="151982"/>
                  </a:lnTo>
                  <a:close/>
                </a:path>
                <a:path w="2207259" h="361950">
                  <a:moveTo>
                    <a:pt x="278638" y="133350"/>
                  </a:moveTo>
                  <a:lnTo>
                    <a:pt x="278708" y="173450"/>
                  </a:lnTo>
                  <a:lnTo>
                    <a:pt x="288671" y="193395"/>
                  </a:lnTo>
                  <a:lnTo>
                    <a:pt x="288671" y="153162"/>
                  </a:lnTo>
                  <a:lnTo>
                    <a:pt x="288417" y="152907"/>
                  </a:lnTo>
                  <a:lnTo>
                    <a:pt x="278638" y="133350"/>
                  </a:lnTo>
                  <a:close/>
                </a:path>
                <a:path w="2207259" h="361950">
                  <a:moveTo>
                    <a:pt x="1085723" y="100901"/>
                  </a:moveTo>
                  <a:lnTo>
                    <a:pt x="1085642" y="166208"/>
                  </a:lnTo>
                  <a:lnTo>
                    <a:pt x="1099058" y="193040"/>
                  </a:lnTo>
                  <a:lnTo>
                    <a:pt x="1099185" y="127982"/>
                  </a:lnTo>
                  <a:lnTo>
                    <a:pt x="1099049" y="127603"/>
                  </a:lnTo>
                  <a:lnTo>
                    <a:pt x="1085723" y="100901"/>
                  </a:lnTo>
                  <a:close/>
                </a:path>
                <a:path w="2207259" h="361950">
                  <a:moveTo>
                    <a:pt x="1875536" y="15264"/>
                  </a:moveTo>
                  <a:lnTo>
                    <a:pt x="1863725" y="15264"/>
                  </a:lnTo>
                  <a:lnTo>
                    <a:pt x="1863791" y="170313"/>
                  </a:lnTo>
                  <a:lnTo>
                    <a:pt x="1875155" y="193040"/>
                  </a:lnTo>
                  <a:lnTo>
                    <a:pt x="1875155" y="19050"/>
                  </a:lnTo>
                  <a:lnTo>
                    <a:pt x="1875536" y="19050"/>
                  </a:lnTo>
                  <a:lnTo>
                    <a:pt x="1875536" y="15264"/>
                  </a:lnTo>
                  <a:close/>
                </a:path>
                <a:path w="2207259" h="361950">
                  <a:moveTo>
                    <a:pt x="1758188" y="149386"/>
                  </a:moveTo>
                  <a:lnTo>
                    <a:pt x="1758188" y="190971"/>
                  </a:lnTo>
                  <a:lnTo>
                    <a:pt x="1758950" y="192493"/>
                  </a:lnTo>
                  <a:lnTo>
                    <a:pt x="1758950" y="150776"/>
                  </a:lnTo>
                  <a:lnTo>
                    <a:pt x="1758749" y="150507"/>
                  </a:lnTo>
                  <a:lnTo>
                    <a:pt x="1758188" y="149386"/>
                  </a:lnTo>
                  <a:close/>
                </a:path>
                <a:path w="2207259" h="361950">
                  <a:moveTo>
                    <a:pt x="2096389" y="145627"/>
                  </a:moveTo>
                  <a:lnTo>
                    <a:pt x="2096389" y="163957"/>
                  </a:lnTo>
                  <a:lnTo>
                    <a:pt x="2110668" y="192493"/>
                  </a:lnTo>
                  <a:lnTo>
                    <a:pt x="2110740" y="174399"/>
                  </a:lnTo>
                  <a:lnTo>
                    <a:pt x="2109268" y="171450"/>
                  </a:lnTo>
                  <a:lnTo>
                    <a:pt x="2100326" y="171450"/>
                  </a:lnTo>
                  <a:lnTo>
                    <a:pt x="2100326" y="153520"/>
                  </a:lnTo>
                  <a:lnTo>
                    <a:pt x="2096389" y="145627"/>
                  </a:lnTo>
                  <a:close/>
                </a:path>
                <a:path w="2207259" h="361950">
                  <a:moveTo>
                    <a:pt x="3301" y="179070"/>
                  </a:moveTo>
                  <a:lnTo>
                    <a:pt x="1206" y="184658"/>
                  </a:lnTo>
                  <a:lnTo>
                    <a:pt x="1397" y="184658"/>
                  </a:lnTo>
                  <a:lnTo>
                    <a:pt x="1397" y="188196"/>
                  </a:lnTo>
                  <a:lnTo>
                    <a:pt x="3186" y="191775"/>
                  </a:lnTo>
                  <a:lnTo>
                    <a:pt x="3301" y="179070"/>
                  </a:lnTo>
                  <a:close/>
                </a:path>
                <a:path w="2207259" h="361950">
                  <a:moveTo>
                    <a:pt x="1936115" y="149860"/>
                  </a:moveTo>
                  <a:lnTo>
                    <a:pt x="1927798" y="166492"/>
                  </a:lnTo>
                  <a:lnTo>
                    <a:pt x="1927478" y="166878"/>
                  </a:lnTo>
                  <a:lnTo>
                    <a:pt x="1927478" y="191262"/>
                  </a:lnTo>
                  <a:lnTo>
                    <a:pt x="1936115" y="173989"/>
                  </a:lnTo>
                  <a:lnTo>
                    <a:pt x="1936115" y="149860"/>
                  </a:lnTo>
                  <a:close/>
                </a:path>
                <a:path w="2207259" h="361950">
                  <a:moveTo>
                    <a:pt x="1694815" y="184658"/>
                  </a:moveTo>
                  <a:lnTo>
                    <a:pt x="1691776" y="184658"/>
                  </a:lnTo>
                  <a:lnTo>
                    <a:pt x="1694815" y="190724"/>
                  </a:lnTo>
                  <a:lnTo>
                    <a:pt x="1694815" y="184658"/>
                  </a:lnTo>
                  <a:close/>
                </a:path>
                <a:path w="2207259" h="361950">
                  <a:moveTo>
                    <a:pt x="1742567" y="118198"/>
                  </a:moveTo>
                  <a:lnTo>
                    <a:pt x="1742678" y="160005"/>
                  </a:lnTo>
                  <a:lnTo>
                    <a:pt x="1758064" y="190724"/>
                  </a:lnTo>
                  <a:lnTo>
                    <a:pt x="1758188" y="149386"/>
                  </a:lnTo>
                  <a:lnTo>
                    <a:pt x="1742567" y="118198"/>
                  </a:lnTo>
                  <a:close/>
                </a:path>
                <a:path w="2207259" h="361950">
                  <a:moveTo>
                    <a:pt x="1899793" y="15264"/>
                  </a:moveTo>
                  <a:lnTo>
                    <a:pt x="1887220" y="15264"/>
                  </a:lnTo>
                  <a:lnTo>
                    <a:pt x="1887220" y="190724"/>
                  </a:lnTo>
                  <a:lnTo>
                    <a:pt x="1887349" y="190346"/>
                  </a:lnTo>
                  <a:lnTo>
                    <a:pt x="1891157" y="182738"/>
                  </a:lnTo>
                  <a:lnTo>
                    <a:pt x="1891157" y="19050"/>
                  </a:lnTo>
                  <a:lnTo>
                    <a:pt x="1899793" y="19050"/>
                  </a:lnTo>
                  <a:lnTo>
                    <a:pt x="1899793" y="15264"/>
                  </a:lnTo>
                  <a:close/>
                </a:path>
                <a:path w="2207259" h="361950">
                  <a:moveTo>
                    <a:pt x="184717" y="137972"/>
                  </a:moveTo>
                  <a:lnTo>
                    <a:pt x="184658" y="138175"/>
                  </a:lnTo>
                  <a:lnTo>
                    <a:pt x="184553" y="173597"/>
                  </a:lnTo>
                  <a:lnTo>
                    <a:pt x="192834" y="190175"/>
                  </a:lnTo>
                  <a:lnTo>
                    <a:pt x="192919" y="190346"/>
                  </a:lnTo>
                  <a:lnTo>
                    <a:pt x="193040" y="154432"/>
                  </a:lnTo>
                  <a:lnTo>
                    <a:pt x="192583" y="153670"/>
                  </a:lnTo>
                  <a:lnTo>
                    <a:pt x="184819" y="138175"/>
                  </a:lnTo>
                  <a:lnTo>
                    <a:pt x="184717" y="137972"/>
                  </a:lnTo>
                  <a:close/>
                </a:path>
                <a:path w="2207259" h="361950">
                  <a:moveTo>
                    <a:pt x="136314" y="145248"/>
                  </a:moveTo>
                  <a:lnTo>
                    <a:pt x="136271" y="178498"/>
                  </a:lnTo>
                  <a:lnTo>
                    <a:pt x="142116" y="190175"/>
                  </a:lnTo>
                  <a:lnTo>
                    <a:pt x="142113" y="156896"/>
                  </a:lnTo>
                  <a:lnTo>
                    <a:pt x="136314" y="145248"/>
                  </a:lnTo>
                  <a:close/>
                </a:path>
                <a:path w="2207259" h="361950">
                  <a:moveTo>
                    <a:pt x="2080776" y="156345"/>
                  </a:moveTo>
                  <a:lnTo>
                    <a:pt x="2080768" y="180754"/>
                  </a:lnTo>
                  <a:lnTo>
                    <a:pt x="2085467" y="190175"/>
                  </a:lnTo>
                  <a:lnTo>
                    <a:pt x="2085467" y="165735"/>
                  </a:lnTo>
                  <a:lnTo>
                    <a:pt x="2080776" y="156345"/>
                  </a:lnTo>
                  <a:close/>
                </a:path>
                <a:path w="2207259" h="361950">
                  <a:moveTo>
                    <a:pt x="2125091" y="152907"/>
                  </a:moveTo>
                  <a:lnTo>
                    <a:pt x="2125091" y="163190"/>
                  </a:lnTo>
                  <a:lnTo>
                    <a:pt x="2138594" y="190175"/>
                  </a:lnTo>
                  <a:lnTo>
                    <a:pt x="2138680" y="179841"/>
                  </a:lnTo>
                  <a:lnTo>
                    <a:pt x="2138385" y="179497"/>
                  </a:lnTo>
                  <a:lnTo>
                    <a:pt x="2125091" y="152907"/>
                  </a:lnTo>
                  <a:close/>
                </a:path>
                <a:path w="2207259" h="361950">
                  <a:moveTo>
                    <a:pt x="55625" y="138684"/>
                  </a:moveTo>
                  <a:lnTo>
                    <a:pt x="55499" y="165914"/>
                  </a:lnTo>
                  <a:lnTo>
                    <a:pt x="67310" y="189591"/>
                  </a:lnTo>
                  <a:lnTo>
                    <a:pt x="67310" y="162013"/>
                  </a:lnTo>
                  <a:lnTo>
                    <a:pt x="67059" y="161658"/>
                  </a:lnTo>
                  <a:lnTo>
                    <a:pt x="55751" y="138938"/>
                  </a:lnTo>
                  <a:lnTo>
                    <a:pt x="55625" y="138684"/>
                  </a:lnTo>
                  <a:close/>
                </a:path>
                <a:path w="2207259" h="361950">
                  <a:moveTo>
                    <a:pt x="1175258" y="97091"/>
                  </a:moveTo>
                  <a:lnTo>
                    <a:pt x="1175265" y="160961"/>
                  </a:lnTo>
                  <a:lnTo>
                    <a:pt x="1189358" y="189122"/>
                  </a:lnTo>
                  <a:lnTo>
                    <a:pt x="1189355" y="125336"/>
                  </a:lnTo>
                  <a:lnTo>
                    <a:pt x="1175258" y="97091"/>
                  </a:lnTo>
                  <a:close/>
                </a:path>
                <a:path w="2207259" h="361950">
                  <a:moveTo>
                    <a:pt x="1471676" y="116708"/>
                  </a:moveTo>
                  <a:lnTo>
                    <a:pt x="1471746" y="171957"/>
                  </a:lnTo>
                  <a:lnTo>
                    <a:pt x="1480320" y="189122"/>
                  </a:lnTo>
                  <a:lnTo>
                    <a:pt x="1480312" y="133949"/>
                  </a:lnTo>
                  <a:lnTo>
                    <a:pt x="1471676" y="116708"/>
                  </a:lnTo>
                  <a:close/>
                </a:path>
                <a:path w="2207259" h="361950">
                  <a:moveTo>
                    <a:pt x="1913382" y="156345"/>
                  </a:moveTo>
                  <a:lnTo>
                    <a:pt x="1912985" y="156896"/>
                  </a:lnTo>
                  <a:lnTo>
                    <a:pt x="1907286" y="168267"/>
                  </a:lnTo>
                  <a:lnTo>
                    <a:pt x="1907286" y="189122"/>
                  </a:lnTo>
                  <a:lnTo>
                    <a:pt x="1913323" y="177037"/>
                  </a:lnTo>
                  <a:lnTo>
                    <a:pt x="1913382" y="156345"/>
                  </a:lnTo>
                  <a:close/>
                </a:path>
                <a:path w="2207259" h="361950">
                  <a:moveTo>
                    <a:pt x="44323" y="143510"/>
                  </a:moveTo>
                  <a:lnTo>
                    <a:pt x="44211" y="165914"/>
                  </a:lnTo>
                  <a:lnTo>
                    <a:pt x="55499" y="188515"/>
                  </a:lnTo>
                  <a:lnTo>
                    <a:pt x="55409" y="165735"/>
                  </a:lnTo>
                  <a:lnTo>
                    <a:pt x="44323" y="143510"/>
                  </a:lnTo>
                  <a:close/>
                </a:path>
                <a:path w="2207259" h="361950">
                  <a:moveTo>
                    <a:pt x="109347" y="184658"/>
                  </a:moveTo>
                  <a:lnTo>
                    <a:pt x="107472" y="184658"/>
                  </a:lnTo>
                  <a:lnTo>
                    <a:pt x="109125" y="187960"/>
                  </a:lnTo>
                  <a:lnTo>
                    <a:pt x="109244" y="188196"/>
                  </a:lnTo>
                  <a:lnTo>
                    <a:pt x="109347" y="184658"/>
                  </a:lnTo>
                  <a:close/>
                </a:path>
                <a:path w="2207259" h="361950">
                  <a:moveTo>
                    <a:pt x="693166" y="81279"/>
                  </a:moveTo>
                  <a:lnTo>
                    <a:pt x="693045" y="146317"/>
                  </a:lnTo>
                  <a:lnTo>
                    <a:pt x="713867" y="187960"/>
                  </a:lnTo>
                  <a:lnTo>
                    <a:pt x="713867" y="122725"/>
                  </a:lnTo>
                  <a:lnTo>
                    <a:pt x="713673" y="122217"/>
                  </a:lnTo>
                  <a:lnTo>
                    <a:pt x="693166" y="81279"/>
                  </a:lnTo>
                  <a:close/>
                </a:path>
                <a:path w="2207259" h="361950">
                  <a:moveTo>
                    <a:pt x="1841801" y="152907"/>
                  </a:moveTo>
                  <a:lnTo>
                    <a:pt x="1841753" y="185054"/>
                  </a:lnTo>
                  <a:lnTo>
                    <a:pt x="1843205" y="187960"/>
                  </a:lnTo>
                  <a:lnTo>
                    <a:pt x="1843151" y="155600"/>
                  </a:lnTo>
                  <a:lnTo>
                    <a:pt x="1841801" y="152907"/>
                  </a:lnTo>
                  <a:close/>
                </a:path>
                <a:path w="2207259" h="361950">
                  <a:moveTo>
                    <a:pt x="67310" y="133350"/>
                  </a:moveTo>
                  <a:lnTo>
                    <a:pt x="67236" y="162013"/>
                  </a:lnTo>
                  <a:lnTo>
                    <a:pt x="79883" y="187423"/>
                  </a:lnTo>
                  <a:lnTo>
                    <a:pt x="79801" y="158361"/>
                  </a:lnTo>
                  <a:lnTo>
                    <a:pt x="67310" y="133350"/>
                  </a:lnTo>
                  <a:close/>
                </a:path>
                <a:path w="2207259" h="361950">
                  <a:moveTo>
                    <a:pt x="2095591" y="162363"/>
                  </a:moveTo>
                  <a:lnTo>
                    <a:pt x="2095500" y="185817"/>
                  </a:lnTo>
                  <a:lnTo>
                    <a:pt x="2096302" y="187423"/>
                  </a:lnTo>
                  <a:lnTo>
                    <a:pt x="2096389" y="163957"/>
                  </a:lnTo>
                  <a:lnTo>
                    <a:pt x="2095689" y="162560"/>
                  </a:lnTo>
                  <a:lnTo>
                    <a:pt x="2095591" y="162363"/>
                  </a:lnTo>
                  <a:close/>
                </a:path>
                <a:path w="2207259" h="361950">
                  <a:moveTo>
                    <a:pt x="121554" y="149097"/>
                  </a:moveTo>
                  <a:lnTo>
                    <a:pt x="121539" y="181736"/>
                  </a:lnTo>
                  <a:lnTo>
                    <a:pt x="124243" y="187134"/>
                  </a:lnTo>
                  <a:lnTo>
                    <a:pt x="124333" y="157734"/>
                  </a:lnTo>
                  <a:lnTo>
                    <a:pt x="125877" y="157734"/>
                  </a:lnTo>
                  <a:lnTo>
                    <a:pt x="121554" y="149097"/>
                  </a:lnTo>
                  <a:close/>
                </a:path>
                <a:path w="2207259" h="361950">
                  <a:moveTo>
                    <a:pt x="299678" y="133350"/>
                  </a:moveTo>
                  <a:lnTo>
                    <a:pt x="299593" y="175260"/>
                  </a:lnTo>
                  <a:lnTo>
                    <a:pt x="305530" y="187134"/>
                  </a:lnTo>
                  <a:lnTo>
                    <a:pt x="305435" y="144918"/>
                  </a:lnTo>
                  <a:lnTo>
                    <a:pt x="305289" y="144525"/>
                  </a:lnTo>
                  <a:lnTo>
                    <a:pt x="299678" y="133350"/>
                  </a:lnTo>
                  <a:close/>
                </a:path>
                <a:path w="2207259" h="361950">
                  <a:moveTo>
                    <a:pt x="990272" y="106247"/>
                  </a:moveTo>
                  <a:lnTo>
                    <a:pt x="990269" y="156896"/>
                  </a:lnTo>
                  <a:lnTo>
                    <a:pt x="1005374" y="187134"/>
                  </a:lnTo>
                  <a:lnTo>
                    <a:pt x="1005332" y="136398"/>
                  </a:lnTo>
                  <a:lnTo>
                    <a:pt x="1005173" y="136022"/>
                  </a:lnTo>
                  <a:lnTo>
                    <a:pt x="990272" y="106247"/>
                  </a:lnTo>
                  <a:close/>
                </a:path>
                <a:path w="2207259" h="361950">
                  <a:moveTo>
                    <a:pt x="1656540" y="114309"/>
                  </a:moveTo>
                  <a:lnTo>
                    <a:pt x="1656563" y="160961"/>
                  </a:lnTo>
                  <a:lnTo>
                    <a:pt x="1669626" y="187134"/>
                  </a:lnTo>
                  <a:lnTo>
                    <a:pt x="1669415" y="187134"/>
                  </a:lnTo>
                  <a:lnTo>
                    <a:pt x="1669415" y="140013"/>
                  </a:lnTo>
                  <a:lnTo>
                    <a:pt x="1656744" y="114716"/>
                  </a:lnTo>
                  <a:lnTo>
                    <a:pt x="1656617" y="114463"/>
                  </a:lnTo>
                  <a:lnTo>
                    <a:pt x="1656540" y="114309"/>
                  </a:lnTo>
                  <a:close/>
                </a:path>
                <a:path w="2207259" h="361950">
                  <a:moveTo>
                    <a:pt x="1852295" y="147319"/>
                  </a:moveTo>
                  <a:lnTo>
                    <a:pt x="1852172" y="173597"/>
                  </a:lnTo>
                  <a:lnTo>
                    <a:pt x="1858957" y="187134"/>
                  </a:lnTo>
                  <a:lnTo>
                    <a:pt x="1858772" y="187134"/>
                  </a:lnTo>
                  <a:lnTo>
                    <a:pt x="1858772" y="160273"/>
                  </a:lnTo>
                  <a:lnTo>
                    <a:pt x="1852295" y="147319"/>
                  </a:lnTo>
                  <a:close/>
                </a:path>
                <a:path w="2207259" h="361950">
                  <a:moveTo>
                    <a:pt x="2110740" y="144918"/>
                  </a:moveTo>
                  <a:lnTo>
                    <a:pt x="2110821" y="158524"/>
                  </a:lnTo>
                  <a:lnTo>
                    <a:pt x="2125091" y="187134"/>
                  </a:lnTo>
                  <a:lnTo>
                    <a:pt x="2125091" y="173450"/>
                  </a:lnTo>
                  <a:lnTo>
                    <a:pt x="2124946" y="173308"/>
                  </a:lnTo>
                  <a:lnTo>
                    <a:pt x="2110740" y="144918"/>
                  </a:lnTo>
                  <a:close/>
                </a:path>
                <a:path w="2207259" h="361950">
                  <a:moveTo>
                    <a:pt x="1802511" y="138938"/>
                  </a:moveTo>
                  <a:lnTo>
                    <a:pt x="1802384" y="170313"/>
                  </a:lnTo>
                  <a:lnTo>
                    <a:pt x="1810258" y="186102"/>
                  </a:lnTo>
                  <a:lnTo>
                    <a:pt x="1810258" y="154432"/>
                  </a:lnTo>
                  <a:lnTo>
                    <a:pt x="1802511" y="138938"/>
                  </a:lnTo>
                  <a:close/>
                </a:path>
                <a:path w="2207259" h="361950">
                  <a:moveTo>
                    <a:pt x="1570491" y="124205"/>
                  </a:moveTo>
                  <a:lnTo>
                    <a:pt x="1570482" y="172346"/>
                  </a:lnTo>
                  <a:lnTo>
                    <a:pt x="1577223" y="185817"/>
                  </a:lnTo>
                  <a:lnTo>
                    <a:pt x="1577340" y="137972"/>
                  </a:lnTo>
                  <a:lnTo>
                    <a:pt x="1570617" y="124460"/>
                  </a:lnTo>
                  <a:lnTo>
                    <a:pt x="1570491" y="124205"/>
                  </a:lnTo>
                  <a:close/>
                </a:path>
                <a:path w="2207259" h="361950">
                  <a:moveTo>
                    <a:pt x="1948561" y="149097"/>
                  </a:moveTo>
                  <a:lnTo>
                    <a:pt x="1942103" y="162013"/>
                  </a:lnTo>
                  <a:lnTo>
                    <a:pt x="1941957" y="162363"/>
                  </a:lnTo>
                  <a:lnTo>
                    <a:pt x="1941957" y="185817"/>
                  </a:lnTo>
                  <a:lnTo>
                    <a:pt x="1942237" y="185479"/>
                  </a:lnTo>
                  <a:lnTo>
                    <a:pt x="1948561" y="172842"/>
                  </a:lnTo>
                  <a:lnTo>
                    <a:pt x="1948561" y="149097"/>
                  </a:lnTo>
                  <a:close/>
                </a:path>
                <a:path w="2207259" h="361950">
                  <a:moveTo>
                    <a:pt x="2093274" y="157734"/>
                  </a:moveTo>
                  <a:lnTo>
                    <a:pt x="2093214" y="181241"/>
                  </a:lnTo>
                  <a:lnTo>
                    <a:pt x="2095500" y="185817"/>
                  </a:lnTo>
                  <a:lnTo>
                    <a:pt x="2095500" y="162013"/>
                  </a:lnTo>
                  <a:lnTo>
                    <a:pt x="2095238" y="161658"/>
                  </a:lnTo>
                  <a:lnTo>
                    <a:pt x="2093274" y="157734"/>
                  </a:lnTo>
                  <a:close/>
                </a:path>
                <a:path w="2207259" h="361950">
                  <a:moveTo>
                    <a:pt x="92928" y="155600"/>
                  </a:moveTo>
                  <a:lnTo>
                    <a:pt x="92934" y="184658"/>
                  </a:lnTo>
                  <a:lnTo>
                    <a:pt x="93345" y="185479"/>
                  </a:lnTo>
                  <a:lnTo>
                    <a:pt x="93345" y="179070"/>
                  </a:lnTo>
                  <a:lnTo>
                    <a:pt x="98425" y="179070"/>
                  </a:lnTo>
                  <a:lnTo>
                    <a:pt x="98425" y="175260"/>
                  </a:lnTo>
                  <a:lnTo>
                    <a:pt x="102768" y="175260"/>
                  </a:lnTo>
                  <a:lnTo>
                    <a:pt x="92928" y="155600"/>
                  </a:lnTo>
                  <a:close/>
                </a:path>
                <a:path w="2207259" h="361950">
                  <a:moveTo>
                    <a:pt x="1833118" y="135585"/>
                  </a:moveTo>
                  <a:lnTo>
                    <a:pt x="1833142" y="167815"/>
                  </a:lnTo>
                  <a:lnTo>
                    <a:pt x="1841555" y="184658"/>
                  </a:lnTo>
                  <a:lnTo>
                    <a:pt x="1841682" y="184912"/>
                  </a:lnTo>
                  <a:lnTo>
                    <a:pt x="1841753" y="152653"/>
                  </a:lnTo>
                  <a:lnTo>
                    <a:pt x="1841337" y="151982"/>
                  </a:lnTo>
                  <a:lnTo>
                    <a:pt x="1833118" y="135585"/>
                  </a:lnTo>
                  <a:close/>
                </a:path>
                <a:path w="2207259" h="361950">
                  <a:moveTo>
                    <a:pt x="28956" y="153670"/>
                  </a:moveTo>
                  <a:lnTo>
                    <a:pt x="28964" y="171450"/>
                  </a:lnTo>
                  <a:lnTo>
                    <a:pt x="35576" y="184658"/>
                  </a:lnTo>
                  <a:lnTo>
                    <a:pt x="35560" y="166878"/>
                  </a:lnTo>
                  <a:lnTo>
                    <a:pt x="35398" y="166492"/>
                  </a:lnTo>
                  <a:lnTo>
                    <a:pt x="28956" y="153670"/>
                  </a:lnTo>
                  <a:close/>
                </a:path>
                <a:path w="2207259" h="361950">
                  <a:moveTo>
                    <a:pt x="35616" y="148702"/>
                  </a:moveTo>
                  <a:lnTo>
                    <a:pt x="35592" y="166878"/>
                  </a:lnTo>
                  <a:lnTo>
                    <a:pt x="44525" y="184658"/>
                  </a:lnTo>
                  <a:lnTo>
                    <a:pt x="44323" y="184658"/>
                  </a:lnTo>
                  <a:lnTo>
                    <a:pt x="44323" y="165914"/>
                  </a:lnTo>
                  <a:lnTo>
                    <a:pt x="44122" y="165735"/>
                  </a:lnTo>
                  <a:lnTo>
                    <a:pt x="35616" y="148702"/>
                  </a:lnTo>
                  <a:close/>
                </a:path>
                <a:path w="2207259" h="361950">
                  <a:moveTo>
                    <a:pt x="79907" y="129589"/>
                  </a:moveTo>
                  <a:lnTo>
                    <a:pt x="79995" y="158749"/>
                  </a:lnTo>
                  <a:lnTo>
                    <a:pt x="92934" y="184658"/>
                  </a:lnTo>
                  <a:lnTo>
                    <a:pt x="92837" y="155418"/>
                  </a:lnTo>
                  <a:lnTo>
                    <a:pt x="79907" y="129589"/>
                  </a:lnTo>
                  <a:close/>
                </a:path>
                <a:path w="2207259" h="361950">
                  <a:moveTo>
                    <a:pt x="107315" y="171450"/>
                  </a:moveTo>
                  <a:lnTo>
                    <a:pt x="103250" y="171450"/>
                  </a:lnTo>
                  <a:lnTo>
                    <a:pt x="103150" y="176022"/>
                  </a:lnTo>
                  <a:lnTo>
                    <a:pt x="107472" y="184658"/>
                  </a:lnTo>
                  <a:lnTo>
                    <a:pt x="107315" y="184658"/>
                  </a:lnTo>
                  <a:lnTo>
                    <a:pt x="107315" y="171450"/>
                  </a:lnTo>
                  <a:close/>
                </a:path>
                <a:path w="2207259" h="361950">
                  <a:moveTo>
                    <a:pt x="1039444" y="73812"/>
                  </a:moveTo>
                  <a:lnTo>
                    <a:pt x="1038478" y="73812"/>
                  </a:lnTo>
                  <a:lnTo>
                    <a:pt x="1038478" y="136022"/>
                  </a:lnTo>
                  <a:lnTo>
                    <a:pt x="1062841" y="184658"/>
                  </a:lnTo>
                  <a:lnTo>
                    <a:pt x="1062609" y="184658"/>
                  </a:lnTo>
                  <a:lnTo>
                    <a:pt x="1062609" y="120142"/>
                  </a:lnTo>
                  <a:lnTo>
                    <a:pt x="1039518" y="73961"/>
                  </a:lnTo>
                  <a:lnTo>
                    <a:pt x="1039444" y="73812"/>
                  </a:lnTo>
                  <a:close/>
                </a:path>
                <a:path w="2207259" h="361950">
                  <a:moveTo>
                    <a:pt x="1591437" y="121158"/>
                  </a:moveTo>
                  <a:lnTo>
                    <a:pt x="1591437" y="166208"/>
                  </a:lnTo>
                  <a:lnTo>
                    <a:pt x="1600637" y="184658"/>
                  </a:lnTo>
                  <a:lnTo>
                    <a:pt x="1600453" y="184658"/>
                  </a:lnTo>
                  <a:lnTo>
                    <a:pt x="1600453" y="138938"/>
                  </a:lnTo>
                  <a:lnTo>
                    <a:pt x="1600200" y="138684"/>
                  </a:lnTo>
                  <a:lnTo>
                    <a:pt x="1591437" y="121158"/>
                  </a:lnTo>
                  <a:close/>
                </a:path>
                <a:path w="2207259" h="361950">
                  <a:moveTo>
                    <a:pt x="1613961" y="118785"/>
                  </a:moveTo>
                  <a:lnTo>
                    <a:pt x="1613916" y="119037"/>
                  </a:lnTo>
                  <a:lnTo>
                    <a:pt x="1613815" y="165914"/>
                  </a:lnTo>
                  <a:lnTo>
                    <a:pt x="1623187" y="184658"/>
                  </a:lnTo>
                  <a:lnTo>
                    <a:pt x="1623187" y="137252"/>
                  </a:lnTo>
                  <a:lnTo>
                    <a:pt x="1614087" y="119037"/>
                  </a:lnTo>
                  <a:lnTo>
                    <a:pt x="1613961" y="118785"/>
                  </a:lnTo>
                  <a:close/>
                </a:path>
                <a:path w="2207259" h="361950">
                  <a:moveTo>
                    <a:pt x="1674622" y="105156"/>
                  </a:moveTo>
                  <a:lnTo>
                    <a:pt x="1674530" y="150226"/>
                  </a:lnTo>
                  <a:lnTo>
                    <a:pt x="1691776" y="184658"/>
                  </a:lnTo>
                  <a:lnTo>
                    <a:pt x="1691513" y="184658"/>
                  </a:lnTo>
                  <a:lnTo>
                    <a:pt x="1691513" y="138684"/>
                  </a:lnTo>
                  <a:lnTo>
                    <a:pt x="1691258" y="138429"/>
                  </a:lnTo>
                  <a:lnTo>
                    <a:pt x="1674622" y="105156"/>
                  </a:lnTo>
                  <a:close/>
                </a:path>
                <a:path w="2207259" h="361950">
                  <a:moveTo>
                    <a:pt x="1711124" y="134822"/>
                  </a:moveTo>
                  <a:lnTo>
                    <a:pt x="1711176" y="178264"/>
                  </a:lnTo>
                  <a:lnTo>
                    <a:pt x="1714373" y="184658"/>
                  </a:lnTo>
                  <a:lnTo>
                    <a:pt x="1714500" y="141579"/>
                  </a:lnTo>
                  <a:lnTo>
                    <a:pt x="1711227" y="135027"/>
                  </a:lnTo>
                  <a:lnTo>
                    <a:pt x="1711124" y="134822"/>
                  </a:lnTo>
                  <a:close/>
                </a:path>
                <a:path w="2207259" h="361950">
                  <a:moveTo>
                    <a:pt x="1726946" y="128596"/>
                  </a:moveTo>
                  <a:lnTo>
                    <a:pt x="1726946" y="166492"/>
                  </a:lnTo>
                  <a:lnTo>
                    <a:pt x="1736020" y="184658"/>
                  </a:lnTo>
                  <a:lnTo>
                    <a:pt x="1735963" y="146599"/>
                  </a:lnTo>
                  <a:lnTo>
                    <a:pt x="1726946" y="128596"/>
                  </a:lnTo>
                  <a:close/>
                </a:path>
                <a:path w="2207259" h="361950">
                  <a:moveTo>
                    <a:pt x="1635378" y="118518"/>
                  </a:moveTo>
                  <a:lnTo>
                    <a:pt x="1635378" y="161658"/>
                  </a:lnTo>
                  <a:lnTo>
                    <a:pt x="1646058" y="183036"/>
                  </a:lnTo>
                  <a:lnTo>
                    <a:pt x="1646162" y="183244"/>
                  </a:lnTo>
                  <a:lnTo>
                    <a:pt x="1646234" y="183387"/>
                  </a:lnTo>
                  <a:lnTo>
                    <a:pt x="1646301" y="140400"/>
                  </a:lnTo>
                  <a:lnTo>
                    <a:pt x="1635378" y="118518"/>
                  </a:lnTo>
                  <a:close/>
                </a:path>
                <a:path w="2207259" h="361950">
                  <a:moveTo>
                    <a:pt x="1297305" y="105501"/>
                  </a:moveTo>
                  <a:lnTo>
                    <a:pt x="1297387" y="171107"/>
                  </a:lnTo>
                  <a:lnTo>
                    <a:pt x="1303352" y="183036"/>
                  </a:lnTo>
                  <a:lnTo>
                    <a:pt x="1303456" y="183244"/>
                  </a:lnTo>
                  <a:lnTo>
                    <a:pt x="1303527" y="117970"/>
                  </a:lnTo>
                  <a:lnTo>
                    <a:pt x="1297305" y="105501"/>
                  </a:lnTo>
                  <a:close/>
                </a:path>
                <a:path w="2207259" h="361950">
                  <a:moveTo>
                    <a:pt x="201675" y="136870"/>
                  </a:moveTo>
                  <a:lnTo>
                    <a:pt x="201746" y="171957"/>
                  </a:lnTo>
                  <a:lnTo>
                    <a:pt x="207297" y="183036"/>
                  </a:lnTo>
                  <a:lnTo>
                    <a:pt x="207391" y="148288"/>
                  </a:lnTo>
                  <a:lnTo>
                    <a:pt x="201675" y="136870"/>
                  </a:lnTo>
                  <a:close/>
                </a:path>
                <a:path w="2207259" h="361950">
                  <a:moveTo>
                    <a:pt x="806450" y="81279"/>
                  </a:moveTo>
                  <a:lnTo>
                    <a:pt x="794512" y="81279"/>
                  </a:lnTo>
                  <a:lnTo>
                    <a:pt x="794542" y="159244"/>
                  </a:lnTo>
                  <a:lnTo>
                    <a:pt x="806450" y="183036"/>
                  </a:lnTo>
                  <a:lnTo>
                    <a:pt x="806450" y="81279"/>
                  </a:lnTo>
                  <a:close/>
                </a:path>
                <a:path w="2207259" h="361950">
                  <a:moveTo>
                    <a:pt x="1434846" y="98091"/>
                  </a:moveTo>
                  <a:lnTo>
                    <a:pt x="1434880" y="163957"/>
                  </a:lnTo>
                  <a:lnTo>
                    <a:pt x="1444394" y="183036"/>
                  </a:lnTo>
                  <a:lnTo>
                    <a:pt x="1444498" y="117413"/>
                  </a:lnTo>
                  <a:lnTo>
                    <a:pt x="1434846" y="98091"/>
                  </a:lnTo>
                  <a:close/>
                </a:path>
                <a:path w="2207259" h="361950">
                  <a:moveTo>
                    <a:pt x="1907286" y="150507"/>
                  </a:moveTo>
                  <a:lnTo>
                    <a:pt x="1899793" y="165480"/>
                  </a:lnTo>
                  <a:lnTo>
                    <a:pt x="1899793" y="183036"/>
                  </a:lnTo>
                  <a:lnTo>
                    <a:pt x="1900032" y="182738"/>
                  </a:lnTo>
                  <a:lnTo>
                    <a:pt x="1907286" y="168267"/>
                  </a:lnTo>
                  <a:lnTo>
                    <a:pt x="1907286" y="150507"/>
                  </a:lnTo>
                  <a:close/>
                </a:path>
                <a:path w="2207259" h="361950">
                  <a:moveTo>
                    <a:pt x="1110742" y="87883"/>
                  </a:moveTo>
                  <a:lnTo>
                    <a:pt x="1110791" y="151129"/>
                  </a:lnTo>
                  <a:lnTo>
                    <a:pt x="1126566" y="182738"/>
                  </a:lnTo>
                  <a:lnTo>
                    <a:pt x="1126490" y="119380"/>
                  </a:lnTo>
                  <a:lnTo>
                    <a:pt x="1110852" y="88104"/>
                  </a:lnTo>
                  <a:lnTo>
                    <a:pt x="1110742" y="87883"/>
                  </a:lnTo>
                  <a:close/>
                </a:path>
                <a:path w="2207259" h="361950">
                  <a:moveTo>
                    <a:pt x="1820999" y="143510"/>
                  </a:moveTo>
                  <a:lnTo>
                    <a:pt x="1820926" y="175767"/>
                  </a:lnTo>
                  <a:lnTo>
                    <a:pt x="1824411" y="182738"/>
                  </a:lnTo>
                  <a:lnTo>
                    <a:pt x="1824355" y="150226"/>
                  </a:lnTo>
                  <a:lnTo>
                    <a:pt x="1820999" y="143510"/>
                  </a:lnTo>
                  <a:close/>
                </a:path>
                <a:path w="2207259" h="361950">
                  <a:moveTo>
                    <a:pt x="1899793" y="19050"/>
                  </a:moveTo>
                  <a:lnTo>
                    <a:pt x="1891157" y="19050"/>
                  </a:lnTo>
                  <a:lnTo>
                    <a:pt x="1891157" y="182738"/>
                  </a:lnTo>
                  <a:lnTo>
                    <a:pt x="1899793" y="165480"/>
                  </a:lnTo>
                  <a:lnTo>
                    <a:pt x="1899793" y="19050"/>
                  </a:lnTo>
                  <a:close/>
                </a:path>
                <a:path w="2207259" h="361950">
                  <a:moveTo>
                    <a:pt x="2052390" y="149860"/>
                  </a:moveTo>
                  <a:lnTo>
                    <a:pt x="2052320" y="177037"/>
                  </a:lnTo>
                  <a:lnTo>
                    <a:pt x="2055170" y="182738"/>
                  </a:lnTo>
                  <a:lnTo>
                    <a:pt x="2055114" y="155418"/>
                  </a:lnTo>
                  <a:lnTo>
                    <a:pt x="2054763" y="154609"/>
                  </a:lnTo>
                  <a:lnTo>
                    <a:pt x="2052390" y="149860"/>
                  </a:lnTo>
                  <a:close/>
                </a:path>
                <a:path w="2207259" h="361950">
                  <a:moveTo>
                    <a:pt x="1143438" y="97365"/>
                  </a:moveTo>
                  <a:lnTo>
                    <a:pt x="1143381" y="153162"/>
                  </a:lnTo>
                  <a:lnTo>
                    <a:pt x="1157859" y="182118"/>
                  </a:lnTo>
                  <a:lnTo>
                    <a:pt x="1157859" y="126237"/>
                  </a:lnTo>
                  <a:lnTo>
                    <a:pt x="1157252" y="124968"/>
                  </a:lnTo>
                  <a:lnTo>
                    <a:pt x="1143438" y="97365"/>
                  </a:lnTo>
                  <a:close/>
                </a:path>
                <a:path w="2207259" h="361950">
                  <a:moveTo>
                    <a:pt x="121539" y="162560"/>
                  </a:moveTo>
                  <a:lnTo>
                    <a:pt x="116332" y="162560"/>
                  </a:lnTo>
                  <a:lnTo>
                    <a:pt x="116212" y="171107"/>
                  </a:lnTo>
                  <a:lnTo>
                    <a:pt x="121539" y="181736"/>
                  </a:lnTo>
                  <a:lnTo>
                    <a:pt x="121539" y="162560"/>
                  </a:lnTo>
                  <a:close/>
                </a:path>
                <a:path w="2207259" h="361950">
                  <a:moveTo>
                    <a:pt x="2085574" y="142346"/>
                  </a:moveTo>
                  <a:lnTo>
                    <a:pt x="2085556" y="165914"/>
                  </a:lnTo>
                  <a:lnTo>
                    <a:pt x="2093214" y="181241"/>
                  </a:lnTo>
                  <a:lnTo>
                    <a:pt x="2093214" y="157734"/>
                  </a:lnTo>
                  <a:lnTo>
                    <a:pt x="2092855" y="156896"/>
                  </a:lnTo>
                  <a:lnTo>
                    <a:pt x="2085574" y="142346"/>
                  </a:lnTo>
                  <a:close/>
                </a:path>
                <a:path w="2207259" h="361950">
                  <a:moveTo>
                    <a:pt x="1961007" y="147970"/>
                  </a:moveTo>
                  <a:lnTo>
                    <a:pt x="1957061" y="155855"/>
                  </a:lnTo>
                  <a:lnTo>
                    <a:pt x="1956816" y="156105"/>
                  </a:lnTo>
                  <a:lnTo>
                    <a:pt x="1956816" y="180615"/>
                  </a:lnTo>
                  <a:lnTo>
                    <a:pt x="1960943" y="172346"/>
                  </a:lnTo>
                  <a:lnTo>
                    <a:pt x="1961007" y="147970"/>
                  </a:lnTo>
                  <a:close/>
                </a:path>
                <a:path w="2207259" h="361950">
                  <a:moveTo>
                    <a:pt x="2074363" y="143510"/>
                  </a:moveTo>
                  <a:lnTo>
                    <a:pt x="2074314" y="167815"/>
                  </a:lnTo>
                  <a:lnTo>
                    <a:pt x="2080698" y="180615"/>
                  </a:lnTo>
                  <a:lnTo>
                    <a:pt x="2080768" y="156105"/>
                  </a:lnTo>
                  <a:lnTo>
                    <a:pt x="2080531" y="155855"/>
                  </a:lnTo>
                  <a:lnTo>
                    <a:pt x="2074363" y="143510"/>
                  </a:lnTo>
                  <a:close/>
                </a:path>
                <a:path w="2207259" h="361950">
                  <a:moveTo>
                    <a:pt x="318389" y="126492"/>
                  </a:moveTo>
                  <a:lnTo>
                    <a:pt x="318389" y="170617"/>
                  </a:lnTo>
                  <a:lnTo>
                    <a:pt x="323020" y="179841"/>
                  </a:lnTo>
                  <a:lnTo>
                    <a:pt x="323088" y="135890"/>
                  </a:lnTo>
                  <a:lnTo>
                    <a:pt x="318389" y="126492"/>
                  </a:lnTo>
                  <a:close/>
                </a:path>
                <a:path w="2207259" h="361950">
                  <a:moveTo>
                    <a:pt x="1495231" y="115570"/>
                  </a:moveTo>
                  <a:lnTo>
                    <a:pt x="1495171" y="163614"/>
                  </a:lnTo>
                  <a:lnTo>
                    <a:pt x="1503299" y="179841"/>
                  </a:lnTo>
                  <a:lnTo>
                    <a:pt x="1503299" y="131571"/>
                  </a:lnTo>
                  <a:lnTo>
                    <a:pt x="1503140" y="131416"/>
                  </a:lnTo>
                  <a:lnTo>
                    <a:pt x="1495231" y="115570"/>
                  </a:lnTo>
                  <a:close/>
                </a:path>
                <a:path w="2207259" h="361950">
                  <a:moveTo>
                    <a:pt x="1758996" y="116334"/>
                  </a:moveTo>
                  <a:lnTo>
                    <a:pt x="1759061" y="151129"/>
                  </a:lnTo>
                  <a:lnTo>
                    <a:pt x="1773441" y="179841"/>
                  </a:lnTo>
                  <a:lnTo>
                    <a:pt x="1773427" y="145248"/>
                  </a:lnTo>
                  <a:lnTo>
                    <a:pt x="1758996" y="116334"/>
                  </a:lnTo>
                  <a:close/>
                </a:path>
                <a:path w="2207259" h="361950">
                  <a:moveTo>
                    <a:pt x="2125091" y="146317"/>
                  </a:moveTo>
                  <a:lnTo>
                    <a:pt x="2125091" y="152907"/>
                  </a:lnTo>
                  <a:lnTo>
                    <a:pt x="2138557" y="179841"/>
                  </a:lnTo>
                  <a:lnTo>
                    <a:pt x="2138680" y="173308"/>
                  </a:lnTo>
                  <a:lnTo>
                    <a:pt x="2138539" y="173170"/>
                  </a:lnTo>
                  <a:lnTo>
                    <a:pt x="2125091" y="146317"/>
                  </a:lnTo>
                  <a:close/>
                </a:path>
                <a:path w="2207259" h="361950">
                  <a:moveTo>
                    <a:pt x="219322" y="135585"/>
                  </a:moveTo>
                  <a:lnTo>
                    <a:pt x="219238" y="171957"/>
                  </a:lnTo>
                  <a:lnTo>
                    <a:pt x="223012" y="179497"/>
                  </a:lnTo>
                  <a:lnTo>
                    <a:pt x="223012" y="142748"/>
                  </a:lnTo>
                  <a:lnTo>
                    <a:pt x="222706" y="142346"/>
                  </a:lnTo>
                  <a:lnTo>
                    <a:pt x="219322" y="135585"/>
                  </a:lnTo>
                  <a:close/>
                </a:path>
                <a:path w="2207259" h="361950">
                  <a:moveTo>
                    <a:pt x="1548090" y="127603"/>
                  </a:moveTo>
                  <a:lnTo>
                    <a:pt x="1548129" y="175005"/>
                  </a:lnTo>
                  <a:lnTo>
                    <a:pt x="1550162" y="179070"/>
                  </a:lnTo>
                  <a:lnTo>
                    <a:pt x="1550162" y="131571"/>
                  </a:lnTo>
                  <a:lnTo>
                    <a:pt x="1549998" y="131416"/>
                  </a:lnTo>
                  <a:lnTo>
                    <a:pt x="1548090" y="127603"/>
                  </a:lnTo>
                  <a:close/>
                </a:path>
                <a:path w="2207259" h="361950">
                  <a:moveTo>
                    <a:pt x="136271" y="153670"/>
                  </a:moveTo>
                  <a:lnTo>
                    <a:pt x="133603" y="153670"/>
                  </a:lnTo>
                  <a:lnTo>
                    <a:pt x="133673" y="173308"/>
                  </a:lnTo>
                  <a:lnTo>
                    <a:pt x="136056" y="178070"/>
                  </a:lnTo>
                  <a:lnTo>
                    <a:pt x="136154" y="178264"/>
                  </a:lnTo>
                  <a:lnTo>
                    <a:pt x="136271" y="153670"/>
                  </a:lnTo>
                  <a:close/>
                </a:path>
                <a:path w="2207259" h="361950">
                  <a:moveTo>
                    <a:pt x="151765" y="142748"/>
                  </a:moveTo>
                  <a:lnTo>
                    <a:pt x="151887" y="176530"/>
                  </a:lnTo>
                  <a:lnTo>
                    <a:pt x="152653" y="178070"/>
                  </a:lnTo>
                  <a:lnTo>
                    <a:pt x="152653" y="144525"/>
                  </a:lnTo>
                  <a:lnTo>
                    <a:pt x="151765" y="142748"/>
                  </a:lnTo>
                  <a:close/>
                </a:path>
                <a:path w="2207259" h="361950">
                  <a:moveTo>
                    <a:pt x="1207135" y="96519"/>
                  </a:moveTo>
                  <a:lnTo>
                    <a:pt x="1207135" y="160961"/>
                  </a:lnTo>
                  <a:lnTo>
                    <a:pt x="1215673" y="178070"/>
                  </a:lnTo>
                  <a:lnTo>
                    <a:pt x="1215771" y="113791"/>
                  </a:lnTo>
                  <a:lnTo>
                    <a:pt x="1207135" y="96519"/>
                  </a:lnTo>
                  <a:close/>
                </a:path>
                <a:path w="2207259" h="361950">
                  <a:moveTo>
                    <a:pt x="1694925" y="102396"/>
                  </a:moveTo>
                  <a:lnTo>
                    <a:pt x="1694857" y="145627"/>
                  </a:lnTo>
                  <a:lnTo>
                    <a:pt x="1711079" y="178070"/>
                  </a:lnTo>
                  <a:lnTo>
                    <a:pt x="1711071" y="134512"/>
                  </a:lnTo>
                  <a:lnTo>
                    <a:pt x="1710688" y="133949"/>
                  </a:lnTo>
                  <a:lnTo>
                    <a:pt x="1694925" y="102396"/>
                  </a:lnTo>
                  <a:close/>
                </a:path>
                <a:path w="2207259" h="361950">
                  <a:moveTo>
                    <a:pt x="1518412" y="115570"/>
                  </a:moveTo>
                  <a:lnTo>
                    <a:pt x="1518412" y="162013"/>
                  </a:lnTo>
                  <a:lnTo>
                    <a:pt x="1526286" y="177789"/>
                  </a:lnTo>
                  <a:lnTo>
                    <a:pt x="1526286" y="131416"/>
                  </a:lnTo>
                  <a:lnTo>
                    <a:pt x="1525777" y="130301"/>
                  </a:lnTo>
                  <a:lnTo>
                    <a:pt x="1518412" y="115570"/>
                  </a:lnTo>
                  <a:close/>
                </a:path>
                <a:path w="2207259" h="361950">
                  <a:moveTo>
                    <a:pt x="2061972" y="143070"/>
                  </a:moveTo>
                  <a:lnTo>
                    <a:pt x="2062011" y="169116"/>
                  </a:lnTo>
                  <a:lnTo>
                    <a:pt x="2066344" y="177789"/>
                  </a:lnTo>
                  <a:lnTo>
                    <a:pt x="2066417" y="151819"/>
                  </a:lnTo>
                  <a:lnTo>
                    <a:pt x="2065991" y="151129"/>
                  </a:lnTo>
                  <a:lnTo>
                    <a:pt x="2061972" y="143070"/>
                  </a:lnTo>
                  <a:close/>
                </a:path>
                <a:path w="2207259" h="361950">
                  <a:moveTo>
                    <a:pt x="1923034" y="136870"/>
                  </a:moveTo>
                  <a:lnTo>
                    <a:pt x="1913726" y="155418"/>
                  </a:lnTo>
                  <a:lnTo>
                    <a:pt x="1913635" y="155600"/>
                  </a:lnTo>
                  <a:lnTo>
                    <a:pt x="1913382" y="155855"/>
                  </a:lnTo>
                  <a:lnTo>
                    <a:pt x="1913382" y="177037"/>
                  </a:lnTo>
                  <a:lnTo>
                    <a:pt x="1913577" y="176530"/>
                  </a:lnTo>
                  <a:lnTo>
                    <a:pt x="1922967" y="157734"/>
                  </a:lnTo>
                  <a:lnTo>
                    <a:pt x="1923034" y="136870"/>
                  </a:lnTo>
                  <a:close/>
                </a:path>
                <a:path w="2207259" h="361950">
                  <a:moveTo>
                    <a:pt x="2051812" y="148702"/>
                  </a:moveTo>
                  <a:lnTo>
                    <a:pt x="2051812" y="176022"/>
                  </a:lnTo>
                  <a:lnTo>
                    <a:pt x="2052320" y="177037"/>
                  </a:lnTo>
                  <a:lnTo>
                    <a:pt x="2052320" y="149718"/>
                  </a:lnTo>
                  <a:lnTo>
                    <a:pt x="2051812" y="148702"/>
                  </a:lnTo>
                  <a:close/>
                </a:path>
                <a:path w="2207259" h="361950">
                  <a:moveTo>
                    <a:pt x="151765" y="148702"/>
                  </a:moveTo>
                  <a:lnTo>
                    <a:pt x="142113" y="148702"/>
                  </a:lnTo>
                  <a:lnTo>
                    <a:pt x="142113" y="156896"/>
                  </a:lnTo>
                  <a:lnTo>
                    <a:pt x="151765" y="176284"/>
                  </a:lnTo>
                  <a:lnTo>
                    <a:pt x="151765" y="148702"/>
                  </a:lnTo>
                  <a:close/>
                </a:path>
                <a:path w="2207259" h="361950">
                  <a:moveTo>
                    <a:pt x="853567" y="122725"/>
                  </a:moveTo>
                  <a:lnTo>
                    <a:pt x="853440" y="171450"/>
                  </a:lnTo>
                  <a:lnTo>
                    <a:pt x="855857" y="176284"/>
                  </a:lnTo>
                  <a:lnTo>
                    <a:pt x="855980" y="127428"/>
                  </a:lnTo>
                  <a:lnTo>
                    <a:pt x="855829" y="127253"/>
                  </a:lnTo>
                  <a:lnTo>
                    <a:pt x="853567" y="122725"/>
                  </a:lnTo>
                  <a:close/>
                </a:path>
                <a:path w="2207259" h="361950">
                  <a:moveTo>
                    <a:pt x="92837" y="124460"/>
                  </a:moveTo>
                  <a:lnTo>
                    <a:pt x="92928" y="155600"/>
                  </a:lnTo>
                  <a:lnTo>
                    <a:pt x="103150" y="176022"/>
                  </a:lnTo>
                  <a:lnTo>
                    <a:pt x="103250" y="171450"/>
                  </a:lnTo>
                  <a:lnTo>
                    <a:pt x="107315" y="171450"/>
                  </a:lnTo>
                  <a:lnTo>
                    <a:pt x="107315" y="153162"/>
                  </a:lnTo>
                  <a:lnTo>
                    <a:pt x="107092" y="152907"/>
                  </a:lnTo>
                  <a:lnTo>
                    <a:pt x="92837" y="124460"/>
                  </a:lnTo>
                  <a:close/>
                </a:path>
                <a:path w="2207259" h="361950">
                  <a:moveTo>
                    <a:pt x="238506" y="136398"/>
                  </a:moveTo>
                  <a:lnTo>
                    <a:pt x="238544" y="173989"/>
                  </a:lnTo>
                  <a:lnTo>
                    <a:pt x="239561" y="176022"/>
                  </a:lnTo>
                  <a:lnTo>
                    <a:pt x="239522" y="138429"/>
                  </a:lnTo>
                  <a:lnTo>
                    <a:pt x="238506" y="136398"/>
                  </a:lnTo>
                  <a:close/>
                </a:path>
                <a:path w="2207259" h="361950">
                  <a:moveTo>
                    <a:pt x="254492" y="124968"/>
                  </a:moveTo>
                  <a:lnTo>
                    <a:pt x="254440" y="168267"/>
                  </a:lnTo>
                  <a:lnTo>
                    <a:pt x="258318" y="176022"/>
                  </a:lnTo>
                  <a:lnTo>
                    <a:pt x="258318" y="132740"/>
                  </a:lnTo>
                  <a:lnTo>
                    <a:pt x="257876" y="131742"/>
                  </a:lnTo>
                  <a:lnTo>
                    <a:pt x="254492" y="124968"/>
                  </a:lnTo>
                  <a:close/>
                </a:path>
                <a:path w="2207259" h="361950">
                  <a:moveTo>
                    <a:pt x="2048637" y="142346"/>
                  </a:moveTo>
                  <a:lnTo>
                    <a:pt x="2048637" y="169672"/>
                  </a:lnTo>
                  <a:lnTo>
                    <a:pt x="2051812" y="176022"/>
                  </a:lnTo>
                  <a:lnTo>
                    <a:pt x="2051812" y="148702"/>
                  </a:lnTo>
                  <a:lnTo>
                    <a:pt x="2048637" y="142346"/>
                  </a:lnTo>
                  <a:close/>
                </a:path>
                <a:path w="2207259" h="361950">
                  <a:moveTo>
                    <a:pt x="166988" y="138429"/>
                  </a:moveTo>
                  <a:lnTo>
                    <a:pt x="165481" y="138429"/>
                  </a:lnTo>
                  <a:lnTo>
                    <a:pt x="165547" y="170313"/>
                  </a:lnTo>
                  <a:lnTo>
                    <a:pt x="168275" y="175767"/>
                  </a:lnTo>
                  <a:lnTo>
                    <a:pt x="168401" y="141259"/>
                  </a:lnTo>
                  <a:lnTo>
                    <a:pt x="167242" y="138938"/>
                  </a:lnTo>
                  <a:lnTo>
                    <a:pt x="167115" y="138684"/>
                  </a:lnTo>
                  <a:lnTo>
                    <a:pt x="166988" y="138429"/>
                  </a:lnTo>
                  <a:close/>
                </a:path>
                <a:path w="2207259" h="361950">
                  <a:moveTo>
                    <a:pt x="1816504" y="134512"/>
                  </a:moveTo>
                  <a:lnTo>
                    <a:pt x="1816481" y="166878"/>
                  </a:lnTo>
                  <a:lnTo>
                    <a:pt x="1820926" y="175767"/>
                  </a:lnTo>
                  <a:lnTo>
                    <a:pt x="1820926" y="143510"/>
                  </a:lnTo>
                  <a:lnTo>
                    <a:pt x="1820779" y="143070"/>
                  </a:lnTo>
                  <a:lnTo>
                    <a:pt x="1816504" y="134512"/>
                  </a:lnTo>
                  <a:close/>
                </a:path>
                <a:path w="2207259" h="361950">
                  <a:moveTo>
                    <a:pt x="1927478" y="148702"/>
                  </a:moveTo>
                  <a:lnTo>
                    <a:pt x="1923385" y="156896"/>
                  </a:lnTo>
                  <a:lnTo>
                    <a:pt x="1923034" y="157734"/>
                  </a:lnTo>
                  <a:lnTo>
                    <a:pt x="1923034" y="175767"/>
                  </a:lnTo>
                  <a:lnTo>
                    <a:pt x="1923415" y="175260"/>
                  </a:lnTo>
                  <a:lnTo>
                    <a:pt x="1927478" y="167132"/>
                  </a:lnTo>
                  <a:lnTo>
                    <a:pt x="1927478" y="148702"/>
                  </a:lnTo>
                  <a:close/>
                </a:path>
                <a:path w="2207259" h="361950">
                  <a:moveTo>
                    <a:pt x="288671" y="111424"/>
                  </a:moveTo>
                  <a:lnTo>
                    <a:pt x="288544" y="153162"/>
                  </a:lnTo>
                  <a:lnTo>
                    <a:pt x="299466" y="175005"/>
                  </a:lnTo>
                  <a:lnTo>
                    <a:pt x="299593" y="133178"/>
                  </a:lnTo>
                  <a:lnTo>
                    <a:pt x="288671" y="111424"/>
                  </a:lnTo>
                  <a:close/>
                </a:path>
                <a:path w="2207259" h="361950">
                  <a:moveTo>
                    <a:pt x="373380" y="85089"/>
                  </a:moveTo>
                  <a:lnTo>
                    <a:pt x="355219" y="86360"/>
                  </a:lnTo>
                  <a:lnTo>
                    <a:pt x="355219" y="161289"/>
                  </a:lnTo>
                  <a:lnTo>
                    <a:pt x="361950" y="174751"/>
                  </a:lnTo>
                  <a:lnTo>
                    <a:pt x="362076" y="95250"/>
                  </a:lnTo>
                  <a:lnTo>
                    <a:pt x="373380" y="95250"/>
                  </a:lnTo>
                  <a:lnTo>
                    <a:pt x="373380" y="85089"/>
                  </a:lnTo>
                  <a:close/>
                </a:path>
                <a:path w="2207259" h="361950">
                  <a:moveTo>
                    <a:pt x="1526336" y="84134"/>
                  </a:moveTo>
                  <a:lnTo>
                    <a:pt x="1526413" y="131571"/>
                  </a:lnTo>
                  <a:lnTo>
                    <a:pt x="1548002" y="174751"/>
                  </a:lnTo>
                  <a:lnTo>
                    <a:pt x="1547915" y="127253"/>
                  </a:lnTo>
                  <a:lnTo>
                    <a:pt x="1526336" y="84134"/>
                  </a:lnTo>
                  <a:close/>
                </a:path>
                <a:path w="2207259" h="361950">
                  <a:moveTo>
                    <a:pt x="2100326" y="137482"/>
                  </a:moveTo>
                  <a:lnTo>
                    <a:pt x="2100400" y="153670"/>
                  </a:lnTo>
                  <a:lnTo>
                    <a:pt x="2110740" y="174399"/>
                  </a:lnTo>
                  <a:lnTo>
                    <a:pt x="2110740" y="158361"/>
                  </a:lnTo>
                  <a:lnTo>
                    <a:pt x="2100326" y="137482"/>
                  </a:lnTo>
                  <a:close/>
                </a:path>
                <a:path w="2207259" h="361950">
                  <a:moveTo>
                    <a:pt x="230631" y="120650"/>
                  </a:moveTo>
                  <a:lnTo>
                    <a:pt x="223012" y="120650"/>
                  </a:lnTo>
                  <a:lnTo>
                    <a:pt x="222907" y="142748"/>
                  </a:lnTo>
                  <a:lnTo>
                    <a:pt x="238544" y="173989"/>
                  </a:lnTo>
                  <a:lnTo>
                    <a:pt x="238506" y="136398"/>
                  </a:lnTo>
                  <a:lnTo>
                    <a:pt x="230631" y="120650"/>
                  </a:lnTo>
                  <a:close/>
                </a:path>
                <a:path w="2207259" h="361950">
                  <a:moveTo>
                    <a:pt x="1941957" y="138429"/>
                  </a:moveTo>
                  <a:lnTo>
                    <a:pt x="1941703" y="138684"/>
                  </a:lnTo>
                  <a:lnTo>
                    <a:pt x="1936185" y="149718"/>
                  </a:lnTo>
                  <a:lnTo>
                    <a:pt x="1936115" y="173989"/>
                  </a:lnTo>
                  <a:lnTo>
                    <a:pt x="1941829" y="162560"/>
                  </a:lnTo>
                  <a:lnTo>
                    <a:pt x="1941928" y="162363"/>
                  </a:lnTo>
                  <a:lnTo>
                    <a:pt x="1941957" y="138429"/>
                  </a:lnTo>
                  <a:close/>
                </a:path>
                <a:path w="2207259" h="361950">
                  <a:moveTo>
                    <a:pt x="182401" y="133350"/>
                  </a:moveTo>
                  <a:lnTo>
                    <a:pt x="178943" y="133350"/>
                  </a:lnTo>
                  <a:lnTo>
                    <a:pt x="179040" y="162560"/>
                  </a:lnTo>
                  <a:lnTo>
                    <a:pt x="184340" y="173170"/>
                  </a:lnTo>
                  <a:lnTo>
                    <a:pt x="184409" y="173308"/>
                  </a:lnTo>
                  <a:lnTo>
                    <a:pt x="184480" y="173450"/>
                  </a:lnTo>
                  <a:lnTo>
                    <a:pt x="184553" y="173597"/>
                  </a:lnTo>
                  <a:lnTo>
                    <a:pt x="184658" y="137972"/>
                  </a:lnTo>
                  <a:lnTo>
                    <a:pt x="184472" y="137482"/>
                  </a:lnTo>
                  <a:lnTo>
                    <a:pt x="182401" y="133350"/>
                  </a:lnTo>
                  <a:close/>
                </a:path>
                <a:path w="2207259" h="361950">
                  <a:moveTo>
                    <a:pt x="1843151" y="129031"/>
                  </a:moveTo>
                  <a:lnTo>
                    <a:pt x="1843151" y="155600"/>
                  </a:lnTo>
                  <a:lnTo>
                    <a:pt x="1851958" y="173170"/>
                  </a:lnTo>
                  <a:lnTo>
                    <a:pt x="1852027" y="173308"/>
                  </a:lnTo>
                  <a:lnTo>
                    <a:pt x="1852098" y="173450"/>
                  </a:lnTo>
                  <a:lnTo>
                    <a:pt x="1852172" y="173597"/>
                  </a:lnTo>
                  <a:lnTo>
                    <a:pt x="1852295" y="147319"/>
                  </a:lnTo>
                  <a:lnTo>
                    <a:pt x="1843151" y="129031"/>
                  </a:lnTo>
                  <a:close/>
                </a:path>
                <a:path w="2207259" h="361950">
                  <a:moveTo>
                    <a:pt x="2110740" y="134512"/>
                  </a:moveTo>
                  <a:lnTo>
                    <a:pt x="2110740" y="144918"/>
                  </a:lnTo>
                  <a:lnTo>
                    <a:pt x="2124877" y="173170"/>
                  </a:lnTo>
                  <a:lnTo>
                    <a:pt x="2124946" y="173308"/>
                  </a:lnTo>
                  <a:lnTo>
                    <a:pt x="2125017" y="173450"/>
                  </a:lnTo>
                  <a:lnTo>
                    <a:pt x="2125091" y="163190"/>
                  </a:lnTo>
                  <a:lnTo>
                    <a:pt x="2110740" y="134512"/>
                  </a:lnTo>
                  <a:close/>
                </a:path>
                <a:path w="2207259" h="361950">
                  <a:moveTo>
                    <a:pt x="2138680" y="14097"/>
                  </a:moveTo>
                  <a:lnTo>
                    <a:pt x="2125091" y="14097"/>
                  </a:lnTo>
                  <a:lnTo>
                    <a:pt x="2125091" y="146317"/>
                  </a:lnTo>
                  <a:lnTo>
                    <a:pt x="2138539" y="173170"/>
                  </a:lnTo>
                  <a:lnTo>
                    <a:pt x="2138609" y="173308"/>
                  </a:lnTo>
                  <a:lnTo>
                    <a:pt x="2138680" y="14097"/>
                  </a:lnTo>
                  <a:close/>
                </a:path>
                <a:path w="2207259" h="361950">
                  <a:moveTo>
                    <a:pt x="121539" y="115570"/>
                  </a:moveTo>
                  <a:lnTo>
                    <a:pt x="121554" y="149097"/>
                  </a:lnTo>
                  <a:lnTo>
                    <a:pt x="133603" y="173170"/>
                  </a:lnTo>
                  <a:lnTo>
                    <a:pt x="133603" y="153670"/>
                  </a:lnTo>
                  <a:lnTo>
                    <a:pt x="136271" y="153670"/>
                  </a:lnTo>
                  <a:lnTo>
                    <a:pt x="136271" y="144918"/>
                  </a:lnTo>
                  <a:lnTo>
                    <a:pt x="135954" y="144525"/>
                  </a:lnTo>
                  <a:lnTo>
                    <a:pt x="121539" y="115570"/>
                  </a:lnTo>
                  <a:close/>
                </a:path>
                <a:path w="2207259" h="361950">
                  <a:moveTo>
                    <a:pt x="271062" y="118198"/>
                  </a:moveTo>
                  <a:lnTo>
                    <a:pt x="271018" y="158053"/>
                  </a:lnTo>
                  <a:lnTo>
                    <a:pt x="278568" y="173170"/>
                  </a:lnTo>
                  <a:lnTo>
                    <a:pt x="278552" y="133178"/>
                  </a:lnTo>
                  <a:lnTo>
                    <a:pt x="271062" y="118198"/>
                  </a:lnTo>
                  <a:close/>
                </a:path>
                <a:path w="2207259" h="361950">
                  <a:moveTo>
                    <a:pt x="1956816" y="132740"/>
                  </a:moveTo>
                  <a:lnTo>
                    <a:pt x="1956520" y="133178"/>
                  </a:lnTo>
                  <a:lnTo>
                    <a:pt x="1948561" y="149097"/>
                  </a:lnTo>
                  <a:lnTo>
                    <a:pt x="1948561" y="172842"/>
                  </a:lnTo>
                  <a:lnTo>
                    <a:pt x="1956816" y="156345"/>
                  </a:lnTo>
                  <a:lnTo>
                    <a:pt x="1956816" y="132740"/>
                  </a:lnTo>
                  <a:close/>
                </a:path>
                <a:path w="2207259" h="361950">
                  <a:moveTo>
                    <a:pt x="1550162" y="83439"/>
                  </a:moveTo>
                  <a:lnTo>
                    <a:pt x="1550162" y="131742"/>
                  </a:lnTo>
                  <a:lnTo>
                    <a:pt x="1570418" y="172219"/>
                  </a:lnTo>
                  <a:lnTo>
                    <a:pt x="1570482" y="124205"/>
                  </a:lnTo>
                  <a:lnTo>
                    <a:pt x="1550162" y="83439"/>
                  </a:lnTo>
                  <a:close/>
                </a:path>
                <a:path w="2207259" h="361950">
                  <a:moveTo>
                    <a:pt x="1967484" y="135027"/>
                  </a:moveTo>
                  <a:lnTo>
                    <a:pt x="1961007" y="147970"/>
                  </a:lnTo>
                  <a:lnTo>
                    <a:pt x="1961007" y="172219"/>
                  </a:lnTo>
                  <a:lnTo>
                    <a:pt x="1967484" y="159244"/>
                  </a:lnTo>
                  <a:lnTo>
                    <a:pt x="1967484" y="135027"/>
                  </a:lnTo>
                  <a:close/>
                </a:path>
                <a:path w="2207259" h="361950">
                  <a:moveTo>
                    <a:pt x="198031" y="129589"/>
                  </a:moveTo>
                  <a:lnTo>
                    <a:pt x="193040" y="129589"/>
                  </a:lnTo>
                  <a:lnTo>
                    <a:pt x="193053" y="154609"/>
                  </a:lnTo>
                  <a:lnTo>
                    <a:pt x="201746" y="171957"/>
                  </a:lnTo>
                  <a:lnTo>
                    <a:pt x="201675" y="136870"/>
                  </a:lnTo>
                  <a:lnTo>
                    <a:pt x="198031" y="129589"/>
                  </a:lnTo>
                  <a:close/>
                </a:path>
                <a:path w="2207259" h="361950">
                  <a:moveTo>
                    <a:pt x="213753" y="124460"/>
                  </a:moveTo>
                  <a:lnTo>
                    <a:pt x="207391" y="124460"/>
                  </a:lnTo>
                  <a:lnTo>
                    <a:pt x="207391" y="148288"/>
                  </a:lnTo>
                  <a:lnTo>
                    <a:pt x="219238" y="171957"/>
                  </a:lnTo>
                  <a:lnTo>
                    <a:pt x="219201" y="135345"/>
                  </a:lnTo>
                  <a:lnTo>
                    <a:pt x="213753" y="124460"/>
                  </a:lnTo>
                  <a:close/>
                </a:path>
                <a:path w="2207259" h="361950">
                  <a:moveTo>
                    <a:pt x="337058" y="124968"/>
                  </a:moveTo>
                  <a:lnTo>
                    <a:pt x="336950" y="163614"/>
                  </a:lnTo>
                  <a:lnTo>
                    <a:pt x="341122" y="171957"/>
                  </a:lnTo>
                  <a:lnTo>
                    <a:pt x="341122" y="133178"/>
                  </a:lnTo>
                  <a:lnTo>
                    <a:pt x="340944" y="132740"/>
                  </a:lnTo>
                  <a:lnTo>
                    <a:pt x="337058" y="124968"/>
                  </a:lnTo>
                  <a:close/>
                </a:path>
                <a:path w="2207259" h="361950">
                  <a:moveTo>
                    <a:pt x="1457874" y="89153"/>
                  </a:moveTo>
                  <a:lnTo>
                    <a:pt x="1457833" y="144106"/>
                  </a:lnTo>
                  <a:lnTo>
                    <a:pt x="1471746" y="171957"/>
                  </a:lnTo>
                  <a:lnTo>
                    <a:pt x="1471676" y="116708"/>
                  </a:lnTo>
                  <a:lnTo>
                    <a:pt x="1457874" y="89153"/>
                  </a:lnTo>
                  <a:close/>
                </a:path>
                <a:path w="2207259" h="361950">
                  <a:moveTo>
                    <a:pt x="28956" y="153670"/>
                  </a:moveTo>
                  <a:lnTo>
                    <a:pt x="21505" y="157734"/>
                  </a:lnTo>
                  <a:lnTo>
                    <a:pt x="22098" y="157734"/>
                  </a:lnTo>
                  <a:lnTo>
                    <a:pt x="28964" y="171450"/>
                  </a:lnTo>
                  <a:lnTo>
                    <a:pt x="28956" y="153670"/>
                  </a:lnTo>
                  <a:close/>
                </a:path>
                <a:path w="2207259" h="361950">
                  <a:moveTo>
                    <a:pt x="830326" y="76200"/>
                  </a:moveTo>
                  <a:lnTo>
                    <a:pt x="830199" y="124968"/>
                  </a:lnTo>
                  <a:lnTo>
                    <a:pt x="853440" y="171450"/>
                  </a:lnTo>
                  <a:lnTo>
                    <a:pt x="853567" y="122725"/>
                  </a:lnTo>
                  <a:lnTo>
                    <a:pt x="830326" y="76200"/>
                  </a:lnTo>
                  <a:close/>
                </a:path>
                <a:path w="2207259" h="361950">
                  <a:moveTo>
                    <a:pt x="1329181" y="104647"/>
                  </a:moveTo>
                  <a:lnTo>
                    <a:pt x="1329055" y="169116"/>
                  </a:lnTo>
                  <a:lnTo>
                    <a:pt x="1330219" y="171450"/>
                  </a:lnTo>
                  <a:lnTo>
                    <a:pt x="1330325" y="106997"/>
                  </a:lnTo>
                  <a:lnTo>
                    <a:pt x="1330167" y="106618"/>
                  </a:lnTo>
                  <a:lnTo>
                    <a:pt x="1329181" y="104647"/>
                  </a:lnTo>
                  <a:close/>
                </a:path>
                <a:path w="2207259" h="361950">
                  <a:moveTo>
                    <a:pt x="2100400" y="153670"/>
                  </a:moveTo>
                  <a:lnTo>
                    <a:pt x="2100326" y="171450"/>
                  </a:lnTo>
                  <a:lnTo>
                    <a:pt x="2109268" y="171450"/>
                  </a:lnTo>
                  <a:lnTo>
                    <a:pt x="2100400" y="153670"/>
                  </a:lnTo>
                  <a:close/>
                </a:path>
                <a:path w="2207259" h="361950">
                  <a:moveTo>
                    <a:pt x="2163191" y="55879"/>
                  </a:moveTo>
                  <a:lnTo>
                    <a:pt x="2157603" y="55879"/>
                  </a:lnTo>
                  <a:lnTo>
                    <a:pt x="2157603" y="171450"/>
                  </a:lnTo>
                  <a:lnTo>
                    <a:pt x="2163191" y="171450"/>
                  </a:lnTo>
                  <a:lnTo>
                    <a:pt x="2163191" y="55879"/>
                  </a:lnTo>
                  <a:close/>
                </a:path>
                <a:path w="2207259" h="361950">
                  <a:moveTo>
                    <a:pt x="107315" y="120650"/>
                  </a:moveTo>
                  <a:lnTo>
                    <a:pt x="107219" y="153162"/>
                  </a:lnTo>
                  <a:lnTo>
                    <a:pt x="116212" y="171107"/>
                  </a:lnTo>
                  <a:lnTo>
                    <a:pt x="116332" y="162560"/>
                  </a:lnTo>
                  <a:lnTo>
                    <a:pt x="121539" y="162560"/>
                  </a:lnTo>
                  <a:lnTo>
                    <a:pt x="121539" y="149097"/>
                  </a:lnTo>
                  <a:lnTo>
                    <a:pt x="121356" y="148702"/>
                  </a:lnTo>
                  <a:lnTo>
                    <a:pt x="107315" y="120650"/>
                  </a:lnTo>
                  <a:close/>
                </a:path>
                <a:path w="2207259" h="361950">
                  <a:moveTo>
                    <a:pt x="721487" y="80010"/>
                  </a:moveTo>
                  <a:lnTo>
                    <a:pt x="721566" y="137972"/>
                  </a:lnTo>
                  <a:lnTo>
                    <a:pt x="738165" y="171107"/>
                  </a:lnTo>
                  <a:lnTo>
                    <a:pt x="738251" y="113791"/>
                  </a:lnTo>
                  <a:lnTo>
                    <a:pt x="737593" y="112252"/>
                  </a:lnTo>
                  <a:lnTo>
                    <a:pt x="721487" y="80010"/>
                  </a:lnTo>
                  <a:close/>
                </a:path>
                <a:path w="2207259" h="361950">
                  <a:moveTo>
                    <a:pt x="889711" y="99488"/>
                  </a:moveTo>
                  <a:lnTo>
                    <a:pt x="889644" y="148288"/>
                  </a:lnTo>
                  <a:lnTo>
                    <a:pt x="901065" y="171107"/>
                  </a:lnTo>
                  <a:lnTo>
                    <a:pt x="900960" y="122008"/>
                  </a:lnTo>
                  <a:lnTo>
                    <a:pt x="889711" y="99488"/>
                  </a:lnTo>
                  <a:close/>
                </a:path>
                <a:path w="2207259" h="361950">
                  <a:moveTo>
                    <a:pt x="1265809" y="107950"/>
                  </a:moveTo>
                  <a:lnTo>
                    <a:pt x="1265799" y="158749"/>
                  </a:lnTo>
                  <a:lnTo>
                    <a:pt x="1271961" y="171107"/>
                  </a:lnTo>
                  <a:lnTo>
                    <a:pt x="1271905" y="120142"/>
                  </a:lnTo>
                  <a:lnTo>
                    <a:pt x="1265809" y="107950"/>
                  </a:lnTo>
                  <a:close/>
                </a:path>
                <a:path w="2207259" h="361950">
                  <a:moveTo>
                    <a:pt x="1271905" y="54610"/>
                  </a:moveTo>
                  <a:lnTo>
                    <a:pt x="1271905" y="120142"/>
                  </a:lnTo>
                  <a:lnTo>
                    <a:pt x="1297387" y="171107"/>
                  </a:lnTo>
                  <a:lnTo>
                    <a:pt x="1297305" y="105501"/>
                  </a:lnTo>
                  <a:lnTo>
                    <a:pt x="1271905" y="54610"/>
                  </a:lnTo>
                  <a:close/>
                </a:path>
                <a:path w="2207259" h="361950">
                  <a:moveTo>
                    <a:pt x="1780909" y="127253"/>
                  </a:moveTo>
                  <a:lnTo>
                    <a:pt x="1780794" y="160005"/>
                  </a:lnTo>
                  <a:lnTo>
                    <a:pt x="1786335" y="171107"/>
                  </a:lnTo>
                  <a:lnTo>
                    <a:pt x="1786255" y="137972"/>
                  </a:lnTo>
                  <a:lnTo>
                    <a:pt x="1781083" y="127603"/>
                  </a:lnTo>
                  <a:lnTo>
                    <a:pt x="1780996" y="127428"/>
                  </a:lnTo>
                  <a:lnTo>
                    <a:pt x="1780909" y="127253"/>
                  </a:lnTo>
                  <a:close/>
                </a:path>
                <a:path w="2207259" h="361950">
                  <a:moveTo>
                    <a:pt x="306577" y="102870"/>
                  </a:moveTo>
                  <a:lnTo>
                    <a:pt x="305435" y="102870"/>
                  </a:lnTo>
                  <a:lnTo>
                    <a:pt x="305487" y="144918"/>
                  </a:lnTo>
                  <a:lnTo>
                    <a:pt x="318389" y="170617"/>
                  </a:lnTo>
                  <a:lnTo>
                    <a:pt x="318262" y="126237"/>
                  </a:lnTo>
                  <a:lnTo>
                    <a:pt x="306577" y="102870"/>
                  </a:lnTo>
                  <a:close/>
                </a:path>
                <a:path w="2207259" h="361950">
                  <a:moveTo>
                    <a:pt x="165481" y="143510"/>
                  </a:moveTo>
                  <a:lnTo>
                    <a:pt x="152653" y="143510"/>
                  </a:lnTo>
                  <a:lnTo>
                    <a:pt x="152653" y="144525"/>
                  </a:lnTo>
                  <a:lnTo>
                    <a:pt x="165547" y="170313"/>
                  </a:lnTo>
                  <a:lnTo>
                    <a:pt x="165481" y="143510"/>
                  </a:lnTo>
                  <a:close/>
                </a:path>
                <a:path w="2207259" h="361950">
                  <a:moveTo>
                    <a:pt x="855980" y="81021"/>
                  </a:moveTo>
                  <a:lnTo>
                    <a:pt x="856004" y="127603"/>
                  </a:lnTo>
                  <a:lnTo>
                    <a:pt x="877339" y="170313"/>
                  </a:lnTo>
                  <a:lnTo>
                    <a:pt x="877443" y="123907"/>
                  </a:lnTo>
                  <a:lnTo>
                    <a:pt x="855980" y="81021"/>
                  </a:lnTo>
                  <a:close/>
                </a:path>
                <a:path w="2207259" h="361950">
                  <a:moveTo>
                    <a:pt x="917575" y="106618"/>
                  </a:moveTo>
                  <a:lnTo>
                    <a:pt x="917650" y="155418"/>
                  </a:lnTo>
                  <a:lnTo>
                    <a:pt x="925090" y="170313"/>
                  </a:lnTo>
                  <a:lnTo>
                    <a:pt x="925068" y="121577"/>
                  </a:lnTo>
                  <a:lnTo>
                    <a:pt x="917575" y="106618"/>
                  </a:lnTo>
                  <a:close/>
                </a:path>
                <a:path w="2207259" h="361950">
                  <a:moveTo>
                    <a:pt x="1798193" y="130301"/>
                  </a:moveTo>
                  <a:lnTo>
                    <a:pt x="1798067" y="161658"/>
                  </a:lnTo>
                  <a:lnTo>
                    <a:pt x="1802384" y="170313"/>
                  </a:lnTo>
                  <a:lnTo>
                    <a:pt x="1802384" y="138429"/>
                  </a:lnTo>
                  <a:lnTo>
                    <a:pt x="1802130" y="138175"/>
                  </a:lnTo>
                  <a:lnTo>
                    <a:pt x="1798193" y="130301"/>
                  </a:lnTo>
                  <a:close/>
                </a:path>
                <a:path w="2207259" h="361950">
                  <a:moveTo>
                    <a:pt x="1863725" y="20320"/>
                  </a:moveTo>
                  <a:lnTo>
                    <a:pt x="1858772" y="20320"/>
                  </a:lnTo>
                  <a:lnTo>
                    <a:pt x="1858772" y="160273"/>
                  </a:lnTo>
                  <a:lnTo>
                    <a:pt x="1863791" y="170313"/>
                  </a:lnTo>
                  <a:lnTo>
                    <a:pt x="1863725" y="20320"/>
                  </a:lnTo>
                  <a:close/>
                </a:path>
                <a:path w="2207259" h="361950">
                  <a:moveTo>
                    <a:pt x="2044723" y="134512"/>
                  </a:moveTo>
                  <a:lnTo>
                    <a:pt x="2044630" y="161658"/>
                  </a:lnTo>
                  <a:lnTo>
                    <a:pt x="2048637" y="169672"/>
                  </a:lnTo>
                  <a:lnTo>
                    <a:pt x="2048529" y="142131"/>
                  </a:lnTo>
                  <a:lnTo>
                    <a:pt x="2044723" y="134512"/>
                  </a:lnTo>
                  <a:close/>
                </a:path>
                <a:path w="2207259" h="361950">
                  <a:moveTo>
                    <a:pt x="1303654" y="53593"/>
                  </a:moveTo>
                  <a:lnTo>
                    <a:pt x="1303642" y="118198"/>
                  </a:lnTo>
                  <a:lnTo>
                    <a:pt x="1329055" y="169116"/>
                  </a:lnTo>
                  <a:lnTo>
                    <a:pt x="1329055" y="104394"/>
                  </a:lnTo>
                  <a:lnTo>
                    <a:pt x="1303654" y="53593"/>
                  </a:lnTo>
                  <a:close/>
                </a:path>
                <a:path w="2207259" h="361950">
                  <a:moveTo>
                    <a:pt x="2055114" y="129320"/>
                  </a:moveTo>
                  <a:lnTo>
                    <a:pt x="2055167" y="155418"/>
                  </a:lnTo>
                  <a:lnTo>
                    <a:pt x="2062011" y="169116"/>
                  </a:lnTo>
                  <a:lnTo>
                    <a:pt x="2061972" y="143070"/>
                  </a:lnTo>
                  <a:lnTo>
                    <a:pt x="2055114" y="129320"/>
                  </a:lnTo>
                  <a:close/>
                </a:path>
                <a:path w="2207259" h="361950">
                  <a:moveTo>
                    <a:pt x="239649" y="95250"/>
                  </a:moveTo>
                  <a:lnTo>
                    <a:pt x="239649" y="138684"/>
                  </a:lnTo>
                  <a:lnTo>
                    <a:pt x="254440" y="168267"/>
                  </a:lnTo>
                  <a:lnTo>
                    <a:pt x="254381" y="124744"/>
                  </a:lnTo>
                  <a:lnTo>
                    <a:pt x="239649" y="95250"/>
                  </a:lnTo>
                  <a:close/>
                </a:path>
                <a:path w="2207259" h="361950">
                  <a:moveTo>
                    <a:pt x="1913382" y="138429"/>
                  </a:moveTo>
                  <a:lnTo>
                    <a:pt x="1913202" y="138684"/>
                  </a:lnTo>
                  <a:lnTo>
                    <a:pt x="1907286" y="150507"/>
                  </a:lnTo>
                  <a:lnTo>
                    <a:pt x="1907286" y="168267"/>
                  </a:lnTo>
                  <a:lnTo>
                    <a:pt x="1913261" y="156345"/>
                  </a:lnTo>
                  <a:lnTo>
                    <a:pt x="1913382" y="138429"/>
                  </a:lnTo>
                  <a:close/>
                </a:path>
                <a:path w="2207259" h="361950">
                  <a:moveTo>
                    <a:pt x="966833" y="109981"/>
                  </a:moveTo>
                  <a:lnTo>
                    <a:pt x="966848" y="156105"/>
                  </a:lnTo>
                  <a:lnTo>
                    <a:pt x="972518" y="167466"/>
                  </a:lnTo>
                  <a:lnTo>
                    <a:pt x="972605" y="167639"/>
                  </a:lnTo>
                  <a:lnTo>
                    <a:pt x="972625" y="121577"/>
                  </a:lnTo>
                  <a:lnTo>
                    <a:pt x="966920" y="110155"/>
                  </a:lnTo>
                  <a:lnTo>
                    <a:pt x="966833" y="109981"/>
                  </a:lnTo>
                  <a:close/>
                </a:path>
                <a:path w="2207259" h="361950">
                  <a:moveTo>
                    <a:pt x="1824402" y="118198"/>
                  </a:moveTo>
                  <a:lnTo>
                    <a:pt x="1824355" y="150226"/>
                  </a:lnTo>
                  <a:lnTo>
                    <a:pt x="1832967" y="167466"/>
                  </a:lnTo>
                  <a:lnTo>
                    <a:pt x="1833054" y="167639"/>
                  </a:lnTo>
                  <a:lnTo>
                    <a:pt x="1832997" y="135345"/>
                  </a:lnTo>
                  <a:lnTo>
                    <a:pt x="1824402" y="118198"/>
                  </a:lnTo>
                  <a:close/>
                </a:path>
                <a:path w="2207259" h="361950">
                  <a:moveTo>
                    <a:pt x="2066417" y="127603"/>
                  </a:moveTo>
                  <a:lnTo>
                    <a:pt x="2066417" y="151982"/>
                  </a:lnTo>
                  <a:lnTo>
                    <a:pt x="2074140" y="167466"/>
                  </a:lnTo>
                  <a:lnTo>
                    <a:pt x="2074226" y="167639"/>
                  </a:lnTo>
                  <a:lnTo>
                    <a:pt x="2074291" y="143510"/>
                  </a:lnTo>
                  <a:lnTo>
                    <a:pt x="2074143" y="143070"/>
                  </a:lnTo>
                  <a:lnTo>
                    <a:pt x="2066417" y="127603"/>
                  </a:lnTo>
                  <a:close/>
                </a:path>
                <a:path w="2207259" h="361950">
                  <a:moveTo>
                    <a:pt x="942340" y="106997"/>
                  </a:moveTo>
                  <a:lnTo>
                    <a:pt x="942364" y="156105"/>
                  </a:lnTo>
                  <a:lnTo>
                    <a:pt x="948055" y="167466"/>
                  </a:lnTo>
                  <a:lnTo>
                    <a:pt x="948055" y="118198"/>
                  </a:lnTo>
                  <a:lnTo>
                    <a:pt x="947816" y="117970"/>
                  </a:lnTo>
                  <a:lnTo>
                    <a:pt x="942340" y="106997"/>
                  </a:lnTo>
                  <a:close/>
                </a:path>
                <a:path w="2207259" h="361950">
                  <a:moveTo>
                    <a:pt x="1408050" y="110155"/>
                  </a:moveTo>
                  <a:lnTo>
                    <a:pt x="1408176" y="158749"/>
                  </a:lnTo>
                  <a:lnTo>
                    <a:pt x="1412534" y="167466"/>
                  </a:lnTo>
                  <a:lnTo>
                    <a:pt x="1412621" y="119380"/>
                  </a:lnTo>
                  <a:lnTo>
                    <a:pt x="1412480" y="119037"/>
                  </a:lnTo>
                  <a:lnTo>
                    <a:pt x="1408050" y="110155"/>
                  </a:lnTo>
                  <a:close/>
                </a:path>
                <a:path w="2207259" h="361950">
                  <a:moveTo>
                    <a:pt x="44323" y="143510"/>
                  </a:moveTo>
                  <a:lnTo>
                    <a:pt x="36080" y="148288"/>
                  </a:lnTo>
                  <a:lnTo>
                    <a:pt x="35413" y="148702"/>
                  </a:lnTo>
                  <a:lnTo>
                    <a:pt x="28956" y="153670"/>
                  </a:lnTo>
                  <a:lnTo>
                    <a:pt x="35592" y="166878"/>
                  </a:lnTo>
                  <a:lnTo>
                    <a:pt x="35560" y="148702"/>
                  </a:lnTo>
                  <a:lnTo>
                    <a:pt x="44323" y="148702"/>
                  </a:lnTo>
                  <a:lnTo>
                    <a:pt x="44323" y="143510"/>
                  </a:lnTo>
                  <a:close/>
                </a:path>
                <a:path w="2207259" h="361950">
                  <a:moveTo>
                    <a:pt x="1810362" y="122217"/>
                  </a:moveTo>
                  <a:lnTo>
                    <a:pt x="1810346" y="154609"/>
                  </a:lnTo>
                  <a:lnTo>
                    <a:pt x="1816481" y="166878"/>
                  </a:lnTo>
                  <a:lnTo>
                    <a:pt x="1816481" y="134512"/>
                  </a:lnTo>
                  <a:lnTo>
                    <a:pt x="1810362" y="122217"/>
                  </a:lnTo>
                  <a:close/>
                </a:path>
                <a:path w="2207259" h="361950">
                  <a:moveTo>
                    <a:pt x="1936115" y="131571"/>
                  </a:moveTo>
                  <a:lnTo>
                    <a:pt x="1935951" y="131742"/>
                  </a:lnTo>
                  <a:lnTo>
                    <a:pt x="1927478" y="148702"/>
                  </a:lnTo>
                  <a:lnTo>
                    <a:pt x="1927478" y="166878"/>
                  </a:lnTo>
                  <a:lnTo>
                    <a:pt x="1927798" y="166492"/>
                  </a:lnTo>
                  <a:lnTo>
                    <a:pt x="1936115" y="149860"/>
                  </a:lnTo>
                  <a:lnTo>
                    <a:pt x="1936115" y="131571"/>
                  </a:lnTo>
                  <a:close/>
                </a:path>
                <a:path w="2207259" h="361950">
                  <a:moveTo>
                    <a:pt x="1714569" y="103885"/>
                  </a:moveTo>
                  <a:lnTo>
                    <a:pt x="1714576" y="141731"/>
                  </a:lnTo>
                  <a:lnTo>
                    <a:pt x="1726946" y="166492"/>
                  </a:lnTo>
                  <a:lnTo>
                    <a:pt x="1726862" y="128429"/>
                  </a:lnTo>
                  <a:lnTo>
                    <a:pt x="1714657" y="104062"/>
                  </a:lnTo>
                  <a:lnTo>
                    <a:pt x="1714569" y="103885"/>
                  </a:lnTo>
                  <a:close/>
                </a:path>
                <a:path w="2207259" h="361950">
                  <a:moveTo>
                    <a:pt x="1068324" y="66039"/>
                  </a:moveTo>
                  <a:lnTo>
                    <a:pt x="1068409" y="131742"/>
                  </a:lnTo>
                  <a:lnTo>
                    <a:pt x="1085642" y="166208"/>
                  </a:lnTo>
                  <a:lnTo>
                    <a:pt x="1085723" y="100766"/>
                  </a:lnTo>
                  <a:lnTo>
                    <a:pt x="1085437" y="100329"/>
                  </a:lnTo>
                  <a:lnTo>
                    <a:pt x="1068324" y="66039"/>
                  </a:lnTo>
                  <a:close/>
                </a:path>
                <a:path w="2207259" h="361950">
                  <a:moveTo>
                    <a:pt x="1577340" y="92964"/>
                  </a:moveTo>
                  <a:lnTo>
                    <a:pt x="1577457" y="138175"/>
                  </a:lnTo>
                  <a:lnTo>
                    <a:pt x="1591437" y="166208"/>
                  </a:lnTo>
                  <a:lnTo>
                    <a:pt x="1591437" y="121158"/>
                  </a:lnTo>
                  <a:lnTo>
                    <a:pt x="1577340" y="92964"/>
                  </a:lnTo>
                  <a:close/>
                </a:path>
                <a:path w="2207259" h="361950">
                  <a:moveTo>
                    <a:pt x="44323" y="148702"/>
                  </a:moveTo>
                  <a:lnTo>
                    <a:pt x="35616" y="148702"/>
                  </a:lnTo>
                  <a:lnTo>
                    <a:pt x="44122" y="165735"/>
                  </a:lnTo>
                  <a:lnTo>
                    <a:pt x="44211" y="165914"/>
                  </a:lnTo>
                  <a:lnTo>
                    <a:pt x="44323" y="148702"/>
                  </a:lnTo>
                  <a:close/>
                </a:path>
                <a:path w="2207259" h="361950">
                  <a:moveTo>
                    <a:pt x="1600453" y="91746"/>
                  </a:moveTo>
                  <a:lnTo>
                    <a:pt x="1600327" y="138938"/>
                  </a:lnTo>
                  <a:lnTo>
                    <a:pt x="1613725" y="165735"/>
                  </a:lnTo>
                  <a:lnTo>
                    <a:pt x="1613815" y="165914"/>
                  </a:lnTo>
                  <a:lnTo>
                    <a:pt x="1613916" y="118518"/>
                  </a:lnTo>
                  <a:lnTo>
                    <a:pt x="1613668" y="118198"/>
                  </a:lnTo>
                  <a:lnTo>
                    <a:pt x="1600453" y="91746"/>
                  </a:lnTo>
                  <a:close/>
                </a:path>
                <a:path w="2207259" h="361950">
                  <a:moveTo>
                    <a:pt x="55499" y="138429"/>
                  </a:moveTo>
                  <a:lnTo>
                    <a:pt x="44323" y="143510"/>
                  </a:lnTo>
                  <a:lnTo>
                    <a:pt x="55282" y="165480"/>
                  </a:lnTo>
                  <a:lnTo>
                    <a:pt x="55409" y="165735"/>
                  </a:lnTo>
                  <a:lnTo>
                    <a:pt x="55499" y="138429"/>
                  </a:lnTo>
                  <a:close/>
                </a:path>
                <a:path w="2207259" h="361950">
                  <a:moveTo>
                    <a:pt x="2080768" y="132740"/>
                  </a:moveTo>
                  <a:lnTo>
                    <a:pt x="2080776" y="156345"/>
                  </a:lnTo>
                  <a:lnTo>
                    <a:pt x="2085467" y="165735"/>
                  </a:lnTo>
                  <a:lnTo>
                    <a:pt x="2085467" y="142131"/>
                  </a:lnTo>
                  <a:lnTo>
                    <a:pt x="2080768" y="132740"/>
                  </a:lnTo>
                  <a:close/>
                </a:path>
                <a:path w="2207259" h="361950">
                  <a:moveTo>
                    <a:pt x="1913382" y="15264"/>
                  </a:moveTo>
                  <a:lnTo>
                    <a:pt x="1899793" y="15264"/>
                  </a:lnTo>
                  <a:lnTo>
                    <a:pt x="1899793" y="165480"/>
                  </a:lnTo>
                  <a:lnTo>
                    <a:pt x="1907286" y="150507"/>
                  </a:lnTo>
                  <a:lnTo>
                    <a:pt x="1907286" y="17779"/>
                  </a:lnTo>
                  <a:lnTo>
                    <a:pt x="1913382" y="17779"/>
                  </a:lnTo>
                  <a:lnTo>
                    <a:pt x="1913382" y="15264"/>
                  </a:lnTo>
                  <a:close/>
                </a:path>
                <a:path w="2207259" h="361950">
                  <a:moveTo>
                    <a:pt x="1413124" y="54610"/>
                  </a:moveTo>
                  <a:lnTo>
                    <a:pt x="1412621" y="54610"/>
                  </a:lnTo>
                  <a:lnTo>
                    <a:pt x="1412651" y="119380"/>
                  </a:lnTo>
                  <a:lnTo>
                    <a:pt x="1434880" y="163957"/>
                  </a:lnTo>
                  <a:lnTo>
                    <a:pt x="1434846" y="98091"/>
                  </a:lnTo>
                  <a:lnTo>
                    <a:pt x="1413124" y="54610"/>
                  </a:lnTo>
                  <a:close/>
                </a:path>
                <a:path w="2207259" h="361950">
                  <a:moveTo>
                    <a:pt x="2095500" y="143845"/>
                  </a:moveTo>
                  <a:lnTo>
                    <a:pt x="2095416" y="162013"/>
                  </a:lnTo>
                  <a:lnTo>
                    <a:pt x="2096389" y="163957"/>
                  </a:lnTo>
                  <a:lnTo>
                    <a:pt x="2096389" y="145627"/>
                  </a:lnTo>
                  <a:lnTo>
                    <a:pt x="2095500" y="143845"/>
                  </a:lnTo>
                  <a:close/>
                </a:path>
                <a:path w="2207259" h="361950">
                  <a:moveTo>
                    <a:pt x="324739" y="100329"/>
                  </a:moveTo>
                  <a:lnTo>
                    <a:pt x="323088" y="100329"/>
                  </a:lnTo>
                  <a:lnTo>
                    <a:pt x="323154" y="136022"/>
                  </a:lnTo>
                  <a:lnTo>
                    <a:pt x="336950" y="163614"/>
                  </a:lnTo>
                  <a:lnTo>
                    <a:pt x="336946" y="124744"/>
                  </a:lnTo>
                  <a:lnTo>
                    <a:pt x="324739" y="100329"/>
                  </a:lnTo>
                  <a:close/>
                </a:path>
                <a:path w="2207259" h="361950">
                  <a:moveTo>
                    <a:pt x="1480312" y="85678"/>
                  </a:moveTo>
                  <a:lnTo>
                    <a:pt x="1480312" y="133949"/>
                  </a:lnTo>
                  <a:lnTo>
                    <a:pt x="1495171" y="163614"/>
                  </a:lnTo>
                  <a:lnTo>
                    <a:pt x="1495171" y="115570"/>
                  </a:lnTo>
                  <a:lnTo>
                    <a:pt x="1494805" y="114716"/>
                  </a:lnTo>
                  <a:lnTo>
                    <a:pt x="1480312" y="85678"/>
                  </a:lnTo>
                  <a:close/>
                </a:path>
                <a:path w="2207259" h="361950">
                  <a:moveTo>
                    <a:pt x="754888" y="80010"/>
                  </a:moveTo>
                  <a:lnTo>
                    <a:pt x="754888" y="146875"/>
                  </a:lnTo>
                  <a:lnTo>
                    <a:pt x="763038" y="163190"/>
                  </a:lnTo>
                  <a:lnTo>
                    <a:pt x="763016" y="96250"/>
                  </a:lnTo>
                  <a:lnTo>
                    <a:pt x="754888" y="80010"/>
                  </a:lnTo>
                  <a:close/>
                </a:path>
                <a:path w="2207259" h="361950">
                  <a:moveTo>
                    <a:pt x="1238373" y="103747"/>
                  </a:moveTo>
                  <a:lnTo>
                    <a:pt x="1238250" y="158749"/>
                  </a:lnTo>
                  <a:lnTo>
                    <a:pt x="1240470" y="163190"/>
                  </a:lnTo>
                  <a:lnTo>
                    <a:pt x="1240409" y="107696"/>
                  </a:lnTo>
                  <a:lnTo>
                    <a:pt x="1239993" y="106997"/>
                  </a:lnTo>
                  <a:lnTo>
                    <a:pt x="1238530" y="104062"/>
                  </a:lnTo>
                  <a:lnTo>
                    <a:pt x="1238442" y="103885"/>
                  </a:lnTo>
                  <a:lnTo>
                    <a:pt x="1238373" y="103747"/>
                  </a:lnTo>
                  <a:close/>
                </a:path>
                <a:path w="2207259" h="361950">
                  <a:moveTo>
                    <a:pt x="2110867" y="124460"/>
                  </a:moveTo>
                  <a:lnTo>
                    <a:pt x="2110740" y="134512"/>
                  </a:lnTo>
                  <a:lnTo>
                    <a:pt x="2125091" y="163190"/>
                  </a:lnTo>
                  <a:lnTo>
                    <a:pt x="2125091" y="152907"/>
                  </a:lnTo>
                  <a:lnTo>
                    <a:pt x="2110867" y="124460"/>
                  </a:lnTo>
                  <a:close/>
                </a:path>
                <a:path w="2207259" h="361950">
                  <a:moveTo>
                    <a:pt x="168447" y="105501"/>
                  </a:moveTo>
                  <a:lnTo>
                    <a:pt x="168401" y="141259"/>
                  </a:lnTo>
                  <a:lnTo>
                    <a:pt x="178943" y="162363"/>
                  </a:lnTo>
                  <a:lnTo>
                    <a:pt x="178943" y="133350"/>
                  </a:lnTo>
                  <a:lnTo>
                    <a:pt x="182401" y="133350"/>
                  </a:lnTo>
                  <a:lnTo>
                    <a:pt x="168447" y="105501"/>
                  </a:lnTo>
                  <a:close/>
                </a:path>
                <a:path w="2207259" h="361950">
                  <a:moveTo>
                    <a:pt x="1948561" y="124968"/>
                  </a:moveTo>
                  <a:lnTo>
                    <a:pt x="1942418" y="137252"/>
                  </a:lnTo>
                  <a:lnTo>
                    <a:pt x="1942303" y="137482"/>
                  </a:lnTo>
                  <a:lnTo>
                    <a:pt x="1941957" y="137972"/>
                  </a:lnTo>
                  <a:lnTo>
                    <a:pt x="1941957" y="162363"/>
                  </a:lnTo>
                  <a:lnTo>
                    <a:pt x="1942103" y="162013"/>
                  </a:lnTo>
                  <a:lnTo>
                    <a:pt x="1948561" y="149097"/>
                  </a:lnTo>
                  <a:lnTo>
                    <a:pt x="1948561" y="124968"/>
                  </a:lnTo>
                  <a:close/>
                </a:path>
                <a:path w="2207259" h="361950">
                  <a:moveTo>
                    <a:pt x="67310" y="133350"/>
                  </a:moveTo>
                  <a:lnTo>
                    <a:pt x="55499" y="138429"/>
                  </a:lnTo>
                  <a:lnTo>
                    <a:pt x="67236" y="162013"/>
                  </a:lnTo>
                  <a:lnTo>
                    <a:pt x="67310" y="133350"/>
                  </a:lnTo>
                  <a:close/>
                </a:path>
                <a:path w="2207259" h="361950">
                  <a:moveTo>
                    <a:pt x="1503395" y="85537"/>
                  </a:moveTo>
                  <a:lnTo>
                    <a:pt x="1503303" y="131742"/>
                  </a:lnTo>
                  <a:lnTo>
                    <a:pt x="1518412" y="162013"/>
                  </a:lnTo>
                  <a:lnTo>
                    <a:pt x="1518412" y="115570"/>
                  </a:lnTo>
                  <a:lnTo>
                    <a:pt x="1503466" y="85678"/>
                  </a:lnTo>
                  <a:lnTo>
                    <a:pt x="1503395" y="85537"/>
                  </a:lnTo>
                  <a:close/>
                </a:path>
                <a:path w="2207259" h="361950">
                  <a:moveTo>
                    <a:pt x="2093214" y="139262"/>
                  </a:moveTo>
                  <a:lnTo>
                    <a:pt x="2093274" y="157734"/>
                  </a:lnTo>
                  <a:lnTo>
                    <a:pt x="2095416" y="162013"/>
                  </a:lnTo>
                  <a:lnTo>
                    <a:pt x="2095500" y="143845"/>
                  </a:lnTo>
                  <a:lnTo>
                    <a:pt x="2093214" y="139262"/>
                  </a:lnTo>
                  <a:close/>
                </a:path>
                <a:path w="2207259" h="361950">
                  <a:moveTo>
                    <a:pt x="1623258" y="94233"/>
                  </a:moveTo>
                  <a:lnTo>
                    <a:pt x="1623301" y="137482"/>
                  </a:lnTo>
                  <a:lnTo>
                    <a:pt x="1635378" y="161658"/>
                  </a:lnTo>
                  <a:lnTo>
                    <a:pt x="1635378" y="118518"/>
                  </a:lnTo>
                  <a:lnTo>
                    <a:pt x="1623347" y="94414"/>
                  </a:lnTo>
                  <a:lnTo>
                    <a:pt x="1623258" y="94233"/>
                  </a:lnTo>
                  <a:close/>
                </a:path>
                <a:path w="2207259" h="361950">
                  <a:moveTo>
                    <a:pt x="1786351" y="106618"/>
                  </a:moveTo>
                  <a:lnTo>
                    <a:pt x="1786356" y="138175"/>
                  </a:lnTo>
                  <a:lnTo>
                    <a:pt x="1798067" y="161658"/>
                  </a:lnTo>
                  <a:lnTo>
                    <a:pt x="1798193" y="130301"/>
                  </a:lnTo>
                  <a:lnTo>
                    <a:pt x="1786351" y="106618"/>
                  </a:lnTo>
                  <a:close/>
                </a:path>
                <a:path w="2207259" h="361950">
                  <a:moveTo>
                    <a:pt x="2040139" y="125336"/>
                  </a:moveTo>
                  <a:lnTo>
                    <a:pt x="2040127" y="152653"/>
                  </a:lnTo>
                  <a:lnTo>
                    <a:pt x="2044630" y="161658"/>
                  </a:lnTo>
                  <a:lnTo>
                    <a:pt x="2044700" y="134512"/>
                  </a:lnTo>
                  <a:lnTo>
                    <a:pt x="2040139" y="125336"/>
                  </a:lnTo>
                  <a:close/>
                </a:path>
                <a:path w="2207259" h="361950">
                  <a:moveTo>
                    <a:pt x="355219" y="97858"/>
                  </a:moveTo>
                  <a:lnTo>
                    <a:pt x="341122" y="97858"/>
                  </a:lnTo>
                  <a:lnTo>
                    <a:pt x="341163" y="133178"/>
                  </a:lnTo>
                  <a:lnTo>
                    <a:pt x="355219" y="161289"/>
                  </a:lnTo>
                  <a:lnTo>
                    <a:pt x="355219" y="97858"/>
                  </a:lnTo>
                  <a:close/>
                </a:path>
                <a:path w="2207259" h="361950">
                  <a:moveTo>
                    <a:pt x="1157968" y="62449"/>
                  </a:moveTo>
                  <a:lnTo>
                    <a:pt x="1157887" y="126237"/>
                  </a:lnTo>
                  <a:lnTo>
                    <a:pt x="1175162" y="160756"/>
                  </a:lnTo>
                  <a:lnTo>
                    <a:pt x="1175258" y="96901"/>
                  </a:lnTo>
                  <a:lnTo>
                    <a:pt x="1174972" y="96519"/>
                  </a:lnTo>
                  <a:lnTo>
                    <a:pt x="1157968" y="62449"/>
                  </a:lnTo>
                  <a:close/>
                </a:path>
                <a:path w="2207259" h="361950">
                  <a:moveTo>
                    <a:pt x="1189422" y="61095"/>
                  </a:moveTo>
                  <a:lnTo>
                    <a:pt x="1189355" y="125336"/>
                  </a:lnTo>
                  <a:lnTo>
                    <a:pt x="1207032" y="160756"/>
                  </a:lnTo>
                  <a:lnTo>
                    <a:pt x="1207135" y="96519"/>
                  </a:lnTo>
                  <a:lnTo>
                    <a:pt x="1189422" y="61095"/>
                  </a:lnTo>
                  <a:close/>
                </a:path>
                <a:path w="2207259" h="361950">
                  <a:moveTo>
                    <a:pt x="1646413" y="94091"/>
                  </a:moveTo>
                  <a:lnTo>
                    <a:pt x="1646301" y="140400"/>
                  </a:lnTo>
                  <a:lnTo>
                    <a:pt x="1656461" y="160756"/>
                  </a:lnTo>
                  <a:lnTo>
                    <a:pt x="1656461" y="114150"/>
                  </a:lnTo>
                  <a:lnTo>
                    <a:pt x="1646575" y="94414"/>
                  </a:lnTo>
                  <a:lnTo>
                    <a:pt x="1646485" y="94233"/>
                  </a:lnTo>
                  <a:lnTo>
                    <a:pt x="1646413" y="94091"/>
                  </a:lnTo>
                  <a:close/>
                </a:path>
                <a:path w="2207259" h="361950">
                  <a:moveTo>
                    <a:pt x="1961007" y="14097"/>
                  </a:moveTo>
                  <a:lnTo>
                    <a:pt x="1852295" y="14097"/>
                  </a:lnTo>
                  <a:lnTo>
                    <a:pt x="1852295" y="147319"/>
                  </a:lnTo>
                  <a:lnTo>
                    <a:pt x="1858772" y="160273"/>
                  </a:lnTo>
                  <a:lnTo>
                    <a:pt x="1858772" y="20320"/>
                  </a:lnTo>
                  <a:lnTo>
                    <a:pt x="1863725" y="20320"/>
                  </a:lnTo>
                  <a:lnTo>
                    <a:pt x="1863725" y="15264"/>
                  </a:lnTo>
                  <a:lnTo>
                    <a:pt x="1956542" y="15264"/>
                  </a:lnTo>
                  <a:lnTo>
                    <a:pt x="1961007" y="14859"/>
                  </a:lnTo>
                  <a:lnTo>
                    <a:pt x="1961007" y="14097"/>
                  </a:lnTo>
                  <a:close/>
                </a:path>
                <a:path w="2207259" h="361950">
                  <a:moveTo>
                    <a:pt x="1736034" y="105156"/>
                  </a:moveTo>
                  <a:lnTo>
                    <a:pt x="1735963" y="146599"/>
                  </a:lnTo>
                  <a:lnTo>
                    <a:pt x="1742567" y="159784"/>
                  </a:lnTo>
                  <a:lnTo>
                    <a:pt x="1742452" y="117970"/>
                  </a:lnTo>
                  <a:lnTo>
                    <a:pt x="1736034" y="105156"/>
                  </a:lnTo>
                  <a:close/>
                </a:path>
                <a:path w="2207259" h="361950">
                  <a:moveTo>
                    <a:pt x="1773427" y="112252"/>
                  </a:moveTo>
                  <a:lnTo>
                    <a:pt x="1773427" y="145248"/>
                  </a:lnTo>
                  <a:lnTo>
                    <a:pt x="1780683" y="159784"/>
                  </a:lnTo>
                  <a:lnTo>
                    <a:pt x="1780794" y="127022"/>
                  </a:lnTo>
                  <a:lnTo>
                    <a:pt x="1773427" y="112252"/>
                  </a:lnTo>
                  <a:close/>
                </a:path>
                <a:path w="2207259" h="361950">
                  <a:moveTo>
                    <a:pt x="806450" y="77470"/>
                  </a:moveTo>
                  <a:lnTo>
                    <a:pt x="782320" y="78739"/>
                  </a:lnTo>
                  <a:lnTo>
                    <a:pt x="782422" y="135027"/>
                  </a:lnTo>
                  <a:lnTo>
                    <a:pt x="794542" y="159244"/>
                  </a:lnTo>
                  <a:lnTo>
                    <a:pt x="794512" y="81279"/>
                  </a:lnTo>
                  <a:lnTo>
                    <a:pt x="806450" y="81279"/>
                  </a:lnTo>
                  <a:lnTo>
                    <a:pt x="806450" y="77470"/>
                  </a:lnTo>
                  <a:close/>
                </a:path>
                <a:path w="2207259" h="361950">
                  <a:moveTo>
                    <a:pt x="1970786" y="128596"/>
                  </a:moveTo>
                  <a:lnTo>
                    <a:pt x="1970484" y="129031"/>
                  </a:lnTo>
                  <a:lnTo>
                    <a:pt x="1967586" y="134822"/>
                  </a:lnTo>
                  <a:lnTo>
                    <a:pt x="1967484" y="159244"/>
                  </a:lnTo>
                  <a:lnTo>
                    <a:pt x="1970519" y="153162"/>
                  </a:lnTo>
                  <a:lnTo>
                    <a:pt x="1970646" y="152907"/>
                  </a:lnTo>
                  <a:lnTo>
                    <a:pt x="1970773" y="152653"/>
                  </a:lnTo>
                  <a:lnTo>
                    <a:pt x="1970786" y="128596"/>
                  </a:lnTo>
                  <a:close/>
                </a:path>
                <a:path w="2207259" h="361950">
                  <a:moveTo>
                    <a:pt x="1215771" y="58420"/>
                  </a:moveTo>
                  <a:lnTo>
                    <a:pt x="1215771" y="113791"/>
                  </a:lnTo>
                  <a:lnTo>
                    <a:pt x="1238055" y="158361"/>
                  </a:lnTo>
                  <a:lnTo>
                    <a:pt x="1238137" y="158524"/>
                  </a:lnTo>
                  <a:lnTo>
                    <a:pt x="1238250" y="103500"/>
                  </a:lnTo>
                  <a:lnTo>
                    <a:pt x="1215771" y="58420"/>
                  </a:lnTo>
                  <a:close/>
                </a:path>
                <a:path w="2207259" h="361950">
                  <a:moveTo>
                    <a:pt x="92837" y="124460"/>
                  </a:moveTo>
                  <a:lnTo>
                    <a:pt x="80442" y="129320"/>
                  </a:lnTo>
                  <a:lnTo>
                    <a:pt x="79719" y="129589"/>
                  </a:lnTo>
                  <a:lnTo>
                    <a:pt x="67310" y="133350"/>
                  </a:lnTo>
                  <a:lnTo>
                    <a:pt x="79801" y="158361"/>
                  </a:lnTo>
                  <a:lnTo>
                    <a:pt x="79883" y="129589"/>
                  </a:lnTo>
                  <a:lnTo>
                    <a:pt x="92837" y="129589"/>
                  </a:lnTo>
                  <a:lnTo>
                    <a:pt x="92837" y="124460"/>
                  </a:lnTo>
                  <a:close/>
                </a:path>
                <a:path w="2207259" h="361950">
                  <a:moveTo>
                    <a:pt x="1240471" y="57274"/>
                  </a:moveTo>
                  <a:lnTo>
                    <a:pt x="1240468" y="107950"/>
                  </a:lnTo>
                  <a:lnTo>
                    <a:pt x="1265606" y="158361"/>
                  </a:lnTo>
                  <a:lnTo>
                    <a:pt x="1265682" y="107696"/>
                  </a:lnTo>
                  <a:lnTo>
                    <a:pt x="1240471" y="57274"/>
                  </a:lnTo>
                  <a:close/>
                </a:path>
                <a:path w="2207259" h="361950">
                  <a:moveTo>
                    <a:pt x="1381681" y="57274"/>
                  </a:moveTo>
                  <a:lnTo>
                    <a:pt x="1380744" y="57274"/>
                  </a:lnTo>
                  <a:lnTo>
                    <a:pt x="1380832" y="104062"/>
                  </a:lnTo>
                  <a:lnTo>
                    <a:pt x="1407981" y="158361"/>
                  </a:lnTo>
                  <a:lnTo>
                    <a:pt x="1408049" y="109981"/>
                  </a:lnTo>
                  <a:lnTo>
                    <a:pt x="1407855" y="109762"/>
                  </a:lnTo>
                  <a:lnTo>
                    <a:pt x="1381681" y="57274"/>
                  </a:lnTo>
                  <a:close/>
                </a:path>
                <a:path w="2207259" h="361950">
                  <a:moveTo>
                    <a:pt x="2100375" y="124205"/>
                  </a:moveTo>
                  <a:lnTo>
                    <a:pt x="2100326" y="137482"/>
                  </a:lnTo>
                  <a:lnTo>
                    <a:pt x="2110740" y="158361"/>
                  </a:lnTo>
                  <a:lnTo>
                    <a:pt x="2110740" y="144918"/>
                  </a:lnTo>
                  <a:lnTo>
                    <a:pt x="2100375" y="124205"/>
                  </a:lnTo>
                  <a:close/>
                </a:path>
                <a:path w="2207259" h="361950">
                  <a:moveTo>
                    <a:pt x="258318" y="92710"/>
                  </a:moveTo>
                  <a:lnTo>
                    <a:pt x="258375" y="132740"/>
                  </a:lnTo>
                  <a:lnTo>
                    <a:pt x="271018" y="158053"/>
                  </a:lnTo>
                  <a:lnTo>
                    <a:pt x="271018" y="117970"/>
                  </a:lnTo>
                  <a:lnTo>
                    <a:pt x="270794" y="117662"/>
                  </a:lnTo>
                  <a:lnTo>
                    <a:pt x="258318" y="92710"/>
                  </a:lnTo>
                  <a:close/>
                </a:path>
                <a:path w="2207259" h="361950">
                  <a:moveTo>
                    <a:pt x="1353566" y="97365"/>
                  </a:moveTo>
                  <a:lnTo>
                    <a:pt x="1353439" y="153162"/>
                  </a:lnTo>
                  <a:lnTo>
                    <a:pt x="1355725" y="157734"/>
                  </a:lnTo>
                  <a:lnTo>
                    <a:pt x="1355725" y="101489"/>
                  </a:lnTo>
                  <a:lnTo>
                    <a:pt x="1355541" y="101323"/>
                  </a:lnTo>
                  <a:lnTo>
                    <a:pt x="1353566" y="97365"/>
                  </a:lnTo>
                  <a:close/>
                </a:path>
                <a:path w="2207259" h="361950">
                  <a:moveTo>
                    <a:pt x="1927478" y="127982"/>
                  </a:moveTo>
                  <a:lnTo>
                    <a:pt x="1923034" y="136870"/>
                  </a:lnTo>
                  <a:lnTo>
                    <a:pt x="1923034" y="157734"/>
                  </a:lnTo>
                  <a:lnTo>
                    <a:pt x="1923385" y="156896"/>
                  </a:lnTo>
                  <a:lnTo>
                    <a:pt x="1927478" y="148702"/>
                  </a:lnTo>
                  <a:lnTo>
                    <a:pt x="1927478" y="127982"/>
                  </a:lnTo>
                  <a:close/>
                </a:path>
                <a:path w="2207259" h="361950">
                  <a:moveTo>
                    <a:pt x="2085555" y="123907"/>
                  </a:moveTo>
                  <a:lnTo>
                    <a:pt x="2085574" y="142346"/>
                  </a:lnTo>
                  <a:lnTo>
                    <a:pt x="2093274" y="157734"/>
                  </a:lnTo>
                  <a:lnTo>
                    <a:pt x="2093214" y="139262"/>
                  </a:lnTo>
                  <a:lnTo>
                    <a:pt x="2085555" y="123907"/>
                  </a:lnTo>
                  <a:close/>
                </a:path>
                <a:path w="2207259" h="361950">
                  <a:moveTo>
                    <a:pt x="136271" y="111760"/>
                  </a:moveTo>
                  <a:lnTo>
                    <a:pt x="136149" y="144918"/>
                  </a:lnTo>
                  <a:lnTo>
                    <a:pt x="142113" y="156896"/>
                  </a:lnTo>
                  <a:lnTo>
                    <a:pt x="142113" y="148702"/>
                  </a:lnTo>
                  <a:lnTo>
                    <a:pt x="151765" y="148702"/>
                  </a:lnTo>
                  <a:lnTo>
                    <a:pt x="151765" y="142748"/>
                  </a:lnTo>
                  <a:lnTo>
                    <a:pt x="136271" y="111760"/>
                  </a:lnTo>
                  <a:close/>
                </a:path>
                <a:path w="2207259" h="361950">
                  <a:moveTo>
                    <a:pt x="972744" y="71223"/>
                  </a:moveTo>
                  <a:lnTo>
                    <a:pt x="972693" y="121711"/>
                  </a:lnTo>
                  <a:lnTo>
                    <a:pt x="990269" y="156896"/>
                  </a:lnTo>
                  <a:lnTo>
                    <a:pt x="990219" y="106247"/>
                  </a:lnTo>
                  <a:lnTo>
                    <a:pt x="990065" y="105833"/>
                  </a:lnTo>
                  <a:lnTo>
                    <a:pt x="972744" y="71223"/>
                  </a:lnTo>
                  <a:close/>
                </a:path>
                <a:path w="2207259" h="361950">
                  <a:moveTo>
                    <a:pt x="1961007" y="124460"/>
                  </a:moveTo>
                  <a:lnTo>
                    <a:pt x="1960737" y="124744"/>
                  </a:lnTo>
                  <a:lnTo>
                    <a:pt x="1957401" y="131416"/>
                  </a:lnTo>
                  <a:lnTo>
                    <a:pt x="1956816" y="132740"/>
                  </a:lnTo>
                  <a:lnTo>
                    <a:pt x="1956816" y="156105"/>
                  </a:lnTo>
                  <a:lnTo>
                    <a:pt x="1957061" y="155855"/>
                  </a:lnTo>
                  <a:lnTo>
                    <a:pt x="1961007" y="147970"/>
                  </a:lnTo>
                  <a:lnTo>
                    <a:pt x="1961007" y="124460"/>
                  </a:lnTo>
                  <a:close/>
                </a:path>
                <a:path w="2207259" h="361950">
                  <a:moveTo>
                    <a:pt x="2074291" y="119797"/>
                  </a:moveTo>
                  <a:lnTo>
                    <a:pt x="2074363" y="143510"/>
                  </a:lnTo>
                  <a:lnTo>
                    <a:pt x="2080531" y="155855"/>
                  </a:lnTo>
                  <a:lnTo>
                    <a:pt x="2080656" y="156105"/>
                  </a:lnTo>
                  <a:lnTo>
                    <a:pt x="2080768" y="132740"/>
                  </a:lnTo>
                  <a:lnTo>
                    <a:pt x="2074291" y="119797"/>
                  </a:lnTo>
                  <a:close/>
                </a:path>
                <a:path w="2207259" h="361950">
                  <a:moveTo>
                    <a:pt x="925068" y="72389"/>
                  </a:moveTo>
                  <a:lnTo>
                    <a:pt x="925135" y="121711"/>
                  </a:lnTo>
                  <a:lnTo>
                    <a:pt x="942239" y="155855"/>
                  </a:lnTo>
                  <a:lnTo>
                    <a:pt x="942340" y="106997"/>
                  </a:lnTo>
                  <a:lnTo>
                    <a:pt x="925068" y="72389"/>
                  </a:lnTo>
                  <a:close/>
                </a:path>
                <a:path w="2207259" h="361950">
                  <a:moveTo>
                    <a:pt x="948055" y="72389"/>
                  </a:moveTo>
                  <a:lnTo>
                    <a:pt x="947930" y="118198"/>
                  </a:lnTo>
                  <a:lnTo>
                    <a:pt x="966724" y="155855"/>
                  </a:lnTo>
                  <a:lnTo>
                    <a:pt x="966724" y="109762"/>
                  </a:lnTo>
                  <a:lnTo>
                    <a:pt x="948055" y="72389"/>
                  </a:lnTo>
                  <a:close/>
                </a:path>
                <a:path w="2207259" h="361950">
                  <a:moveTo>
                    <a:pt x="1923034" y="119037"/>
                  </a:moveTo>
                  <a:lnTo>
                    <a:pt x="1913558" y="137972"/>
                  </a:lnTo>
                  <a:lnTo>
                    <a:pt x="1913382" y="138175"/>
                  </a:lnTo>
                  <a:lnTo>
                    <a:pt x="1913382" y="155855"/>
                  </a:lnTo>
                  <a:lnTo>
                    <a:pt x="1913635" y="155600"/>
                  </a:lnTo>
                  <a:lnTo>
                    <a:pt x="1923023" y="136870"/>
                  </a:lnTo>
                  <a:lnTo>
                    <a:pt x="1923034" y="119037"/>
                  </a:lnTo>
                  <a:close/>
                </a:path>
                <a:path w="2207259" h="361950">
                  <a:moveTo>
                    <a:pt x="92837" y="129589"/>
                  </a:moveTo>
                  <a:lnTo>
                    <a:pt x="79907" y="129589"/>
                  </a:lnTo>
                  <a:lnTo>
                    <a:pt x="92837" y="155418"/>
                  </a:lnTo>
                  <a:lnTo>
                    <a:pt x="92837" y="129589"/>
                  </a:lnTo>
                  <a:close/>
                </a:path>
                <a:path w="2207259" h="361950">
                  <a:moveTo>
                    <a:pt x="901141" y="73812"/>
                  </a:moveTo>
                  <a:lnTo>
                    <a:pt x="901065" y="122217"/>
                  </a:lnTo>
                  <a:lnTo>
                    <a:pt x="917650" y="155418"/>
                  </a:lnTo>
                  <a:lnTo>
                    <a:pt x="917575" y="106618"/>
                  </a:lnTo>
                  <a:lnTo>
                    <a:pt x="901216" y="73961"/>
                  </a:lnTo>
                  <a:lnTo>
                    <a:pt x="901141" y="73812"/>
                  </a:lnTo>
                  <a:close/>
                </a:path>
                <a:path w="2207259" h="361950">
                  <a:moveTo>
                    <a:pt x="1841753" y="126237"/>
                  </a:moveTo>
                  <a:lnTo>
                    <a:pt x="1841673" y="152653"/>
                  </a:lnTo>
                  <a:lnTo>
                    <a:pt x="1843059" y="155418"/>
                  </a:lnTo>
                  <a:lnTo>
                    <a:pt x="1843151" y="129031"/>
                  </a:lnTo>
                  <a:lnTo>
                    <a:pt x="1841753" y="126237"/>
                  </a:lnTo>
                  <a:close/>
                </a:path>
                <a:path w="2207259" h="361950">
                  <a:moveTo>
                    <a:pt x="2052414" y="123907"/>
                  </a:moveTo>
                  <a:lnTo>
                    <a:pt x="2052390" y="149860"/>
                  </a:lnTo>
                  <a:lnTo>
                    <a:pt x="2055167" y="155418"/>
                  </a:lnTo>
                  <a:lnTo>
                    <a:pt x="2055114" y="129320"/>
                  </a:lnTo>
                  <a:lnTo>
                    <a:pt x="2052414" y="123907"/>
                  </a:lnTo>
                  <a:close/>
                </a:path>
                <a:path w="2207259" h="361950">
                  <a:moveTo>
                    <a:pt x="184658" y="102870"/>
                  </a:moveTo>
                  <a:lnTo>
                    <a:pt x="184717" y="137972"/>
                  </a:lnTo>
                  <a:lnTo>
                    <a:pt x="192964" y="154432"/>
                  </a:lnTo>
                  <a:lnTo>
                    <a:pt x="193040" y="129589"/>
                  </a:lnTo>
                  <a:lnTo>
                    <a:pt x="198031" y="129589"/>
                  </a:lnTo>
                  <a:lnTo>
                    <a:pt x="184658" y="102870"/>
                  </a:lnTo>
                  <a:close/>
                </a:path>
                <a:path w="2207259" h="361950">
                  <a:moveTo>
                    <a:pt x="1005332" y="69850"/>
                  </a:moveTo>
                  <a:lnTo>
                    <a:pt x="1005362" y="136398"/>
                  </a:lnTo>
                  <a:lnTo>
                    <a:pt x="1014387" y="154432"/>
                  </a:lnTo>
                  <a:lnTo>
                    <a:pt x="1014476" y="87883"/>
                  </a:lnTo>
                  <a:lnTo>
                    <a:pt x="1014238" y="87629"/>
                  </a:lnTo>
                  <a:lnTo>
                    <a:pt x="1005332" y="69850"/>
                  </a:lnTo>
                  <a:close/>
                </a:path>
                <a:path w="2207259" h="361950">
                  <a:moveTo>
                    <a:pt x="1802384" y="106247"/>
                  </a:moveTo>
                  <a:lnTo>
                    <a:pt x="1802511" y="138938"/>
                  </a:lnTo>
                  <a:lnTo>
                    <a:pt x="1810258" y="154432"/>
                  </a:lnTo>
                  <a:lnTo>
                    <a:pt x="1810258" y="122008"/>
                  </a:lnTo>
                  <a:lnTo>
                    <a:pt x="1802384" y="106247"/>
                  </a:lnTo>
                  <a:close/>
                </a:path>
                <a:path w="2207259" h="361950">
                  <a:moveTo>
                    <a:pt x="2096389" y="129589"/>
                  </a:moveTo>
                  <a:lnTo>
                    <a:pt x="2096389" y="145627"/>
                  </a:lnTo>
                  <a:lnTo>
                    <a:pt x="2100326" y="153520"/>
                  </a:lnTo>
                  <a:lnTo>
                    <a:pt x="2100211" y="137252"/>
                  </a:lnTo>
                  <a:lnTo>
                    <a:pt x="2096389" y="129589"/>
                  </a:lnTo>
                  <a:close/>
                </a:path>
                <a:path w="2207259" h="361950">
                  <a:moveTo>
                    <a:pt x="107315" y="120650"/>
                  </a:moveTo>
                  <a:lnTo>
                    <a:pt x="92837" y="124460"/>
                  </a:lnTo>
                  <a:lnTo>
                    <a:pt x="107219" y="153162"/>
                  </a:lnTo>
                  <a:lnTo>
                    <a:pt x="107315" y="120650"/>
                  </a:lnTo>
                  <a:close/>
                </a:path>
                <a:path w="2207259" h="361950">
                  <a:moveTo>
                    <a:pt x="278638" y="91440"/>
                  </a:moveTo>
                  <a:lnTo>
                    <a:pt x="278638" y="133350"/>
                  </a:lnTo>
                  <a:lnTo>
                    <a:pt x="288544" y="153162"/>
                  </a:lnTo>
                  <a:lnTo>
                    <a:pt x="288671" y="111264"/>
                  </a:lnTo>
                  <a:lnTo>
                    <a:pt x="288334" y="110754"/>
                  </a:lnTo>
                  <a:lnTo>
                    <a:pt x="278638" y="91440"/>
                  </a:lnTo>
                  <a:close/>
                </a:path>
                <a:path w="2207259" h="361950">
                  <a:moveTo>
                    <a:pt x="1126490" y="63500"/>
                  </a:moveTo>
                  <a:lnTo>
                    <a:pt x="1126490" y="119380"/>
                  </a:lnTo>
                  <a:lnTo>
                    <a:pt x="1143381" y="153162"/>
                  </a:lnTo>
                  <a:lnTo>
                    <a:pt x="1143381" y="97091"/>
                  </a:lnTo>
                  <a:lnTo>
                    <a:pt x="1143205" y="96901"/>
                  </a:lnTo>
                  <a:lnTo>
                    <a:pt x="1126490" y="63500"/>
                  </a:lnTo>
                  <a:close/>
                </a:path>
                <a:path w="2207259" h="361950">
                  <a:moveTo>
                    <a:pt x="1330325" y="50800"/>
                  </a:moveTo>
                  <a:lnTo>
                    <a:pt x="1330356" y="106997"/>
                  </a:lnTo>
                  <a:lnTo>
                    <a:pt x="1353439" y="153162"/>
                  </a:lnTo>
                  <a:lnTo>
                    <a:pt x="1353566" y="97365"/>
                  </a:lnTo>
                  <a:lnTo>
                    <a:pt x="1330325" y="50800"/>
                  </a:lnTo>
                  <a:close/>
                </a:path>
                <a:path w="2207259" h="361950">
                  <a:moveTo>
                    <a:pt x="2110740" y="117662"/>
                  </a:moveTo>
                  <a:lnTo>
                    <a:pt x="2110867" y="124460"/>
                  </a:lnTo>
                  <a:lnTo>
                    <a:pt x="2125091" y="152907"/>
                  </a:lnTo>
                  <a:lnTo>
                    <a:pt x="2125091" y="146317"/>
                  </a:lnTo>
                  <a:lnTo>
                    <a:pt x="2110740" y="117662"/>
                  </a:lnTo>
                  <a:close/>
                </a:path>
                <a:path w="2207259" h="361950">
                  <a:moveTo>
                    <a:pt x="1833118" y="108965"/>
                  </a:moveTo>
                  <a:lnTo>
                    <a:pt x="1833118" y="135585"/>
                  </a:lnTo>
                  <a:lnTo>
                    <a:pt x="1841673" y="152653"/>
                  </a:lnTo>
                  <a:lnTo>
                    <a:pt x="1841753" y="126237"/>
                  </a:lnTo>
                  <a:lnTo>
                    <a:pt x="1833118" y="108965"/>
                  </a:lnTo>
                  <a:close/>
                </a:path>
                <a:path w="2207259" h="361950">
                  <a:moveTo>
                    <a:pt x="1975612" y="119037"/>
                  </a:moveTo>
                  <a:lnTo>
                    <a:pt x="1975314" y="119380"/>
                  </a:lnTo>
                  <a:lnTo>
                    <a:pt x="1970786" y="128429"/>
                  </a:lnTo>
                  <a:lnTo>
                    <a:pt x="1970786" y="152653"/>
                  </a:lnTo>
                  <a:lnTo>
                    <a:pt x="1975718" y="142748"/>
                  </a:lnTo>
                  <a:lnTo>
                    <a:pt x="1975612" y="119037"/>
                  </a:lnTo>
                  <a:close/>
                </a:path>
                <a:path w="2207259" h="361950">
                  <a:moveTo>
                    <a:pt x="2039425" y="123907"/>
                  </a:moveTo>
                  <a:lnTo>
                    <a:pt x="2039366" y="151129"/>
                  </a:lnTo>
                  <a:lnTo>
                    <a:pt x="2040127" y="152653"/>
                  </a:lnTo>
                  <a:lnTo>
                    <a:pt x="2040127" y="125336"/>
                  </a:lnTo>
                  <a:lnTo>
                    <a:pt x="2039425" y="123907"/>
                  </a:lnTo>
                  <a:close/>
                </a:path>
                <a:path w="2207259" h="361950">
                  <a:moveTo>
                    <a:pt x="1376583" y="95565"/>
                  </a:moveTo>
                  <a:lnTo>
                    <a:pt x="1376596" y="143510"/>
                  </a:lnTo>
                  <a:lnTo>
                    <a:pt x="1380744" y="151819"/>
                  </a:lnTo>
                  <a:lnTo>
                    <a:pt x="1380744" y="103747"/>
                  </a:lnTo>
                  <a:lnTo>
                    <a:pt x="1380551" y="103500"/>
                  </a:lnTo>
                  <a:lnTo>
                    <a:pt x="1376583" y="95565"/>
                  </a:lnTo>
                  <a:close/>
                </a:path>
                <a:path w="2207259" h="361950">
                  <a:moveTo>
                    <a:pt x="2062011" y="118785"/>
                  </a:moveTo>
                  <a:lnTo>
                    <a:pt x="2061972" y="143070"/>
                  </a:lnTo>
                  <a:lnTo>
                    <a:pt x="2066335" y="151819"/>
                  </a:lnTo>
                  <a:lnTo>
                    <a:pt x="2066417" y="127428"/>
                  </a:lnTo>
                  <a:lnTo>
                    <a:pt x="2066242" y="127253"/>
                  </a:lnTo>
                  <a:lnTo>
                    <a:pt x="2062137" y="119037"/>
                  </a:lnTo>
                  <a:lnTo>
                    <a:pt x="2062011" y="118785"/>
                  </a:lnTo>
                  <a:close/>
                </a:path>
                <a:path w="2207259" h="361950">
                  <a:moveTo>
                    <a:pt x="2034371" y="113791"/>
                  </a:moveTo>
                  <a:lnTo>
                    <a:pt x="2034286" y="140970"/>
                  </a:lnTo>
                  <a:lnTo>
                    <a:pt x="2039189" y="150776"/>
                  </a:lnTo>
                  <a:lnTo>
                    <a:pt x="2039255" y="150908"/>
                  </a:lnTo>
                  <a:lnTo>
                    <a:pt x="2039366" y="123907"/>
                  </a:lnTo>
                  <a:lnTo>
                    <a:pt x="2039083" y="123224"/>
                  </a:lnTo>
                  <a:lnTo>
                    <a:pt x="2034371" y="113791"/>
                  </a:lnTo>
                  <a:close/>
                </a:path>
                <a:path w="2207259" h="361950">
                  <a:moveTo>
                    <a:pt x="1099312" y="65024"/>
                  </a:moveTo>
                  <a:lnTo>
                    <a:pt x="1099238" y="127982"/>
                  </a:lnTo>
                  <a:lnTo>
                    <a:pt x="1110615" y="150776"/>
                  </a:lnTo>
                  <a:lnTo>
                    <a:pt x="1110615" y="87629"/>
                  </a:lnTo>
                  <a:lnTo>
                    <a:pt x="1099312" y="65024"/>
                  </a:lnTo>
                  <a:close/>
                </a:path>
                <a:path w="2207259" h="361950">
                  <a:moveTo>
                    <a:pt x="1758188" y="114716"/>
                  </a:moveTo>
                  <a:lnTo>
                    <a:pt x="1758188" y="149386"/>
                  </a:lnTo>
                  <a:lnTo>
                    <a:pt x="1758884" y="150776"/>
                  </a:lnTo>
                  <a:lnTo>
                    <a:pt x="1758950" y="116334"/>
                  </a:lnTo>
                  <a:lnTo>
                    <a:pt x="1758614" y="115570"/>
                  </a:lnTo>
                  <a:lnTo>
                    <a:pt x="1758188" y="114716"/>
                  </a:lnTo>
                  <a:close/>
                </a:path>
                <a:path w="2207259" h="361950">
                  <a:moveTo>
                    <a:pt x="1913382" y="17779"/>
                  </a:moveTo>
                  <a:lnTo>
                    <a:pt x="1907286" y="17779"/>
                  </a:lnTo>
                  <a:lnTo>
                    <a:pt x="1907286" y="150507"/>
                  </a:lnTo>
                  <a:lnTo>
                    <a:pt x="1913456" y="138175"/>
                  </a:lnTo>
                  <a:lnTo>
                    <a:pt x="1913382" y="17779"/>
                  </a:lnTo>
                  <a:close/>
                </a:path>
                <a:path w="2207259" h="361950">
                  <a:moveTo>
                    <a:pt x="1669541" y="94995"/>
                  </a:moveTo>
                  <a:lnTo>
                    <a:pt x="1669415" y="140013"/>
                  </a:lnTo>
                  <a:lnTo>
                    <a:pt x="1674530" y="150226"/>
                  </a:lnTo>
                  <a:lnTo>
                    <a:pt x="1674550" y="105013"/>
                  </a:lnTo>
                  <a:lnTo>
                    <a:pt x="1669541" y="94995"/>
                  </a:lnTo>
                  <a:close/>
                </a:path>
                <a:path w="2207259" h="361950">
                  <a:moveTo>
                    <a:pt x="1821006" y="111424"/>
                  </a:moveTo>
                  <a:lnTo>
                    <a:pt x="1820999" y="143510"/>
                  </a:lnTo>
                  <a:lnTo>
                    <a:pt x="1824355" y="150226"/>
                  </a:lnTo>
                  <a:lnTo>
                    <a:pt x="1824355" y="117970"/>
                  </a:lnTo>
                  <a:lnTo>
                    <a:pt x="1824133" y="117662"/>
                  </a:lnTo>
                  <a:lnTo>
                    <a:pt x="1821006" y="111424"/>
                  </a:lnTo>
                  <a:close/>
                </a:path>
                <a:path w="2207259" h="361950">
                  <a:moveTo>
                    <a:pt x="1941957" y="119797"/>
                  </a:moveTo>
                  <a:lnTo>
                    <a:pt x="1941747" y="120142"/>
                  </a:lnTo>
                  <a:lnTo>
                    <a:pt x="1936115" y="131416"/>
                  </a:lnTo>
                  <a:lnTo>
                    <a:pt x="1936115" y="149718"/>
                  </a:lnTo>
                  <a:lnTo>
                    <a:pt x="1936351" y="149386"/>
                  </a:lnTo>
                  <a:lnTo>
                    <a:pt x="1941703" y="138684"/>
                  </a:lnTo>
                  <a:lnTo>
                    <a:pt x="1941830" y="138429"/>
                  </a:lnTo>
                  <a:lnTo>
                    <a:pt x="1941957" y="119797"/>
                  </a:lnTo>
                  <a:close/>
                </a:path>
                <a:path w="2207259" h="361950">
                  <a:moveTo>
                    <a:pt x="2051824" y="122725"/>
                  </a:moveTo>
                  <a:lnTo>
                    <a:pt x="2051812" y="148702"/>
                  </a:lnTo>
                  <a:lnTo>
                    <a:pt x="2052320" y="149718"/>
                  </a:lnTo>
                  <a:lnTo>
                    <a:pt x="2052320" y="123907"/>
                  </a:lnTo>
                  <a:lnTo>
                    <a:pt x="2052073" y="123224"/>
                  </a:lnTo>
                  <a:lnTo>
                    <a:pt x="2051824" y="122725"/>
                  </a:lnTo>
                  <a:close/>
                </a:path>
                <a:path w="2207259" h="361950">
                  <a:moveTo>
                    <a:pt x="1742576" y="83439"/>
                  </a:moveTo>
                  <a:lnTo>
                    <a:pt x="1742567" y="118198"/>
                  </a:lnTo>
                  <a:lnTo>
                    <a:pt x="1758188" y="149386"/>
                  </a:lnTo>
                  <a:lnTo>
                    <a:pt x="1758062" y="114463"/>
                  </a:lnTo>
                  <a:lnTo>
                    <a:pt x="1742576" y="83439"/>
                  </a:lnTo>
                  <a:close/>
                </a:path>
                <a:path w="2207259" h="361950">
                  <a:moveTo>
                    <a:pt x="121539" y="115570"/>
                  </a:moveTo>
                  <a:lnTo>
                    <a:pt x="107315" y="120650"/>
                  </a:lnTo>
                  <a:lnTo>
                    <a:pt x="121554" y="149097"/>
                  </a:lnTo>
                  <a:lnTo>
                    <a:pt x="121539" y="115570"/>
                  </a:lnTo>
                  <a:close/>
                </a:path>
                <a:path w="2207259" h="361950">
                  <a:moveTo>
                    <a:pt x="1956816" y="108458"/>
                  </a:moveTo>
                  <a:lnTo>
                    <a:pt x="1948672" y="124744"/>
                  </a:lnTo>
                  <a:lnTo>
                    <a:pt x="1948561" y="149097"/>
                  </a:lnTo>
                  <a:lnTo>
                    <a:pt x="1956739" y="132740"/>
                  </a:lnTo>
                  <a:lnTo>
                    <a:pt x="1956816" y="108458"/>
                  </a:lnTo>
                  <a:close/>
                </a:path>
                <a:path w="2207259" h="361950">
                  <a:moveTo>
                    <a:pt x="1936115" y="110754"/>
                  </a:moveTo>
                  <a:lnTo>
                    <a:pt x="1927478" y="127982"/>
                  </a:lnTo>
                  <a:lnTo>
                    <a:pt x="1927478" y="148702"/>
                  </a:lnTo>
                  <a:lnTo>
                    <a:pt x="1935951" y="131742"/>
                  </a:lnTo>
                  <a:lnTo>
                    <a:pt x="1936037" y="131571"/>
                  </a:lnTo>
                  <a:lnTo>
                    <a:pt x="1936115" y="110754"/>
                  </a:lnTo>
                  <a:close/>
                </a:path>
                <a:path w="2207259" h="361950">
                  <a:moveTo>
                    <a:pt x="2048637" y="116334"/>
                  </a:moveTo>
                  <a:lnTo>
                    <a:pt x="2048637" y="142346"/>
                  </a:lnTo>
                  <a:lnTo>
                    <a:pt x="2051812" y="148702"/>
                  </a:lnTo>
                  <a:lnTo>
                    <a:pt x="2051812" y="122725"/>
                  </a:lnTo>
                  <a:lnTo>
                    <a:pt x="2048637" y="116334"/>
                  </a:lnTo>
                  <a:close/>
                </a:path>
                <a:path w="2207259" h="361950">
                  <a:moveTo>
                    <a:pt x="201675" y="100329"/>
                  </a:moveTo>
                  <a:lnTo>
                    <a:pt x="201675" y="136870"/>
                  </a:lnTo>
                  <a:lnTo>
                    <a:pt x="207391" y="148288"/>
                  </a:lnTo>
                  <a:lnTo>
                    <a:pt x="207391" y="124460"/>
                  </a:lnTo>
                  <a:lnTo>
                    <a:pt x="213753" y="124460"/>
                  </a:lnTo>
                  <a:lnTo>
                    <a:pt x="201675" y="100329"/>
                  </a:lnTo>
                  <a:close/>
                </a:path>
                <a:path w="2207259" h="361950">
                  <a:moveTo>
                    <a:pt x="877469" y="74982"/>
                  </a:moveTo>
                  <a:lnTo>
                    <a:pt x="877443" y="123907"/>
                  </a:lnTo>
                  <a:lnTo>
                    <a:pt x="889644" y="148288"/>
                  </a:lnTo>
                  <a:lnTo>
                    <a:pt x="889635" y="99099"/>
                  </a:lnTo>
                  <a:lnTo>
                    <a:pt x="889405" y="98876"/>
                  </a:lnTo>
                  <a:lnTo>
                    <a:pt x="877469" y="74982"/>
                  </a:lnTo>
                  <a:close/>
                </a:path>
                <a:path w="2207259" h="361950">
                  <a:moveTo>
                    <a:pt x="1967484" y="111424"/>
                  </a:moveTo>
                  <a:lnTo>
                    <a:pt x="1967230" y="111760"/>
                  </a:lnTo>
                  <a:lnTo>
                    <a:pt x="1961007" y="124205"/>
                  </a:lnTo>
                  <a:lnTo>
                    <a:pt x="1961007" y="147970"/>
                  </a:lnTo>
                  <a:lnTo>
                    <a:pt x="1967484" y="135027"/>
                  </a:lnTo>
                  <a:lnTo>
                    <a:pt x="1967484" y="111424"/>
                  </a:lnTo>
                  <a:close/>
                </a:path>
                <a:path w="2207259" h="361950">
                  <a:moveTo>
                    <a:pt x="1852295" y="14097"/>
                  </a:moveTo>
                  <a:lnTo>
                    <a:pt x="1843151" y="14097"/>
                  </a:lnTo>
                  <a:lnTo>
                    <a:pt x="1843151" y="129031"/>
                  </a:lnTo>
                  <a:lnTo>
                    <a:pt x="1852295" y="147319"/>
                  </a:lnTo>
                  <a:lnTo>
                    <a:pt x="1852295" y="14097"/>
                  </a:lnTo>
                  <a:close/>
                </a:path>
                <a:path w="2207259" h="361950">
                  <a:moveTo>
                    <a:pt x="754888" y="82667"/>
                  </a:moveTo>
                  <a:lnTo>
                    <a:pt x="738251" y="82667"/>
                  </a:lnTo>
                  <a:lnTo>
                    <a:pt x="738362" y="113791"/>
                  </a:lnTo>
                  <a:lnTo>
                    <a:pt x="754888" y="146875"/>
                  </a:lnTo>
                  <a:lnTo>
                    <a:pt x="754888" y="82667"/>
                  </a:lnTo>
                  <a:close/>
                </a:path>
                <a:path w="2207259" h="361950">
                  <a:moveTo>
                    <a:pt x="1727056" y="87232"/>
                  </a:moveTo>
                  <a:lnTo>
                    <a:pt x="1726946" y="128596"/>
                  </a:lnTo>
                  <a:lnTo>
                    <a:pt x="1735963" y="146599"/>
                  </a:lnTo>
                  <a:lnTo>
                    <a:pt x="1735963" y="105013"/>
                  </a:lnTo>
                  <a:lnTo>
                    <a:pt x="1727056" y="87232"/>
                  </a:lnTo>
                  <a:close/>
                </a:path>
                <a:path w="2207259" h="361950">
                  <a:moveTo>
                    <a:pt x="693166" y="82667"/>
                  </a:moveTo>
                  <a:lnTo>
                    <a:pt x="690752" y="82667"/>
                  </a:lnTo>
                  <a:lnTo>
                    <a:pt x="690752" y="141731"/>
                  </a:lnTo>
                  <a:lnTo>
                    <a:pt x="693045" y="146317"/>
                  </a:lnTo>
                  <a:lnTo>
                    <a:pt x="693166" y="82667"/>
                  </a:lnTo>
                  <a:close/>
                </a:path>
                <a:path w="2207259" h="361950">
                  <a:moveTo>
                    <a:pt x="2125091" y="15264"/>
                  </a:moveTo>
                  <a:lnTo>
                    <a:pt x="2110740" y="15264"/>
                  </a:lnTo>
                  <a:lnTo>
                    <a:pt x="2110740" y="117662"/>
                  </a:lnTo>
                  <a:lnTo>
                    <a:pt x="2125091" y="146317"/>
                  </a:lnTo>
                  <a:lnTo>
                    <a:pt x="2125091" y="15264"/>
                  </a:lnTo>
                  <a:close/>
                </a:path>
                <a:path w="2207259" h="361950">
                  <a:moveTo>
                    <a:pt x="1691513" y="95565"/>
                  </a:moveTo>
                  <a:lnTo>
                    <a:pt x="1691513" y="138938"/>
                  </a:lnTo>
                  <a:lnTo>
                    <a:pt x="1694857" y="145627"/>
                  </a:lnTo>
                  <a:lnTo>
                    <a:pt x="1694815" y="102396"/>
                  </a:lnTo>
                  <a:lnTo>
                    <a:pt x="1694573" y="101691"/>
                  </a:lnTo>
                  <a:lnTo>
                    <a:pt x="1691513" y="95565"/>
                  </a:lnTo>
                  <a:close/>
                </a:path>
                <a:path w="2207259" h="361950">
                  <a:moveTo>
                    <a:pt x="2095587" y="127982"/>
                  </a:moveTo>
                  <a:lnTo>
                    <a:pt x="2095500" y="143845"/>
                  </a:lnTo>
                  <a:lnTo>
                    <a:pt x="2096389" y="145627"/>
                  </a:lnTo>
                  <a:lnTo>
                    <a:pt x="2096389" y="129589"/>
                  </a:lnTo>
                  <a:lnTo>
                    <a:pt x="2095587" y="127982"/>
                  </a:lnTo>
                  <a:close/>
                </a:path>
                <a:path w="2207259" h="361950">
                  <a:moveTo>
                    <a:pt x="1759058" y="83439"/>
                  </a:moveTo>
                  <a:lnTo>
                    <a:pt x="1758996" y="116334"/>
                  </a:lnTo>
                  <a:lnTo>
                    <a:pt x="1773427" y="145248"/>
                  </a:lnTo>
                  <a:lnTo>
                    <a:pt x="1773427" y="112252"/>
                  </a:lnTo>
                  <a:lnTo>
                    <a:pt x="1759058" y="83439"/>
                  </a:lnTo>
                  <a:close/>
                </a:path>
                <a:path w="2207259" h="361950">
                  <a:moveTo>
                    <a:pt x="136271" y="111760"/>
                  </a:moveTo>
                  <a:lnTo>
                    <a:pt x="121539" y="115570"/>
                  </a:lnTo>
                  <a:lnTo>
                    <a:pt x="136149" y="144918"/>
                  </a:lnTo>
                  <a:lnTo>
                    <a:pt x="136271" y="111760"/>
                  </a:lnTo>
                  <a:close/>
                </a:path>
                <a:path w="2207259" h="361950">
                  <a:moveTo>
                    <a:pt x="299720" y="89153"/>
                  </a:moveTo>
                  <a:lnTo>
                    <a:pt x="299678" y="133350"/>
                  </a:lnTo>
                  <a:lnTo>
                    <a:pt x="305487" y="144918"/>
                  </a:lnTo>
                  <a:lnTo>
                    <a:pt x="305435" y="102870"/>
                  </a:lnTo>
                  <a:lnTo>
                    <a:pt x="306577" y="102870"/>
                  </a:lnTo>
                  <a:lnTo>
                    <a:pt x="299720" y="89153"/>
                  </a:lnTo>
                  <a:close/>
                </a:path>
                <a:path w="2207259" h="361950">
                  <a:moveTo>
                    <a:pt x="2100371" y="113791"/>
                  </a:moveTo>
                  <a:lnTo>
                    <a:pt x="2100326" y="114150"/>
                  </a:lnTo>
                  <a:lnTo>
                    <a:pt x="2100225" y="123907"/>
                  </a:lnTo>
                  <a:lnTo>
                    <a:pt x="2110740" y="144918"/>
                  </a:lnTo>
                  <a:lnTo>
                    <a:pt x="2110740" y="134512"/>
                  </a:lnTo>
                  <a:lnTo>
                    <a:pt x="2100371" y="113791"/>
                  </a:lnTo>
                  <a:close/>
                </a:path>
                <a:path w="2207259" h="361950">
                  <a:moveTo>
                    <a:pt x="151765" y="107950"/>
                  </a:moveTo>
                  <a:lnTo>
                    <a:pt x="151765" y="142748"/>
                  </a:lnTo>
                  <a:lnTo>
                    <a:pt x="152653" y="144525"/>
                  </a:lnTo>
                  <a:lnTo>
                    <a:pt x="152653" y="143510"/>
                  </a:lnTo>
                  <a:lnTo>
                    <a:pt x="165481" y="143510"/>
                  </a:lnTo>
                  <a:lnTo>
                    <a:pt x="165481" y="138429"/>
                  </a:lnTo>
                  <a:lnTo>
                    <a:pt x="166988" y="138429"/>
                  </a:lnTo>
                  <a:lnTo>
                    <a:pt x="151765" y="107950"/>
                  </a:lnTo>
                  <a:close/>
                </a:path>
                <a:path w="2207259" h="361950">
                  <a:moveTo>
                    <a:pt x="1444498" y="62449"/>
                  </a:moveTo>
                  <a:lnTo>
                    <a:pt x="1444622" y="117662"/>
                  </a:lnTo>
                  <a:lnTo>
                    <a:pt x="1457833" y="144106"/>
                  </a:lnTo>
                  <a:lnTo>
                    <a:pt x="1457833" y="89153"/>
                  </a:lnTo>
                  <a:lnTo>
                    <a:pt x="1457348" y="88104"/>
                  </a:lnTo>
                  <a:lnTo>
                    <a:pt x="1444498" y="62449"/>
                  </a:lnTo>
                  <a:close/>
                </a:path>
                <a:path w="2207259" h="361950">
                  <a:moveTo>
                    <a:pt x="2093214" y="123224"/>
                  </a:moveTo>
                  <a:lnTo>
                    <a:pt x="2093214" y="139262"/>
                  </a:lnTo>
                  <a:lnTo>
                    <a:pt x="2095500" y="143845"/>
                  </a:lnTo>
                  <a:lnTo>
                    <a:pt x="2095500" y="127603"/>
                  </a:lnTo>
                  <a:lnTo>
                    <a:pt x="2095311" y="127428"/>
                  </a:lnTo>
                  <a:lnTo>
                    <a:pt x="2093214" y="123224"/>
                  </a:lnTo>
                  <a:close/>
                </a:path>
                <a:path w="2207259" h="361950">
                  <a:moveTo>
                    <a:pt x="1358011" y="58420"/>
                  </a:moveTo>
                  <a:lnTo>
                    <a:pt x="1355725" y="58420"/>
                  </a:lnTo>
                  <a:lnTo>
                    <a:pt x="1355725" y="101691"/>
                  </a:lnTo>
                  <a:lnTo>
                    <a:pt x="1376596" y="143510"/>
                  </a:lnTo>
                  <a:lnTo>
                    <a:pt x="1376552" y="95250"/>
                  </a:lnTo>
                  <a:lnTo>
                    <a:pt x="1376299" y="94995"/>
                  </a:lnTo>
                  <a:lnTo>
                    <a:pt x="1358011" y="58420"/>
                  </a:lnTo>
                  <a:close/>
                </a:path>
                <a:path w="2207259" h="361950">
                  <a:moveTo>
                    <a:pt x="1816481" y="102396"/>
                  </a:moveTo>
                  <a:lnTo>
                    <a:pt x="1816504" y="134512"/>
                  </a:lnTo>
                  <a:lnTo>
                    <a:pt x="1820999" y="143510"/>
                  </a:lnTo>
                  <a:lnTo>
                    <a:pt x="1820926" y="111264"/>
                  </a:lnTo>
                  <a:lnTo>
                    <a:pt x="1816481" y="102396"/>
                  </a:lnTo>
                  <a:close/>
                </a:path>
                <a:path w="2207259" h="361950">
                  <a:moveTo>
                    <a:pt x="2066417" y="104062"/>
                  </a:moveTo>
                  <a:lnTo>
                    <a:pt x="2066417" y="127603"/>
                  </a:lnTo>
                  <a:lnTo>
                    <a:pt x="2074363" y="143510"/>
                  </a:lnTo>
                  <a:lnTo>
                    <a:pt x="2074291" y="119797"/>
                  </a:lnTo>
                  <a:lnTo>
                    <a:pt x="2066417" y="104062"/>
                  </a:lnTo>
                  <a:close/>
                </a:path>
                <a:path w="2207259" h="361950">
                  <a:moveTo>
                    <a:pt x="2055202" y="105156"/>
                  </a:moveTo>
                  <a:lnTo>
                    <a:pt x="2055114" y="129320"/>
                  </a:lnTo>
                  <a:lnTo>
                    <a:pt x="2061972" y="143070"/>
                  </a:lnTo>
                  <a:lnTo>
                    <a:pt x="2061972" y="118518"/>
                  </a:lnTo>
                  <a:lnTo>
                    <a:pt x="2061718" y="118198"/>
                  </a:lnTo>
                  <a:lnTo>
                    <a:pt x="2055202" y="105156"/>
                  </a:lnTo>
                  <a:close/>
                </a:path>
                <a:path w="2207259" h="361950">
                  <a:moveTo>
                    <a:pt x="151765" y="107950"/>
                  </a:moveTo>
                  <a:lnTo>
                    <a:pt x="136271" y="111760"/>
                  </a:lnTo>
                  <a:lnTo>
                    <a:pt x="151765" y="142748"/>
                  </a:lnTo>
                  <a:lnTo>
                    <a:pt x="151765" y="107950"/>
                  </a:lnTo>
                  <a:close/>
                </a:path>
                <a:path w="2207259" h="361950">
                  <a:moveTo>
                    <a:pt x="219236" y="97858"/>
                  </a:moveTo>
                  <a:lnTo>
                    <a:pt x="219322" y="135585"/>
                  </a:lnTo>
                  <a:lnTo>
                    <a:pt x="222907" y="142748"/>
                  </a:lnTo>
                  <a:lnTo>
                    <a:pt x="223012" y="120650"/>
                  </a:lnTo>
                  <a:lnTo>
                    <a:pt x="230631" y="120650"/>
                  </a:lnTo>
                  <a:lnTo>
                    <a:pt x="219352" y="98091"/>
                  </a:lnTo>
                  <a:lnTo>
                    <a:pt x="219236" y="97858"/>
                  </a:lnTo>
                  <a:close/>
                </a:path>
                <a:path w="2207259" h="361950">
                  <a:moveTo>
                    <a:pt x="1983867" y="102396"/>
                  </a:moveTo>
                  <a:lnTo>
                    <a:pt x="1983576" y="102870"/>
                  </a:lnTo>
                  <a:lnTo>
                    <a:pt x="1975612" y="118785"/>
                  </a:lnTo>
                  <a:lnTo>
                    <a:pt x="1975612" y="142748"/>
                  </a:lnTo>
                  <a:lnTo>
                    <a:pt x="1975918" y="142346"/>
                  </a:lnTo>
                  <a:lnTo>
                    <a:pt x="1983832" y="126492"/>
                  </a:lnTo>
                  <a:lnTo>
                    <a:pt x="1983867" y="102396"/>
                  </a:lnTo>
                  <a:close/>
                </a:path>
                <a:path w="2207259" h="361950">
                  <a:moveTo>
                    <a:pt x="2044708" y="108458"/>
                  </a:moveTo>
                  <a:lnTo>
                    <a:pt x="2044723" y="134512"/>
                  </a:lnTo>
                  <a:lnTo>
                    <a:pt x="2048529" y="142131"/>
                  </a:lnTo>
                  <a:lnTo>
                    <a:pt x="2048637" y="116334"/>
                  </a:lnTo>
                  <a:lnTo>
                    <a:pt x="2044708" y="108458"/>
                  </a:lnTo>
                  <a:close/>
                </a:path>
                <a:path w="2207259" h="361950">
                  <a:moveTo>
                    <a:pt x="2080844" y="114463"/>
                  </a:moveTo>
                  <a:lnTo>
                    <a:pt x="2080768" y="132740"/>
                  </a:lnTo>
                  <a:lnTo>
                    <a:pt x="2085467" y="142131"/>
                  </a:lnTo>
                  <a:lnTo>
                    <a:pt x="2085467" y="123907"/>
                  </a:lnTo>
                  <a:lnTo>
                    <a:pt x="2085214" y="123224"/>
                  </a:lnTo>
                  <a:lnTo>
                    <a:pt x="2080970" y="114716"/>
                  </a:lnTo>
                  <a:lnTo>
                    <a:pt x="2080844" y="114463"/>
                  </a:lnTo>
                  <a:close/>
                </a:path>
                <a:path w="2207259" h="361950">
                  <a:moveTo>
                    <a:pt x="690752" y="82667"/>
                  </a:moveTo>
                  <a:lnTo>
                    <a:pt x="667003" y="82667"/>
                  </a:lnTo>
                  <a:lnTo>
                    <a:pt x="667094" y="94414"/>
                  </a:lnTo>
                  <a:lnTo>
                    <a:pt x="690676" y="141579"/>
                  </a:lnTo>
                  <a:lnTo>
                    <a:pt x="690752" y="82667"/>
                  </a:lnTo>
                  <a:close/>
                </a:path>
                <a:path w="2207259" h="361950">
                  <a:moveTo>
                    <a:pt x="1711166" y="97091"/>
                  </a:moveTo>
                  <a:lnTo>
                    <a:pt x="1711071" y="97365"/>
                  </a:lnTo>
                  <a:lnTo>
                    <a:pt x="1710969" y="134512"/>
                  </a:lnTo>
                  <a:lnTo>
                    <a:pt x="1714500" y="141579"/>
                  </a:lnTo>
                  <a:lnTo>
                    <a:pt x="1714500" y="103500"/>
                  </a:lnTo>
                  <a:lnTo>
                    <a:pt x="1714060" y="102870"/>
                  </a:lnTo>
                  <a:lnTo>
                    <a:pt x="1711166" y="97091"/>
                  </a:lnTo>
                  <a:close/>
                </a:path>
                <a:path w="2207259" h="361950">
                  <a:moveTo>
                    <a:pt x="184658" y="102870"/>
                  </a:moveTo>
                  <a:lnTo>
                    <a:pt x="151765" y="107950"/>
                  </a:lnTo>
                  <a:lnTo>
                    <a:pt x="168401" y="141259"/>
                  </a:lnTo>
                  <a:lnTo>
                    <a:pt x="168401" y="105501"/>
                  </a:lnTo>
                  <a:lnTo>
                    <a:pt x="184658" y="105501"/>
                  </a:lnTo>
                  <a:lnTo>
                    <a:pt x="184658" y="102870"/>
                  </a:lnTo>
                  <a:close/>
                </a:path>
                <a:path w="2207259" h="361950">
                  <a:moveTo>
                    <a:pt x="2027519" y="100075"/>
                  </a:moveTo>
                  <a:lnTo>
                    <a:pt x="2027602" y="127603"/>
                  </a:lnTo>
                  <a:lnTo>
                    <a:pt x="2034286" y="140970"/>
                  </a:lnTo>
                  <a:lnTo>
                    <a:pt x="2034286" y="113791"/>
                  </a:lnTo>
                  <a:lnTo>
                    <a:pt x="2033602" y="112252"/>
                  </a:lnTo>
                  <a:lnTo>
                    <a:pt x="2027646" y="100329"/>
                  </a:lnTo>
                  <a:lnTo>
                    <a:pt x="2027519" y="100075"/>
                  </a:lnTo>
                  <a:close/>
                </a:path>
                <a:path w="2207259" h="361950">
                  <a:moveTo>
                    <a:pt x="1635388" y="72080"/>
                  </a:moveTo>
                  <a:lnTo>
                    <a:pt x="1635378" y="118518"/>
                  </a:lnTo>
                  <a:lnTo>
                    <a:pt x="1646301" y="140400"/>
                  </a:lnTo>
                  <a:lnTo>
                    <a:pt x="1646301" y="93725"/>
                  </a:lnTo>
                  <a:lnTo>
                    <a:pt x="1645848" y="92964"/>
                  </a:lnTo>
                  <a:lnTo>
                    <a:pt x="1635388" y="72080"/>
                  </a:lnTo>
                  <a:close/>
                </a:path>
                <a:path w="2207259" h="361950">
                  <a:moveTo>
                    <a:pt x="1656587" y="69087"/>
                  </a:moveTo>
                  <a:lnTo>
                    <a:pt x="1656617" y="114463"/>
                  </a:lnTo>
                  <a:lnTo>
                    <a:pt x="1669415" y="140013"/>
                  </a:lnTo>
                  <a:lnTo>
                    <a:pt x="1669415" y="94742"/>
                  </a:lnTo>
                  <a:lnTo>
                    <a:pt x="1656587" y="69087"/>
                  </a:lnTo>
                  <a:close/>
                </a:path>
                <a:path w="2207259" h="361950">
                  <a:moveTo>
                    <a:pt x="2085468" y="107696"/>
                  </a:moveTo>
                  <a:lnTo>
                    <a:pt x="2085555" y="123907"/>
                  </a:lnTo>
                  <a:lnTo>
                    <a:pt x="2093214" y="139262"/>
                  </a:lnTo>
                  <a:lnTo>
                    <a:pt x="2093214" y="123224"/>
                  </a:lnTo>
                  <a:lnTo>
                    <a:pt x="2085595" y="107950"/>
                  </a:lnTo>
                  <a:lnTo>
                    <a:pt x="2085468" y="107696"/>
                  </a:lnTo>
                  <a:close/>
                </a:path>
                <a:path w="2207259" h="361950">
                  <a:moveTo>
                    <a:pt x="1591494" y="73812"/>
                  </a:moveTo>
                  <a:lnTo>
                    <a:pt x="1591437" y="121158"/>
                  </a:lnTo>
                  <a:lnTo>
                    <a:pt x="1600327" y="138938"/>
                  </a:lnTo>
                  <a:lnTo>
                    <a:pt x="1600453" y="91746"/>
                  </a:lnTo>
                  <a:lnTo>
                    <a:pt x="1591569" y="73961"/>
                  </a:lnTo>
                  <a:lnTo>
                    <a:pt x="1591494" y="73812"/>
                  </a:lnTo>
                  <a:close/>
                </a:path>
                <a:path w="2207259" h="361950">
                  <a:moveTo>
                    <a:pt x="1674622" y="61753"/>
                  </a:moveTo>
                  <a:lnTo>
                    <a:pt x="1674622" y="105156"/>
                  </a:lnTo>
                  <a:lnTo>
                    <a:pt x="1691386" y="138684"/>
                  </a:lnTo>
                  <a:lnTo>
                    <a:pt x="1691513" y="95565"/>
                  </a:lnTo>
                  <a:lnTo>
                    <a:pt x="1674622" y="61753"/>
                  </a:lnTo>
                  <a:close/>
                </a:path>
                <a:path w="2207259" h="361950">
                  <a:moveTo>
                    <a:pt x="239649" y="115570"/>
                  </a:moveTo>
                  <a:lnTo>
                    <a:pt x="238506" y="115570"/>
                  </a:lnTo>
                  <a:lnTo>
                    <a:pt x="238506" y="136398"/>
                  </a:lnTo>
                  <a:lnTo>
                    <a:pt x="239522" y="138429"/>
                  </a:lnTo>
                  <a:lnTo>
                    <a:pt x="239649" y="115570"/>
                  </a:lnTo>
                  <a:close/>
                </a:path>
                <a:path w="2207259" h="361950">
                  <a:moveTo>
                    <a:pt x="1798309" y="98091"/>
                  </a:moveTo>
                  <a:lnTo>
                    <a:pt x="1798193" y="130301"/>
                  </a:lnTo>
                  <a:lnTo>
                    <a:pt x="1802028" y="137972"/>
                  </a:lnTo>
                  <a:lnTo>
                    <a:pt x="1802130" y="138175"/>
                  </a:lnTo>
                  <a:lnTo>
                    <a:pt x="1802257" y="138429"/>
                  </a:lnTo>
                  <a:lnTo>
                    <a:pt x="1802384" y="106247"/>
                  </a:lnTo>
                  <a:lnTo>
                    <a:pt x="1798309" y="98091"/>
                  </a:lnTo>
                  <a:close/>
                </a:path>
                <a:path w="2207259" h="361950">
                  <a:moveTo>
                    <a:pt x="1927478" y="15264"/>
                  </a:moveTo>
                  <a:lnTo>
                    <a:pt x="1913382" y="15264"/>
                  </a:lnTo>
                  <a:lnTo>
                    <a:pt x="1913382" y="138175"/>
                  </a:lnTo>
                  <a:lnTo>
                    <a:pt x="1913558" y="137972"/>
                  </a:lnTo>
                  <a:lnTo>
                    <a:pt x="1923034" y="119037"/>
                  </a:lnTo>
                  <a:lnTo>
                    <a:pt x="1923034" y="16510"/>
                  </a:lnTo>
                  <a:lnTo>
                    <a:pt x="1927478" y="16510"/>
                  </a:lnTo>
                  <a:lnTo>
                    <a:pt x="1927478" y="15264"/>
                  </a:lnTo>
                  <a:close/>
                </a:path>
                <a:path w="2207259" h="361950">
                  <a:moveTo>
                    <a:pt x="184658" y="105501"/>
                  </a:moveTo>
                  <a:lnTo>
                    <a:pt x="168447" y="105501"/>
                  </a:lnTo>
                  <a:lnTo>
                    <a:pt x="184717" y="137972"/>
                  </a:lnTo>
                  <a:lnTo>
                    <a:pt x="184658" y="105501"/>
                  </a:lnTo>
                  <a:close/>
                </a:path>
                <a:path w="2207259" h="361950">
                  <a:moveTo>
                    <a:pt x="721487" y="82667"/>
                  </a:moveTo>
                  <a:lnTo>
                    <a:pt x="713867" y="82667"/>
                  </a:lnTo>
                  <a:lnTo>
                    <a:pt x="713927" y="122725"/>
                  </a:lnTo>
                  <a:lnTo>
                    <a:pt x="721566" y="137972"/>
                  </a:lnTo>
                  <a:lnTo>
                    <a:pt x="721487" y="82667"/>
                  </a:lnTo>
                  <a:close/>
                </a:path>
                <a:path w="2207259" h="361950">
                  <a:moveTo>
                    <a:pt x="1570482" y="79248"/>
                  </a:moveTo>
                  <a:lnTo>
                    <a:pt x="1570491" y="124205"/>
                  </a:lnTo>
                  <a:lnTo>
                    <a:pt x="1577356" y="137972"/>
                  </a:lnTo>
                  <a:lnTo>
                    <a:pt x="1577340" y="92710"/>
                  </a:lnTo>
                  <a:lnTo>
                    <a:pt x="1576865" y="92014"/>
                  </a:lnTo>
                  <a:lnTo>
                    <a:pt x="1570482" y="79248"/>
                  </a:lnTo>
                  <a:close/>
                </a:path>
                <a:path w="2207259" h="361950">
                  <a:moveTo>
                    <a:pt x="1780824" y="95565"/>
                  </a:moveTo>
                  <a:lnTo>
                    <a:pt x="1780909" y="127253"/>
                  </a:lnTo>
                  <a:lnTo>
                    <a:pt x="1786255" y="137972"/>
                  </a:lnTo>
                  <a:lnTo>
                    <a:pt x="1786255" y="106247"/>
                  </a:lnTo>
                  <a:lnTo>
                    <a:pt x="1785958" y="105833"/>
                  </a:lnTo>
                  <a:lnTo>
                    <a:pt x="1780824" y="95565"/>
                  </a:lnTo>
                  <a:close/>
                </a:path>
                <a:path w="2207259" h="361950">
                  <a:moveTo>
                    <a:pt x="1948561" y="106618"/>
                  </a:moveTo>
                  <a:lnTo>
                    <a:pt x="1948314" y="106997"/>
                  </a:lnTo>
                  <a:lnTo>
                    <a:pt x="1942128" y="119380"/>
                  </a:lnTo>
                  <a:lnTo>
                    <a:pt x="1941957" y="119797"/>
                  </a:lnTo>
                  <a:lnTo>
                    <a:pt x="1941957" y="137972"/>
                  </a:lnTo>
                  <a:lnTo>
                    <a:pt x="1942303" y="137482"/>
                  </a:lnTo>
                  <a:lnTo>
                    <a:pt x="1948561" y="124968"/>
                  </a:lnTo>
                  <a:lnTo>
                    <a:pt x="1948561" y="106618"/>
                  </a:lnTo>
                  <a:close/>
                </a:path>
                <a:path w="2207259" h="361950">
                  <a:moveTo>
                    <a:pt x="1614003" y="75691"/>
                  </a:moveTo>
                  <a:lnTo>
                    <a:pt x="1613916" y="75997"/>
                  </a:lnTo>
                  <a:lnTo>
                    <a:pt x="1613828" y="118518"/>
                  </a:lnTo>
                  <a:lnTo>
                    <a:pt x="1623187" y="137252"/>
                  </a:lnTo>
                  <a:lnTo>
                    <a:pt x="1623187" y="93866"/>
                  </a:lnTo>
                  <a:lnTo>
                    <a:pt x="1623004" y="93725"/>
                  </a:lnTo>
                  <a:lnTo>
                    <a:pt x="1614003" y="75691"/>
                  </a:lnTo>
                  <a:close/>
                </a:path>
                <a:path w="2207259" h="361950">
                  <a:moveTo>
                    <a:pt x="2096436" y="116334"/>
                  </a:moveTo>
                  <a:lnTo>
                    <a:pt x="2096389" y="129589"/>
                  </a:lnTo>
                  <a:lnTo>
                    <a:pt x="2100211" y="137252"/>
                  </a:lnTo>
                  <a:lnTo>
                    <a:pt x="2100326" y="123907"/>
                  </a:lnTo>
                  <a:lnTo>
                    <a:pt x="2099883" y="123224"/>
                  </a:lnTo>
                  <a:lnTo>
                    <a:pt x="2096436" y="116334"/>
                  </a:lnTo>
                  <a:close/>
                </a:path>
                <a:path w="2207259" h="361950">
                  <a:moveTo>
                    <a:pt x="201675" y="100329"/>
                  </a:moveTo>
                  <a:lnTo>
                    <a:pt x="184658" y="102870"/>
                  </a:lnTo>
                  <a:lnTo>
                    <a:pt x="201675" y="136870"/>
                  </a:lnTo>
                  <a:lnTo>
                    <a:pt x="201675" y="100329"/>
                  </a:lnTo>
                  <a:close/>
                </a:path>
                <a:path w="2207259" h="361950">
                  <a:moveTo>
                    <a:pt x="1927478" y="110155"/>
                  </a:moveTo>
                  <a:lnTo>
                    <a:pt x="1923160" y="118785"/>
                  </a:lnTo>
                  <a:lnTo>
                    <a:pt x="1923034" y="136870"/>
                  </a:lnTo>
                  <a:lnTo>
                    <a:pt x="1927478" y="127982"/>
                  </a:lnTo>
                  <a:lnTo>
                    <a:pt x="1927478" y="110155"/>
                  </a:lnTo>
                  <a:close/>
                </a:path>
                <a:path w="2207259" h="361950">
                  <a:moveTo>
                    <a:pt x="239649" y="97858"/>
                  </a:moveTo>
                  <a:lnTo>
                    <a:pt x="219236" y="97858"/>
                  </a:lnTo>
                  <a:lnTo>
                    <a:pt x="238506" y="136398"/>
                  </a:lnTo>
                  <a:lnTo>
                    <a:pt x="238506" y="115570"/>
                  </a:lnTo>
                  <a:lnTo>
                    <a:pt x="239649" y="115570"/>
                  </a:lnTo>
                  <a:lnTo>
                    <a:pt x="239649" y="97858"/>
                  </a:lnTo>
                  <a:close/>
                </a:path>
                <a:path w="2207259" h="361950">
                  <a:moveTo>
                    <a:pt x="1005332" y="76200"/>
                  </a:moveTo>
                  <a:lnTo>
                    <a:pt x="990219" y="76200"/>
                  </a:lnTo>
                  <a:lnTo>
                    <a:pt x="990272" y="106247"/>
                  </a:lnTo>
                  <a:lnTo>
                    <a:pt x="1005362" y="136398"/>
                  </a:lnTo>
                  <a:lnTo>
                    <a:pt x="1005332" y="76200"/>
                  </a:lnTo>
                  <a:close/>
                </a:path>
                <a:path w="2207259" h="361950">
                  <a:moveTo>
                    <a:pt x="318516" y="87883"/>
                  </a:moveTo>
                  <a:lnTo>
                    <a:pt x="318389" y="126492"/>
                  </a:lnTo>
                  <a:lnTo>
                    <a:pt x="323088" y="135890"/>
                  </a:lnTo>
                  <a:lnTo>
                    <a:pt x="323088" y="100329"/>
                  </a:lnTo>
                  <a:lnTo>
                    <a:pt x="324739" y="100329"/>
                  </a:lnTo>
                  <a:lnTo>
                    <a:pt x="318626" y="88104"/>
                  </a:lnTo>
                  <a:lnTo>
                    <a:pt x="318516" y="87883"/>
                  </a:lnTo>
                  <a:close/>
                </a:path>
                <a:path w="2207259" h="361950">
                  <a:moveTo>
                    <a:pt x="1036850" y="68625"/>
                  </a:moveTo>
                  <a:lnTo>
                    <a:pt x="1036835" y="132740"/>
                  </a:lnTo>
                  <a:lnTo>
                    <a:pt x="1038412" y="135890"/>
                  </a:lnTo>
                  <a:lnTo>
                    <a:pt x="1038478" y="73812"/>
                  </a:lnTo>
                  <a:lnTo>
                    <a:pt x="1039444" y="73812"/>
                  </a:lnTo>
                  <a:lnTo>
                    <a:pt x="1037081" y="69087"/>
                  </a:lnTo>
                  <a:lnTo>
                    <a:pt x="1036955" y="68834"/>
                  </a:lnTo>
                  <a:lnTo>
                    <a:pt x="1036850" y="68625"/>
                  </a:lnTo>
                  <a:close/>
                </a:path>
                <a:path w="2207259" h="361950">
                  <a:moveTo>
                    <a:pt x="239649" y="95250"/>
                  </a:moveTo>
                  <a:lnTo>
                    <a:pt x="218731" y="97858"/>
                  </a:lnTo>
                  <a:lnTo>
                    <a:pt x="201675" y="100329"/>
                  </a:lnTo>
                  <a:lnTo>
                    <a:pt x="219201" y="135345"/>
                  </a:lnTo>
                  <a:lnTo>
                    <a:pt x="219201" y="97858"/>
                  </a:lnTo>
                  <a:lnTo>
                    <a:pt x="239649" y="97858"/>
                  </a:lnTo>
                  <a:lnTo>
                    <a:pt x="239649" y="95250"/>
                  </a:lnTo>
                  <a:close/>
                </a:path>
                <a:path w="2207259" h="361950">
                  <a:moveTo>
                    <a:pt x="1824355" y="91440"/>
                  </a:moveTo>
                  <a:lnTo>
                    <a:pt x="1824402" y="118198"/>
                  </a:lnTo>
                  <a:lnTo>
                    <a:pt x="1832997" y="135345"/>
                  </a:lnTo>
                  <a:lnTo>
                    <a:pt x="1833118" y="108965"/>
                  </a:lnTo>
                  <a:lnTo>
                    <a:pt x="1824355" y="91440"/>
                  </a:lnTo>
                  <a:close/>
                </a:path>
                <a:path w="2207259" h="361950">
                  <a:moveTo>
                    <a:pt x="782320" y="81279"/>
                  </a:moveTo>
                  <a:lnTo>
                    <a:pt x="763016" y="81279"/>
                  </a:lnTo>
                  <a:lnTo>
                    <a:pt x="763016" y="96250"/>
                  </a:lnTo>
                  <a:lnTo>
                    <a:pt x="782320" y="134822"/>
                  </a:lnTo>
                  <a:lnTo>
                    <a:pt x="782320" y="81279"/>
                  </a:lnTo>
                  <a:close/>
                </a:path>
                <a:path w="2207259" h="361950">
                  <a:moveTo>
                    <a:pt x="1970786" y="104647"/>
                  </a:moveTo>
                  <a:lnTo>
                    <a:pt x="1967484" y="111264"/>
                  </a:lnTo>
                  <a:lnTo>
                    <a:pt x="1967484" y="134822"/>
                  </a:lnTo>
                  <a:lnTo>
                    <a:pt x="1967741" y="134512"/>
                  </a:lnTo>
                  <a:lnTo>
                    <a:pt x="1970702" y="128596"/>
                  </a:lnTo>
                  <a:lnTo>
                    <a:pt x="1970786" y="104647"/>
                  </a:lnTo>
                  <a:close/>
                </a:path>
                <a:path w="2207259" h="361950">
                  <a:moveTo>
                    <a:pt x="1694815" y="64445"/>
                  </a:moveTo>
                  <a:lnTo>
                    <a:pt x="1694925" y="102396"/>
                  </a:lnTo>
                  <a:lnTo>
                    <a:pt x="1710969" y="134512"/>
                  </a:lnTo>
                  <a:lnTo>
                    <a:pt x="1711071" y="96901"/>
                  </a:lnTo>
                  <a:lnTo>
                    <a:pt x="1694815" y="64445"/>
                  </a:lnTo>
                  <a:close/>
                </a:path>
                <a:path w="2207259" h="361950">
                  <a:moveTo>
                    <a:pt x="1810258" y="89982"/>
                  </a:moveTo>
                  <a:lnTo>
                    <a:pt x="1810362" y="122217"/>
                  </a:lnTo>
                  <a:lnTo>
                    <a:pt x="1816504" y="134512"/>
                  </a:lnTo>
                  <a:lnTo>
                    <a:pt x="1816481" y="102396"/>
                  </a:lnTo>
                  <a:lnTo>
                    <a:pt x="1810258" y="89982"/>
                  </a:lnTo>
                  <a:close/>
                </a:path>
                <a:path w="2207259" h="361950">
                  <a:moveTo>
                    <a:pt x="2040234" y="99488"/>
                  </a:moveTo>
                  <a:lnTo>
                    <a:pt x="2040139" y="125336"/>
                  </a:lnTo>
                  <a:lnTo>
                    <a:pt x="2044723" y="134512"/>
                  </a:lnTo>
                  <a:lnTo>
                    <a:pt x="2044700" y="108458"/>
                  </a:lnTo>
                  <a:lnTo>
                    <a:pt x="2040234" y="99488"/>
                  </a:lnTo>
                  <a:close/>
                </a:path>
                <a:path w="2207259" h="361950">
                  <a:moveTo>
                    <a:pt x="2100387" y="103500"/>
                  </a:moveTo>
                  <a:lnTo>
                    <a:pt x="2100371" y="113791"/>
                  </a:lnTo>
                  <a:lnTo>
                    <a:pt x="2110740" y="134512"/>
                  </a:lnTo>
                  <a:lnTo>
                    <a:pt x="2110740" y="124205"/>
                  </a:lnTo>
                  <a:lnTo>
                    <a:pt x="2100668" y="104062"/>
                  </a:lnTo>
                  <a:lnTo>
                    <a:pt x="2100580" y="103885"/>
                  </a:lnTo>
                  <a:lnTo>
                    <a:pt x="2100510" y="103747"/>
                  </a:lnTo>
                  <a:lnTo>
                    <a:pt x="2100387" y="103500"/>
                  </a:lnTo>
                  <a:close/>
                </a:path>
                <a:path w="2207259" h="361950">
                  <a:moveTo>
                    <a:pt x="1471800" y="68625"/>
                  </a:moveTo>
                  <a:lnTo>
                    <a:pt x="1471676" y="116708"/>
                  </a:lnTo>
                  <a:lnTo>
                    <a:pt x="1480312" y="133949"/>
                  </a:lnTo>
                  <a:lnTo>
                    <a:pt x="1480241" y="85537"/>
                  </a:lnTo>
                  <a:lnTo>
                    <a:pt x="1472031" y="69087"/>
                  </a:lnTo>
                  <a:lnTo>
                    <a:pt x="1471904" y="68834"/>
                  </a:lnTo>
                  <a:lnTo>
                    <a:pt x="1471800" y="68625"/>
                  </a:lnTo>
                  <a:close/>
                </a:path>
                <a:path w="2207259" h="361950">
                  <a:moveTo>
                    <a:pt x="278638" y="107950"/>
                  </a:moveTo>
                  <a:lnTo>
                    <a:pt x="271018" y="107950"/>
                  </a:lnTo>
                  <a:lnTo>
                    <a:pt x="271062" y="118198"/>
                  </a:lnTo>
                  <a:lnTo>
                    <a:pt x="278552" y="133178"/>
                  </a:lnTo>
                  <a:lnTo>
                    <a:pt x="278638" y="107950"/>
                  </a:lnTo>
                  <a:close/>
                </a:path>
                <a:path w="2207259" h="361950">
                  <a:moveTo>
                    <a:pt x="299593" y="105501"/>
                  </a:moveTo>
                  <a:lnTo>
                    <a:pt x="288671" y="105501"/>
                  </a:lnTo>
                  <a:lnTo>
                    <a:pt x="288671" y="111424"/>
                  </a:lnTo>
                  <a:lnTo>
                    <a:pt x="299593" y="133178"/>
                  </a:lnTo>
                  <a:lnTo>
                    <a:pt x="299593" y="105501"/>
                  </a:lnTo>
                  <a:close/>
                </a:path>
                <a:path w="2207259" h="361950">
                  <a:moveTo>
                    <a:pt x="355219" y="86360"/>
                  </a:moveTo>
                  <a:lnTo>
                    <a:pt x="337058" y="86360"/>
                  </a:lnTo>
                  <a:lnTo>
                    <a:pt x="337058" y="124968"/>
                  </a:lnTo>
                  <a:lnTo>
                    <a:pt x="341163" y="133178"/>
                  </a:lnTo>
                  <a:lnTo>
                    <a:pt x="341122" y="97858"/>
                  </a:lnTo>
                  <a:lnTo>
                    <a:pt x="355219" y="97858"/>
                  </a:lnTo>
                  <a:lnTo>
                    <a:pt x="355219" y="86360"/>
                  </a:lnTo>
                  <a:close/>
                </a:path>
                <a:path w="2207259" h="361950">
                  <a:moveTo>
                    <a:pt x="258318" y="111760"/>
                  </a:moveTo>
                  <a:lnTo>
                    <a:pt x="254381" y="111760"/>
                  </a:lnTo>
                  <a:lnTo>
                    <a:pt x="254492" y="124968"/>
                  </a:lnTo>
                  <a:lnTo>
                    <a:pt x="258375" y="132740"/>
                  </a:lnTo>
                  <a:lnTo>
                    <a:pt x="258318" y="111760"/>
                  </a:lnTo>
                  <a:close/>
                </a:path>
                <a:path w="2207259" h="361950">
                  <a:moveTo>
                    <a:pt x="1036827" y="74982"/>
                  </a:moveTo>
                  <a:lnTo>
                    <a:pt x="1014476" y="74982"/>
                  </a:lnTo>
                  <a:lnTo>
                    <a:pt x="1014476" y="88104"/>
                  </a:lnTo>
                  <a:lnTo>
                    <a:pt x="1036835" y="132740"/>
                  </a:lnTo>
                  <a:lnTo>
                    <a:pt x="1036827" y="74982"/>
                  </a:lnTo>
                  <a:close/>
                </a:path>
                <a:path w="2207259" h="361950">
                  <a:moveTo>
                    <a:pt x="1961007" y="100329"/>
                  </a:moveTo>
                  <a:lnTo>
                    <a:pt x="1960661" y="100766"/>
                  </a:lnTo>
                  <a:lnTo>
                    <a:pt x="1956816" y="108458"/>
                  </a:lnTo>
                  <a:lnTo>
                    <a:pt x="1956816" y="132740"/>
                  </a:lnTo>
                  <a:lnTo>
                    <a:pt x="1957238" y="131742"/>
                  </a:lnTo>
                  <a:lnTo>
                    <a:pt x="1960880" y="124460"/>
                  </a:lnTo>
                  <a:lnTo>
                    <a:pt x="1961007" y="100329"/>
                  </a:lnTo>
                  <a:close/>
                </a:path>
                <a:path w="2207259" h="361950">
                  <a:moveTo>
                    <a:pt x="2074373" y="101489"/>
                  </a:moveTo>
                  <a:lnTo>
                    <a:pt x="2074291" y="119797"/>
                  </a:lnTo>
                  <a:lnTo>
                    <a:pt x="2080768" y="132740"/>
                  </a:lnTo>
                  <a:lnTo>
                    <a:pt x="2080768" y="114150"/>
                  </a:lnTo>
                  <a:lnTo>
                    <a:pt x="2080509" y="113791"/>
                  </a:lnTo>
                  <a:lnTo>
                    <a:pt x="2074474" y="101691"/>
                  </a:lnTo>
                  <a:lnTo>
                    <a:pt x="2074373" y="101489"/>
                  </a:lnTo>
                  <a:close/>
                </a:path>
                <a:path w="2207259" h="361950">
                  <a:moveTo>
                    <a:pt x="1495171" y="69087"/>
                  </a:moveTo>
                  <a:lnTo>
                    <a:pt x="1495231" y="115570"/>
                  </a:lnTo>
                  <a:lnTo>
                    <a:pt x="1503140" y="131416"/>
                  </a:lnTo>
                  <a:lnTo>
                    <a:pt x="1503218" y="131571"/>
                  </a:lnTo>
                  <a:lnTo>
                    <a:pt x="1503172" y="85089"/>
                  </a:lnTo>
                  <a:lnTo>
                    <a:pt x="1495171" y="69087"/>
                  </a:lnTo>
                  <a:close/>
                </a:path>
                <a:path w="2207259" h="361950">
                  <a:moveTo>
                    <a:pt x="1548072" y="79248"/>
                  </a:moveTo>
                  <a:lnTo>
                    <a:pt x="1548090" y="127603"/>
                  </a:lnTo>
                  <a:lnTo>
                    <a:pt x="1549998" y="131416"/>
                  </a:lnTo>
                  <a:lnTo>
                    <a:pt x="1550076" y="131571"/>
                  </a:lnTo>
                  <a:lnTo>
                    <a:pt x="1550162" y="83241"/>
                  </a:lnTo>
                  <a:lnTo>
                    <a:pt x="1549777" y="82667"/>
                  </a:lnTo>
                  <a:lnTo>
                    <a:pt x="1548072" y="79248"/>
                  </a:lnTo>
                  <a:close/>
                </a:path>
                <a:path w="2207259" h="361950">
                  <a:moveTo>
                    <a:pt x="1068324" y="72389"/>
                  </a:moveTo>
                  <a:lnTo>
                    <a:pt x="1062609" y="72389"/>
                  </a:lnTo>
                  <a:lnTo>
                    <a:pt x="1062609" y="120142"/>
                  </a:lnTo>
                  <a:lnTo>
                    <a:pt x="1068246" y="131416"/>
                  </a:lnTo>
                  <a:lnTo>
                    <a:pt x="1068324" y="72389"/>
                  </a:lnTo>
                  <a:close/>
                </a:path>
                <a:path w="2207259" h="361950">
                  <a:moveTo>
                    <a:pt x="1518450" y="68375"/>
                  </a:moveTo>
                  <a:lnTo>
                    <a:pt x="1518412" y="115570"/>
                  </a:lnTo>
                  <a:lnTo>
                    <a:pt x="1526335" y="131416"/>
                  </a:lnTo>
                  <a:lnTo>
                    <a:pt x="1526286" y="83820"/>
                  </a:lnTo>
                  <a:lnTo>
                    <a:pt x="1525988" y="83439"/>
                  </a:lnTo>
                  <a:lnTo>
                    <a:pt x="1518679" y="68834"/>
                  </a:lnTo>
                  <a:lnTo>
                    <a:pt x="1518575" y="68625"/>
                  </a:lnTo>
                  <a:lnTo>
                    <a:pt x="1518450" y="68375"/>
                  </a:lnTo>
                  <a:close/>
                </a:path>
                <a:path w="2207259" h="361950">
                  <a:moveTo>
                    <a:pt x="1941957" y="99099"/>
                  </a:moveTo>
                  <a:lnTo>
                    <a:pt x="1936115" y="110754"/>
                  </a:lnTo>
                  <a:lnTo>
                    <a:pt x="1936115" y="131416"/>
                  </a:lnTo>
                  <a:lnTo>
                    <a:pt x="1941919" y="119797"/>
                  </a:lnTo>
                  <a:lnTo>
                    <a:pt x="1941957" y="99099"/>
                  </a:lnTo>
                  <a:close/>
                </a:path>
                <a:path w="2207259" h="361950">
                  <a:moveTo>
                    <a:pt x="1786255" y="73961"/>
                  </a:moveTo>
                  <a:lnTo>
                    <a:pt x="1786165" y="106247"/>
                  </a:lnTo>
                  <a:lnTo>
                    <a:pt x="1798193" y="130301"/>
                  </a:lnTo>
                  <a:lnTo>
                    <a:pt x="1798193" y="97858"/>
                  </a:lnTo>
                  <a:lnTo>
                    <a:pt x="1786255" y="73961"/>
                  </a:lnTo>
                  <a:close/>
                </a:path>
                <a:path w="2207259" h="361950">
                  <a:moveTo>
                    <a:pt x="2095626" y="114716"/>
                  </a:moveTo>
                  <a:lnTo>
                    <a:pt x="2095500" y="115570"/>
                  </a:lnTo>
                  <a:lnTo>
                    <a:pt x="2095398" y="127603"/>
                  </a:lnTo>
                  <a:lnTo>
                    <a:pt x="2096389" y="129589"/>
                  </a:lnTo>
                  <a:lnTo>
                    <a:pt x="2096389" y="116334"/>
                  </a:lnTo>
                  <a:lnTo>
                    <a:pt x="2096053" y="115570"/>
                  </a:lnTo>
                  <a:lnTo>
                    <a:pt x="2095626" y="114716"/>
                  </a:lnTo>
                  <a:close/>
                </a:path>
                <a:path w="2207259" h="361950">
                  <a:moveTo>
                    <a:pt x="2052370" y="99488"/>
                  </a:moveTo>
                  <a:lnTo>
                    <a:pt x="2052414" y="123907"/>
                  </a:lnTo>
                  <a:lnTo>
                    <a:pt x="2055114" y="129320"/>
                  </a:lnTo>
                  <a:lnTo>
                    <a:pt x="2055114" y="105013"/>
                  </a:lnTo>
                  <a:lnTo>
                    <a:pt x="2052370" y="99488"/>
                  </a:lnTo>
                  <a:close/>
                </a:path>
                <a:path w="2207259" h="361950">
                  <a:moveTo>
                    <a:pt x="1843151" y="22860"/>
                  </a:moveTo>
                  <a:lnTo>
                    <a:pt x="1841753" y="22860"/>
                  </a:lnTo>
                  <a:lnTo>
                    <a:pt x="1841753" y="126237"/>
                  </a:lnTo>
                  <a:lnTo>
                    <a:pt x="1843151" y="129031"/>
                  </a:lnTo>
                  <a:lnTo>
                    <a:pt x="1843151" y="22860"/>
                  </a:lnTo>
                  <a:close/>
                </a:path>
                <a:path w="2207259" h="361950">
                  <a:moveTo>
                    <a:pt x="1714534" y="62229"/>
                  </a:moveTo>
                  <a:lnTo>
                    <a:pt x="1714657" y="104062"/>
                  </a:lnTo>
                  <a:lnTo>
                    <a:pt x="1726862" y="128429"/>
                  </a:lnTo>
                  <a:lnTo>
                    <a:pt x="1726946" y="87232"/>
                  </a:lnTo>
                  <a:lnTo>
                    <a:pt x="1726619" y="86360"/>
                  </a:lnTo>
                  <a:lnTo>
                    <a:pt x="1714644" y="62449"/>
                  </a:lnTo>
                  <a:lnTo>
                    <a:pt x="1714534" y="62229"/>
                  </a:lnTo>
                  <a:close/>
                </a:path>
                <a:path w="2207259" h="361950">
                  <a:moveTo>
                    <a:pt x="1975612" y="95250"/>
                  </a:moveTo>
                  <a:lnTo>
                    <a:pt x="1975327" y="95565"/>
                  </a:lnTo>
                  <a:lnTo>
                    <a:pt x="1971359" y="103500"/>
                  </a:lnTo>
                  <a:lnTo>
                    <a:pt x="1971236" y="103747"/>
                  </a:lnTo>
                  <a:lnTo>
                    <a:pt x="1971167" y="103885"/>
                  </a:lnTo>
                  <a:lnTo>
                    <a:pt x="1971078" y="104062"/>
                  </a:lnTo>
                  <a:lnTo>
                    <a:pt x="1970786" y="104394"/>
                  </a:lnTo>
                  <a:lnTo>
                    <a:pt x="1970786" y="128429"/>
                  </a:lnTo>
                  <a:lnTo>
                    <a:pt x="1975485" y="119037"/>
                  </a:lnTo>
                  <a:lnTo>
                    <a:pt x="1975612" y="95250"/>
                  </a:lnTo>
                  <a:close/>
                </a:path>
                <a:path w="2207259" h="361950">
                  <a:moveTo>
                    <a:pt x="1099185" y="72389"/>
                  </a:moveTo>
                  <a:lnTo>
                    <a:pt x="1085723" y="72389"/>
                  </a:lnTo>
                  <a:lnTo>
                    <a:pt x="1085723" y="100901"/>
                  </a:lnTo>
                  <a:lnTo>
                    <a:pt x="1099238" y="127982"/>
                  </a:lnTo>
                  <a:lnTo>
                    <a:pt x="1099185" y="72389"/>
                  </a:lnTo>
                  <a:close/>
                </a:path>
                <a:path w="2207259" h="361950">
                  <a:moveTo>
                    <a:pt x="1936115" y="92964"/>
                  </a:moveTo>
                  <a:lnTo>
                    <a:pt x="1935700" y="93725"/>
                  </a:lnTo>
                  <a:lnTo>
                    <a:pt x="1927675" y="109762"/>
                  </a:lnTo>
                  <a:lnTo>
                    <a:pt x="1927478" y="109981"/>
                  </a:lnTo>
                  <a:lnTo>
                    <a:pt x="1927478" y="127982"/>
                  </a:lnTo>
                  <a:lnTo>
                    <a:pt x="1936115" y="110754"/>
                  </a:lnTo>
                  <a:lnTo>
                    <a:pt x="1936115" y="92964"/>
                  </a:lnTo>
                  <a:close/>
                </a:path>
                <a:path w="2207259" h="361950">
                  <a:moveTo>
                    <a:pt x="2093257" y="109981"/>
                  </a:moveTo>
                  <a:lnTo>
                    <a:pt x="2093214" y="123224"/>
                  </a:lnTo>
                  <a:lnTo>
                    <a:pt x="2095108" y="127022"/>
                  </a:lnTo>
                  <a:lnTo>
                    <a:pt x="2095224" y="127253"/>
                  </a:lnTo>
                  <a:lnTo>
                    <a:pt x="2095311" y="127428"/>
                  </a:lnTo>
                  <a:lnTo>
                    <a:pt x="2095398" y="127603"/>
                  </a:lnTo>
                  <a:lnTo>
                    <a:pt x="2095500" y="114309"/>
                  </a:lnTo>
                  <a:lnTo>
                    <a:pt x="2095343" y="114150"/>
                  </a:lnTo>
                  <a:lnTo>
                    <a:pt x="2093343" y="110155"/>
                  </a:lnTo>
                  <a:lnTo>
                    <a:pt x="2093257" y="109981"/>
                  </a:lnTo>
                  <a:close/>
                </a:path>
                <a:path w="2207259" h="361950">
                  <a:moveTo>
                    <a:pt x="853567" y="76200"/>
                  </a:moveTo>
                  <a:lnTo>
                    <a:pt x="853567" y="122725"/>
                  </a:lnTo>
                  <a:lnTo>
                    <a:pt x="855713" y="127022"/>
                  </a:lnTo>
                  <a:lnTo>
                    <a:pt x="855829" y="127253"/>
                  </a:lnTo>
                  <a:lnTo>
                    <a:pt x="855916" y="127428"/>
                  </a:lnTo>
                  <a:lnTo>
                    <a:pt x="855980" y="80771"/>
                  </a:lnTo>
                  <a:lnTo>
                    <a:pt x="855728" y="80518"/>
                  </a:lnTo>
                  <a:lnTo>
                    <a:pt x="853567" y="76200"/>
                  </a:lnTo>
                  <a:close/>
                </a:path>
                <a:path w="2207259" h="361950">
                  <a:moveTo>
                    <a:pt x="2062007" y="95250"/>
                  </a:moveTo>
                  <a:lnTo>
                    <a:pt x="2061972" y="95565"/>
                  </a:lnTo>
                  <a:lnTo>
                    <a:pt x="2061877" y="118518"/>
                  </a:lnTo>
                  <a:lnTo>
                    <a:pt x="2066126" y="127022"/>
                  </a:lnTo>
                  <a:lnTo>
                    <a:pt x="2066242" y="127253"/>
                  </a:lnTo>
                  <a:lnTo>
                    <a:pt x="2066329" y="127428"/>
                  </a:lnTo>
                  <a:lnTo>
                    <a:pt x="2066417" y="103885"/>
                  </a:lnTo>
                  <a:lnTo>
                    <a:pt x="2066259" y="103747"/>
                  </a:lnTo>
                  <a:lnTo>
                    <a:pt x="2062007" y="95250"/>
                  </a:lnTo>
                  <a:close/>
                </a:path>
                <a:path w="2207259" h="361950">
                  <a:moveTo>
                    <a:pt x="1526286" y="35560"/>
                  </a:moveTo>
                  <a:lnTo>
                    <a:pt x="1526179" y="83820"/>
                  </a:lnTo>
                  <a:lnTo>
                    <a:pt x="1547799" y="127022"/>
                  </a:lnTo>
                  <a:lnTo>
                    <a:pt x="1547915" y="127253"/>
                  </a:lnTo>
                  <a:lnTo>
                    <a:pt x="1548002" y="79109"/>
                  </a:lnTo>
                  <a:lnTo>
                    <a:pt x="1526286" y="35560"/>
                  </a:lnTo>
                  <a:close/>
                </a:path>
                <a:path w="2207259" h="361950">
                  <a:moveTo>
                    <a:pt x="1773552" y="81021"/>
                  </a:moveTo>
                  <a:lnTo>
                    <a:pt x="1773427" y="112252"/>
                  </a:lnTo>
                  <a:lnTo>
                    <a:pt x="1780794" y="127022"/>
                  </a:lnTo>
                  <a:lnTo>
                    <a:pt x="1780794" y="95250"/>
                  </a:lnTo>
                  <a:lnTo>
                    <a:pt x="1780540" y="94995"/>
                  </a:lnTo>
                  <a:lnTo>
                    <a:pt x="1773552" y="81021"/>
                  </a:lnTo>
                  <a:close/>
                </a:path>
                <a:path w="2207259" h="361950">
                  <a:moveTo>
                    <a:pt x="2027031" y="99099"/>
                  </a:moveTo>
                  <a:lnTo>
                    <a:pt x="2026920" y="126237"/>
                  </a:lnTo>
                  <a:lnTo>
                    <a:pt x="2027312" y="127022"/>
                  </a:lnTo>
                  <a:lnTo>
                    <a:pt x="2027427" y="99893"/>
                  </a:lnTo>
                  <a:lnTo>
                    <a:pt x="2027031" y="99099"/>
                  </a:lnTo>
                  <a:close/>
                </a:path>
                <a:path w="2207259" h="361950">
                  <a:moveTo>
                    <a:pt x="317811" y="125336"/>
                  </a:moveTo>
                  <a:lnTo>
                    <a:pt x="318389" y="126492"/>
                  </a:lnTo>
                  <a:lnTo>
                    <a:pt x="318389" y="126237"/>
                  </a:lnTo>
                  <a:lnTo>
                    <a:pt x="317811" y="125336"/>
                  </a:lnTo>
                  <a:close/>
                </a:path>
                <a:path w="2207259" h="361950">
                  <a:moveTo>
                    <a:pt x="318389" y="87629"/>
                  </a:moveTo>
                  <a:lnTo>
                    <a:pt x="295833" y="89153"/>
                  </a:lnTo>
                  <a:lnTo>
                    <a:pt x="299720" y="89153"/>
                  </a:lnTo>
                  <a:lnTo>
                    <a:pt x="318262" y="126237"/>
                  </a:lnTo>
                  <a:lnTo>
                    <a:pt x="318389" y="87629"/>
                  </a:lnTo>
                  <a:close/>
                </a:path>
                <a:path w="2207259" h="361950">
                  <a:moveTo>
                    <a:pt x="1157859" y="69850"/>
                  </a:moveTo>
                  <a:lnTo>
                    <a:pt x="1143381" y="69850"/>
                  </a:lnTo>
                  <a:lnTo>
                    <a:pt x="1143301" y="97091"/>
                  </a:lnTo>
                  <a:lnTo>
                    <a:pt x="1157887" y="126237"/>
                  </a:lnTo>
                  <a:lnTo>
                    <a:pt x="1157859" y="69850"/>
                  </a:lnTo>
                  <a:close/>
                </a:path>
                <a:path w="2207259" h="361950">
                  <a:moveTo>
                    <a:pt x="1843151" y="14097"/>
                  </a:moveTo>
                  <a:lnTo>
                    <a:pt x="1833118" y="14097"/>
                  </a:lnTo>
                  <a:lnTo>
                    <a:pt x="1833118" y="108965"/>
                  </a:lnTo>
                  <a:lnTo>
                    <a:pt x="1841754" y="126237"/>
                  </a:lnTo>
                  <a:lnTo>
                    <a:pt x="1841753" y="22860"/>
                  </a:lnTo>
                  <a:lnTo>
                    <a:pt x="1843151" y="22860"/>
                  </a:lnTo>
                  <a:lnTo>
                    <a:pt x="1843151" y="14097"/>
                  </a:lnTo>
                  <a:close/>
                </a:path>
                <a:path w="2207259" h="361950">
                  <a:moveTo>
                    <a:pt x="1984628" y="100901"/>
                  </a:moveTo>
                  <a:lnTo>
                    <a:pt x="1984350" y="101323"/>
                  </a:lnTo>
                  <a:lnTo>
                    <a:pt x="1983867" y="102396"/>
                  </a:lnTo>
                  <a:lnTo>
                    <a:pt x="1983867" y="126237"/>
                  </a:lnTo>
                  <a:lnTo>
                    <a:pt x="1984409" y="125336"/>
                  </a:lnTo>
                  <a:lnTo>
                    <a:pt x="1984593" y="124968"/>
                  </a:lnTo>
                  <a:lnTo>
                    <a:pt x="1984628" y="100901"/>
                  </a:lnTo>
                  <a:close/>
                </a:path>
                <a:path w="2207259" h="361950">
                  <a:moveTo>
                    <a:pt x="2018822" y="82667"/>
                  </a:moveTo>
                  <a:lnTo>
                    <a:pt x="2018878" y="110155"/>
                  </a:lnTo>
                  <a:lnTo>
                    <a:pt x="2026920" y="126237"/>
                  </a:lnTo>
                  <a:lnTo>
                    <a:pt x="2026920" y="98876"/>
                  </a:lnTo>
                  <a:lnTo>
                    <a:pt x="2018822" y="82667"/>
                  </a:lnTo>
                  <a:close/>
                </a:path>
                <a:path w="2207259" h="361950">
                  <a:moveTo>
                    <a:pt x="1189355" y="68625"/>
                  </a:moveTo>
                  <a:lnTo>
                    <a:pt x="1175258" y="68625"/>
                  </a:lnTo>
                  <a:lnTo>
                    <a:pt x="1175258" y="97091"/>
                  </a:lnTo>
                  <a:lnTo>
                    <a:pt x="1189355" y="125336"/>
                  </a:lnTo>
                  <a:lnTo>
                    <a:pt x="1189355" y="68625"/>
                  </a:lnTo>
                  <a:close/>
                </a:path>
                <a:path w="2207259" h="361950">
                  <a:moveTo>
                    <a:pt x="2039421" y="97858"/>
                  </a:moveTo>
                  <a:lnTo>
                    <a:pt x="2039425" y="123907"/>
                  </a:lnTo>
                  <a:lnTo>
                    <a:pt x="2040139" y="125336"/>
                  </a:lnTo>
                  <a:lnTo>
                    <a:pt x="2040127" y="99099"/>
                  </a:lnTo>
                  <a:lnTo>
                    <a:pt x="2039929" y="98876"/>
                  </a:lnTo>
                  <a:lnTo>
                    <a:pt x="2039537" y="98091"/>
                  </a:lnTo>
                  <a:lnTo>
                    <a:pt x="2039421" y="97858"/>
                  </a:lnTo>
                  <a:close/>
                </a:path>
                <a:path w="2207259" h="361950">
                  <a:moveTo>
                    <a:pt x="830326" y="81279"/>
                  </a:moveTo>
                  <a:lnTo>
                    <a:pt x="827405" y="81279"/>
                  </a:lnTo>
                  <a:lnTo>
                    <a:pt x="827405" y="119380"/>
                  </a:lnTo>
                  <a:lnTo>
                    <a:pt x="830087" y="124744"/>
                  </a:lnTo>
                  <a:lnTo>
                    <a:pt x="830199" y="124968"/>
                  </a:lnTo>
                  <a:lnTo>
                    <a:pt x="830326" y="81279"/>
                  </a:lnTo>
                  <a:close/>
                </a:path>
                <a:path w="2207259" h="361950">
                  <a:moveTo>
                    <a:pt x="258318" y="92710"/>
                  </a:moveTo>
                  <a:lnTo>
                    <a:pt x="239649" y="95250"/>
                  </a:lnTo>
                  <a:lnTo>
                    <a:pt x="254381" y="124744"/>
                  </a:lnTo>
                  <a:lnTo>
                    <a:pt x="254381" y="111760"/>
                  </a:lnTo>
                  <a:lnTo>
                    <a:pt x="258318" y="111760"/>
                  </a:lnTo>
                  <a:lnTo>
                    <a:pt x="258318" y="92710"/>
                  </a:lnTo>
                  <a:close/>
                </a:path>
                <a:path w="2207259" h="361950">
                  <a:moveTo>
                    <a:pt x="337058" y="86360"/>
                  </a:moveTo>
                  <a:lnTo>
                    <a:pt x="318389" y="87629"/>
                  </a:lnTo>
                  <a:lnTo>
                    <a:pt x="336946" y="124744"/>
                  </a:lnTo>
                  <a:lnTo>
                    <a:pt x="337058" y="86360"/>
                  </a:lnTo>
                  <a:close/>
                </a:path>
                <a:path w="2207259" h="361950">
                  <a:moveTo>
                    <a:pt x="1956816" y="89982"/>
                  </a:moveTo>
                  <a:lnTo>
                    <a:pt x="1948688" y="106247"/>
                  </a:lnTo>
                  <a:lnTo>
                    <a:pt x="1948561" y="106618"/>
                  </a:lnTo>
                  <a:lnTo>
                    <a:pt x="1948561" y="124744"/>
                  </a:lnTo>
                  <a:lnTo>
                    <a:pt x="1948815" y="124460"/>
                  </a:lnTo>
                  <a:lnTo>
                    <a:pt x="1956816" y="108458"/>
                  </a:lnTo>
                  <a:lnTo>
                    <a:pt x="1956816" y="89982"/>
                  </a:lnTo>
                  <a:close/>
                </a:path>
                <a:path w="2207259" h="361950">
                  <a:moveTo>
                    <a:pt x="1994789" y="80518"/>
                  </a:moveTo>
                  <a:lnTo>
                    <a:pt x="1994634" y="80771"/>
                  </a:lnTo>
                  <a:lnTo>
                    <a:pt x="1984628" y="100766"/>
                  </a:lnTo>
                  <a:lnTo>
                    <a:pt x="1984628" y="124744"/>
                  </a:lnTo>
                  <a:lnTo>
                    <a:pt x="1984847" y="124460"/>
                  </a:lnTo>
                  <a:lnTo>
                    <a:pt x="1994736" y="104647"/>
                  </a:lnTo>
                  <a:lnTo>
                    <a:pt x="1994789" y="80518"/>
                  </a:lnTo>
                  <a:close/>
                </a:path>
                <a:path w="2207259" h="361950">
                  <a:moveTo>
                    <a:pt x="1553097" y="44478"/>
                  </a:moveTo>
                  <a:lnTo>
                    <a:pt x="1550162" y="44478"/>
                  </a:lnTo>
                  <a:lnTo>
                    <a:pt x="1550162" y="83439"/>
                  </a:lnTo>
                  <a:lnTo>
                    <a:pt x="1570491" y="124205"/>
                  </a:lnTo>
                  <a:lnTo>
                    <a:pt x="1570412" y="79109"/>
                  </a:lnTo>
                  <a:lnTo>
                    <a:pt x="1553097" y="44478"/>
                  </a:lnTo>
                  <a:close/>
                </a:path>
                <a:path w="2207259" h="361950">
                  <a:moveTo>
                    <a:pt x="1967484" y="87232"/>
                  </a:moveTo>
                  <a:lnTo>
                    <a:pt x="1967230" y="87629"/>
                  </a:lnTo>
                  <a:lnTo>
                    <a:pt x="1961098" y="99893"/>
                  </a:lnTo>
                  <a:lnTo>
                    <a:pt x="1961007" y="124205"/>
                  </a:lnTo>
                  <a:lnTo>
                    <a:pt x="1967397" y="111424"/>
                  </a:lnTo>
                  <a:lnTo>
                    <a:pt x="1967484" y="87232"/>
                  </a:lnTo>
                  <a:close/>
                </a:path>
                <a:path w="2207259" h="361950">
                  <a:moveTo>
                    <a:pt x="2100437" y="97091"/>
                  </a:moveTo>
                  <a:lnTo>
                    <a:pt x="2100510" y="103747"/>
                  </a:lnTo>
                  <a:lnTo>
                    <a:pt x="2110740" y="124205"/>
                  </a:lnTo>
                  <a:lnTo>
                    <a:pt x="2110740" y="117413"/>
                  </a:lnTo>
                  <a:lnTo>
                    <a:pt x="2110262" y="116708"/>
                  </a:lnTo>
                  <a:lnTo>
                    <a:pt x="2100437" y="97091"/>
                  </a:lnTo>
                  <a:close/>
                </a:path>
                <a:path w="2207259" h="361950">
                  <a:moveTo>
                    <a:pt x="877443" y="80010"/>
                  </a:moveTo>
                  <a:lnTo>
                    <a:pt x="855980" y="80010"/>
                  </a:lnTo>
                  <a:lnTo>
                    <a:pt x="855980" y="81021"/>
                  </a:lnTo>
                  <a:lnTo>
                    <a:pt x="877443" y="123907"/>
                  </a:lnTo>
                  <a:lnTo>
                    <a:pt x="877443" y="80010"/>
                  </a:lnTo>
                  <a:close/>
                </a:path>
                <a:path w="2207259" h="361950">
                  <a:moveTo>
                    <a:pt x="2034319" y="87629"/>
                  </a:moveTo>
                  <a:lnTo>
                    <a:pt x="2034371" y="113791"/>
                  </a:lnTo>
                  <a:lnTo>
                    <a:pt x="2039425" y="123907"/>
                  </a:lnTo>
                  <a:lnTo>
                    <a:pt x="2039366" y="97858"/>
                  </a:lnTo>
                  <a:lnTo>
                    <a:pt x="2039175" y="97365"/>
                  </a:lnTo>
                  <a:lnTo>
                    <a:pt x="2034556" y="88104"/>
                  </a:lnTo>
                  <a:lnTo>
                    <a:pt x="2034446" y="87883"/>
                  </a:lnTo>
                  <a:lnTo>
                    <a:pt x="2034319" y="87629"/>
                  </a:lnTo>
                  <a:close/>
                </a:path>
                <a:path w="2207259" h="361950">
                  <a:moveTo>
                    <a:pt x="2051812" y="98370"/>
                  </a:moveTo>
                  <a:lnTo>
                    <a:pt x="2051824" y="122725"/>
                  </a:lnTo>
                  <a:lnTo>
                    <a:pt x="2052414" y="123907"/>
                  </a:lnTo>
                  <a:lnTo>
                    <a:pt x="2052320" y="99488"/>
                  </a:lnTo>
                  <a:lnTo>
                    <a:pt x="2052176" y="99099"/>
                  </a:lnTo>
                  <a:lnTo>
                    <a:pt x="2051812" y="98370"/>
                  </a:lnTo>
                  <a:close/>
                </a:path>
                <a:path w="2207259" h="361950">
                  <a:moveTo>
                    <a:pt x="2080817" y="98370"/>
                  </a:moveTo>
                  <a:lnTo>
                    <a:pt x="2080844" y="114463"/>
                  </a:lnTo>
                  <a:lnTo>
                    <a:pt x="2085555" y="123907"/>
                  </a:lnTo>
                  <a:lnTo>
                    <a:pt x="2085467" y="107696"/>
                  </a:lnTo>
                  <a:lnTo>
                    <a:pt x="2080817" y="98370"/>
                  </a:lnTo>
                  <a:close/>
                </a:path>
                <a:path w="2207259" h="361950">
                  <a:moveTo>
                    <a:pt x="2096389" y="105833"/>
                  </a:moveTo>
                  <a:lnTo>
                    <a:pt x="2096436" y="116334"/>
                  </a:lnTo>
                  <a:lnTo>
                    <a:pt x="2100225" y="123907"/>
                  </a:lnTo>
                  <a:lnTo>
                    <a:pt x="2100326" y="113791"/>
                  </a:lnTo>
                  <a:lnTo>
                    <a:pt x="2099601" y="112252"/>
                  </a:lnTo>
                  <a:lnTo>
                    <a:pt x="2096389" y="105833"/>
                  </a:lnTo>
                  <a:close/>
                </a:path>
                <a:path w="2207259" h="361950">
                  <a:moveTo>
                    <a:pt x="2085467" y="94414"/>
                  </a:moveTo>
                  <a:lnTo>
                    <a:pt x="2085468" y="107696"/>
                  </a:lnTo>
                  <a:lnTo>
                    <a:pt x="2093214" y="123224"/>
                  </a:lnTo>
                  <a:lnTo>
                    <a:pt x="2093214" y="109762"/>
                  </a:lnTo>
                  <a:lnTo>
                    <a:pt x="2092748" y="108965"/>
                  </a:lnTo>
                  <a:lnTo>
                    <a:pt x="2085467" y="94414"/>
                  </a:lnTo>
                  <a:close/>
                </a:path>
                <a:path w="2207259" h="361950">
                  <a:moveTo>
                    <a:pt x="721487" y="80010"/>
                  </a:moveTo>
                  <a:lnTo>
                    <a:pt x="693166" y="81279"/>
                  </a:lnTo>
                  <a:lnTo>
                    <a:pt x="713927" y="122725"/>
                  </a:lnTo>
                  <a:lnTo>
                    <a:pt x="713867" y="82667"/>
                  </a:lnTo>
                  <a:lnTo>
                    <a:pt x="721487" y="82667"/>
                  </a:lnTo>
                  <a:lnTo>
                    <a:pt x="721487" y="80010"/>
                  </a:lnTo>
                  <a:close/>
                </a:path>
                <a:path w="2207259" h="361950">
                  <a:moveTo>
                    <a:pt x="853567" y="76200"/>
                  </a:moveTo>
                  <a:lnTo>
                    <a:pt x="830326" y="76200"/>
                  </a:lnTo>
                  <a:lnTo>
                    <a:pt x="853567" y="122725"/>
                  </a:lnTo>
                  <a:lnTo>
                    <a:pt x="853567" y="76200"/>
                  </a:lnTo>
                  <a:close/>
                </a:path>
                <a:path w="2207259" h="361950">
                  <a:moveTo>
                    <a:pt x="2048637" y="92014"/>
                  </a:moveTo>
                  <a:lnTo>
                    <a:pt x="2048637" y="116334"/>
                  </a:lnTo>
                  <a:lnTo>
                    <a:pt x="2051824" y="122725"/>
                  </a:lnTo>
                  <a:lnTo>
                    <a:pt x="2051812" y="98370"/>
                  </a:lnTo>
                  <a:lnTo>
                    <a:pt x="2048637" y="92014"/>
                  </a:lnTo>
                  <a:close/>
                </a:path>
                <a:path w="2207259" h="361950">
                  <a:moveTo>
                    <a:pt x="901065" y="80010"/>
                  </a:moveTo>
                  <a:lnTo>
                    <a:pt x="889635" y="80010"/>
                  </a:lnTo>
                  <a:lnTo>
                    <a:pt x="889516" y="99099"/>
                  </a:lnTo>
                  <a:lnTo>
                    <a:pt x="900960" y="122008"/>
                  </a:lnTo>
                  <a:lnTo>
                    <a:pt x="901065" y="80010"/>
                  </a:lnTo>
                  <a:close/>
                </a:path>
                <a:path w="2207259" h="361950">
                  <a:moveTo>
                    <a:pt x="1802384" y="74274"/>
                  </a:moveTo>
                  <a:lnTo>
                    <a:pt x="1802384" y="106247"/>
                  </a:lnTo>
                  <a:lnTo>
                    <a:pt x="1810258" y="122008"/>
                  </a:lnTo>
                  <a:lnTo>
                    <a:pt x="1810258" y="89982"/>
                  </a:lnTo>
                  <a:lnTo>
                    <a:pt x="1802384" y="74274"/>
                  </a:lnTo>
                  <a:close/>
                </a:path>
                <a:path w="2207259" h="361950">
                  <a:moveTo>
                    <a:pt x="925068" y="78739"/>
                  </a:moveTo>
                  <a:lnTo>
                    <a:pt x="917575" y="78739"/>
                  </a:lnTo>
                  <a:lnTo>
                    <a:pt x="917575" y="106618"/>
                  </a:lnTo>
                  <a:lnTo>
                    <a:pt x="925068" y="121577"/>
                  </a:lnTo>
                  <a:lnTo>
                    <a:pt x="925068" y="78739"/>
                  </a:lnTo>
                  <a:close/>
                </a:path>
                <a:path w="2207259" h="361950">
                  <a:moveTo>
                    <a:pt x="972693" y="76200"/>
                  </a:moveTo>
                  <a:lnTo>
                    <a:pt x="966724" y="76200"/>
                  </a:lnTo>
                  <a:lnTo>
                    <a:pt x="966833" y="109981"/>
                  </a:lnTo>
                  <a:lnTo>
                    <a:pt x="972625" y="121577"/>
                  </a:lnTo>
                  <a:lnTo>
                    <a:pt x="972693" y="76200"/>
                  </a:lnTo>
                  <a:close/>
                </a:path>
                <a:path w="2207259" h="361950">
                  <a:moveTo>
                    <a:pt x="1577460" y="45720"/>
                  </a:moveTo>
                  <a:lnTo>
                    <a:pt x="1577340" y="92964"/>
                  </a:lnTo>
                  <a:lnTo>
                    <a:pt x="1591437" y="121158"/>
                  </a:lnTo>
                  <a:lnTo>
                    <a:pt x="1591437" y="73457"/>
                  </a:lnTo>
                  <a:lnTo>
                    <a:pt x="1590986" y="72794"/>
                  </a:lnTo>
                  <a:lnTo>
                    <a:pt x="1577570" y="45938"/>
                  </a:lnTo>
                  <a:lnTo>
                    <a:pt x="1577460" y="45720"/>
                  </a:lnTo>
                  <a:close/>
                </a:path>
                <a:path w="2207259" h="361950">
                  <a:moveTo>
                    <a:pt x="1068324" y="66039"/>
                  </a:moveTo>
                  <a:lnTo>
                    <a:pt x="1036260" y="68625"/>
                  </a:lnTo>
                  <a:lnTo>
                    <a:pt x="1036850" y="68625"/>
                  </a:lnTo>
                  <a:lnTo>
                    <a:pt x="1062609" y="120142"/>
                  </a:lnTo>
                  <a:lnTo>
                    <a:pt x="1062609" y="72389"/>
                  </a:lnTo>
                  <a:lnTo>
                    <a:pt x="1068324" y="72389"/>
                  </a:lnTo>
                  <a:lnTo>
                    <a:pt x="1068324" y="66039"/>
                  </a:lnTo>
                  <a:close/>
                </a:path>
                <a:path w="2207259" h="361950">
                  <a:moveTo>
                    <a:pt x="1271905" y="63500"/>
                  </a:moveTo>
                  <a:lnTo>
                    <a:pt x="1265682" y="63500"/>
                  </a:lnTo>
                  <a:lnTo>
                    <a:pt x="1265809" y="107950"/>
                  </a:lnTo>
                  <a:lnTo>
                    <a:pt x="1271905" y="120142"/>
                  </a:lnTo>
                  <a:lnTo>
                    <a:pt x="1271905" y="63500"/>
                  </a:lnTo>
                  <a:close/>
                </a:path>
                <a:path w="2207259" h="361950">
                  <a:moveTo>
                    <a:pt x="1948561" y="85969"/>
                  </a:moveTo>
                  <a:lnTo>
                    <a:pt x="1948342" y="86360"/>
                  </a:lnTo>
                  <a:lnTo>
                    <a:pt x="1942322" y="98370"/>
                  </a:lnTo>
                  <a:lnTo>
                    <a:pt x="1941957" y="98876"/>
                  </a:lnTo>
                  <a:lnTo>
                    <a:pt x="1941957" y="119797"/>
                  </a:lnTo>
                  <a:lnTo>
                    <a:pt x="1942128" y="119380"/>
                  </a:lnTo>
                  <a:lnTo>
                    <a:pt x="1948503" y="106618"/>
                  </a:lnTo>
                  <a:lnTo>
                    <a:pt x="1948561" y="85969"/>
                  </a:lnTo>
                  <a:close/>
                </a:path>
                <a:path w="2207259" h="361950">
                  <a:moveTo>
                    <a:pt x="2066487" y="85678"/>
                  </a:moveTo>
                  <a:lnTo>
                    <a:pt x="2066417" y="104062"/>
                  </a:lnTo>
                  <a:lnTo>
                    <a:pt x="2074291" y="119797"/>
                  </a:lnTo>
                  <a:lnTo>
                    <a:pt x="2074291" y="101323"/>
                  </a:lnTo>
                  <a:lnTo>
                    <a:pt x="2066487" y="85678"/>
                  </a:lnTo>
                  <a:close/>
                </a:path>
                <a:path w="2207259" h="361950">
                  <a:moveTo>
                    <a:pt x="830326" y="76200"/>
                  </a:moveTo>
                  <a:lnTo>
                    <a:pt x="806450" y="77470"/>
                  </a:lnTo>
                  <a:lnTo>
                    <a:pt x="827405" y="119380"/>
                  </a:lnTo>
                  <a:lnTo>
                    <a:pt x="827405" y="81279"/>
                  </a:lnTo>
                  <a:lnTo>
                    <a:pt x="830326" y="81279"/>
                  </a:lnTo>
                  <a:lnTo>
                    <a:pt x="830326" y="76200"/>
                  </a:lnTo>
                  <a:close/>
                </a:path>
                <a:path w="2207259" h="361950">
                  <a:moveTo>
                    <a:pt x="1126490" y="71223"/>
                  </a:moveTo>
                  <a:lnTo>
                    <a:pt x="1110615" y="71223"/>
                  </a:lnTo>
                  <a:lnTo>
                    <a:pt x="1110742" y="87883"/>
                  </a:lnTo>
                  <a:lnTo>
                    <a:pt x="1126490" y="119380"/>
                  </a:lnTo>
                  <a:lnTo>
                    <a:pt x="1126490" y="71223"/>
                  </a:lnTo>
                  <a:close/>
                </a:path>
                <a:path w="2207259" h="361950">
                  <a:moveTo>
                    <a:pt x="1408063" y="44478"/>
                  </a:moveTo>
                  <a:lnTo>
                    <a:pt x="1408050" y="110155"/>
                  </a:lnTo>
                  <a:lnTo>
                    <a:pt x="1412651" y="119380"/>
                  </a:lnTo>
                  <a:lnTo>
                    <a:pt x="1412621" y="54610"/>
                  </a:lnTo>
                  <a:lnTo>
                    <a:pt x="1413124" y="54610"/>
                  </a:lnTo>
                  <a:lnTo>
                    <a:pt x="1408063" y="44478"/>
                  </a:lnTo>
                  <a:close/>
                </a:path>
                <a:path w="2207259" h="361950">
                  <a:moveTo>
                    <a:pt x="1927478" y="16510"/>
                  </a:moveTo>
                  <a:lnTo>
                    <a:pt x="1923034" y="16510"/>
                  </a:lnTo>
                  <a:lnTo>
                    <a:pt x="1923034" y="118785"/>
                  </a:lnTo>
                  <a:lnTo>
                    <a:pt x="1923293" y="118518"/>
                  </a:lnTo>
                  <a:lnTo>
                    <a:pt x="1927478" y="110155"/>
                  </a:lnTo>
                  <a:lnTo>
                    <a:pt x="1927478" y="16510"/>
                  </a:lnTo>
                  <a:close/>
                </a:path>
                <a:path w="2207259" h="361950">
                  <a:moveTo>
                    <a:pt x="1983867" y="78739"/>
                  </a:moveTo>
                  <a:lnTo>
                    <a:pt x="1983555" y="79109"/>
                  </a:lnTo>
                  <a:lnTo>
                    <a:pt x="1975738" y="94742"/>
                  </a:lnTo>
                  <a:lnTo>
                    <a:pt x="1975612" y="118785"/>
                  </a:lnTo>
                  <a:lnTo>
                    <a:pt x="1983813" y="102396"/>
                  </a:lnTo>
                  <a:lnTo>
                    <a:pt x="1983867" y="78739"/>
                  </a:lnTo>
                  <a:close/>
                </a:path>
                <a:path w="2207259" h="361950">
                  <a:moveTo>
                    <a:pt x="1600453" y="48545"/>
                  </a:moveTo>
                  <a:lnTo>
                    <a:pt x="1600453" y="91746"/>
                  </a:lnTo>
                  <a:lnTo>
                    <a:pt x="1613828" y="118518"/>
                  </a:lnTo>
                  <a:lnTo>
                    <a:pt x="1613916" y="75517"/>
                  </a:lnTo>
                  <a:lnTo>
                    <a:pt x="1600453" y="48545"/>
                  </a:lnTo>
                  <a:close/>
                </a:path>
                <a:path w="2207259" h="361950">
                  <a:moveTo>
                    <a:pt x="1623187" y="47719"/>
                  </a:moveTo>
                  <a:lnTo>
                    <a:pt x="1623258" y="94233"/>
                  </a:lnTo>
                  <a:lnTo>
                    <a:pt x="1635378" y="118518"/>
                  </a:lnTo>
                  <a:lnTo>
                    <a:pt x="1635378" y="72080"/>
                  </a:lnTo>
                  <a:lnTo>
                    <a:pt x="1623187" y="47719"/>
                  </a:lnTo>
                  <a:close/>
                </a:path>
                <a:path w="2207259" h="361950">
                  <a:moveTo>
                    <a:pt x="2055224" y="81694"/>
                  </a:moveTo>
                  <a:lnTo>
                    <a:pt x="2055202" y="105156"/>
                  </a:lnTo>
                  <a:lnTo>
                    <a:pt x="2061877" y="118518"/>
                  </a:lnTo>
                  <a:lnTo>
                    <a:pt x="2061972" y="94995"/>
                  </a:lnTo>
                  <a:lnTo>
                    <a:pt x="2061753" y="94742"/>
                  </a:lnTo>
                  <a:lnTo>
                    <a:pt x="2055224" y="81694"/>
                  </a:lnTo>
                  <a:close/>
                </a:path>
                <a:path w="2207259" h="361950">
                  <a:moveTo>
                    <a:pt x="948055" y="77470"/>
                  </a:moveTo>
                  <a:lnTo>
                    <a:pt x="942340" y="77470"/>
                  </a:lnTo>
                  <a:lnTo>
                    <a:pt x="942340" y="106997"/>
                  </a:lnTo>
                  <a:lnTo>
                    <a:pt x="947816" y="117970"/>
                  </a:lnTo>
                  <a:lnTo>
                    <a:pt x="947930" y="118198"/>
                  </a:lnTo>
                  <a:lnTo>
                    <a:pt x="948055" y="77470"/>
                  </a:lnTo>
                  <a:close/>
                </a:path>
                <a:path w="2207259" h="361950">
                  <a:moveTo>
                    <a:pt x="278638" y="91440"/>
                  </a:moveTo>
                  <a:lnTo>
                    <a:pt x="258318" y="92710"/>
                  </a:lnTo>
                  <a:lnTo>
                    <a:pt x="270948" y="117970"/>
                  </a:lnTo>
                  <a:lnTo>
                    <a:pt x="271018" y="107950"/>
                  </a:lnTo>
                  <a:lnTo>
                    <a:pt x="278638" y="107950"/>
                  </a:lnTo>
                  <a:lnTo>
                    <a:pt x="278638" y="91440"/>
                  </a:lnTo>
                  <a:close/>
                </a:path>
                <a:path w="2207259" h="361950">
                  <a:moveTo>
                    <a:pt x="1303527" y="62229"/>
                  </a:moveTo>
                  <a:lnTo>
                    <a:pt x="1297305" y="62229"/>
                  </a:lnTo>
                  <a:lnTo>
                    <a:pt x="1297305" y="105501"/>
                  </a:lnTo>
                  <a:lnTo>
                    <a:pt x="1303527" y="117970"/>
                  </a:lnTo>
                  <a:lnTo>
                    <a:pt x="1303527" y="62229"/>
                  </a:lnTo>
                  <a:close/>
                </a:path>
                <a:path w="2207259" h="361950">
                  <a:moveTo>
                    <a:pt x="1735963" y="70189"/>
                  </a:moveTo>
                  <a:lnTo>
                    <a:pt x="1736034" y="105156"/>
                  </a:lnTo>
                  <a:lnTo>
                    <a:pt x="1742452" y="117970"/>
                  </a:lnTo>
                  <a:lnTo>
                    <a:pt x="1742567" y="83241"/>
                  </a:lnTo>
                  <a:lnTo>
                    <a:pt x="1742191" y="82667"/>
                  </a:lnTo>
                  <a:lnTo>
                    <a:pt x="1735963" y="70189"/>
                  </a:lnTo>
                  <a:close/>
                </a:path>
                <a:path w="2207259" h="361950">
                  <a:moveTo>
                    <a:pt x="1820926" y="84581"/>
                  </a:moveTo>
                  <a:lnTo>
                    <a:pt x="1821006" y="111424"/>
                  </a:lnTo>
                  <a:lnTo>
                    <a:pt x="1824287" y="117970"/>
                  </a:lnTo>
                  <a:lnTo>
                    <a:pt x="1824355" y="91440"/>
                  </a:lnTo>
                  <a:lnTo>
                    <a:pt x="1820926" y="84581"/>
                  </a:lnTo>
                  <a:close/>
                </a:path>
                <a:path w="2207259" h="361950">
                  <a:moveTo>
                    <a:pt x="1434846" y="43179"/>
                  </a:moveTo>
                  <a:lnTo>
                    <a:pt x="1434846" y="98091"/>
                  </a:lnTo>
                  <a:lnTo>
                    <a:pt x="1444498" y="117413"/>
                  </a:lnTo>
                  <a:lnTo>
                    <a:pt x="1444498" y="62229"/>
                  </a:lnTo>
                  <a:lnTo>
                    <a:pt x="1444280" y="62016"/>
                  </a:lnTo>
                  <a:lnTo>
                    <a:pt x="1434846" y="43179"/>
                  </a:lnTo>
                  <a:close/>
                </a:path>
                <a:path w="2207259" h="361950">
                  <a:moveTo>
                    <a:pt x="2110740" y="55879"/>
                  </a:moveTo>
                  <a:lnTo>
                    <a:pt x="2100326" y="55879"/>
                  </a:lnTo>
                  <a:lnTo>
                    <a:pt x="2100437" y="97091"/>
                  </a:lnTo>
                  <a:lnTo>
                    <a:pt x="2110615" y="117413"/>
                  </a:lnTo>
                  <a:lnTo>
                    <a:pt x="2110740" y="55879"/>
                  </a:lnTo>
                  <a:close/>
                </a:path>
                <a:path w="2207259" h="361950">
                  <a:moveTo>
                    <a:pt x="1457833" y="40639"/>
                  </a:moveTo>
                  <a:lnTo>
                    <a:pt x="1457874" y="89153"/>
                  </a:lnTo>
                  <a:lnTo>
                    <a:pt x="1471676" y="116708"/>
                  </a:lnTo>
                  <a:lnTo>
                    <a:pt x="1471676" y="68375"/>
                  </a:lnTo>
                  <a:lnTo>
                    <a:pt x="1457833" y="40639"/>
                  </a:lnTo>
                  <a:close/>
                </a:path>
                <a:path w="2207259" h="361950">
                  <a:moveTo>
                    <a:pt x="1758188" y="81694"/>
                  </a:moveTo>
                  <a:lnTo>
                    <a:pt x="1758188" y="114716"/>
                  </a:lnTo>
                  <a:lnTo>
                    <a:pt x="1758996" y="116334"/>
                  </a:lnTo>
                  <a:lnTo>
                    <a:pt x="1758950" y="83241"/>
                  </a:lnTo>
                  <a:lnTo>
                    <a:pt x="1758188" y="81694"/>
                  </a:lnTo>
                  <a:close/>
                </a:path>
                <a:path w="2207259" h="361950">
                  <a:moveTo>
                    <a:pt x="2044700" y="84134"/>
                  </a:moveTo>
                  <a:lnTo>
                    <a:pt x="2044708" y="108458"/>
                  </a:lnTo>
                  <a:lnTo>
                    <a:pt x="2048637" y="116334"/>
                  </a:lnTo>
                  <a:lnTo>
                    <a:pt x="2048637" y="92014"/>
                  </a:lnTo>
                  <a:lnTo>
                    <a:pt x="2044700" y="84134"/>
                  </a:lnTo>
                  <a:close/>
                </a:path>
                <a:path w="2207259" h="361950">
                  <a:moveTo>
                    <a:pt x="2095502" y="104062"/>
                  </a:moveTo>
                  <a:lnTo>
                    <a:pt x="2095626" y="114716"/>
                  </a:lnTo>
                  <a:lnTo>
                    <a:pt x="2096436" y="116334"/>
                  </a:lnTo>
                  <a:lnTo>
                    <a:pt x="2096389" y="105833"/>
                  </a:lnTo>
                  <a:lnTo>
                    <a:pt x="2095502" y="104062"/>
                  </a:lnTo>
                  <a:close/>
                </a:path>
                <a:path w="2207259" h="361950">
                  <a:moveTo>
                    <a:pt x="1480312" y="39370"/>
                  </a:moveTo>
                  <a:lnTo>
                    <a:pt x="1480312" y="85678"/>
                  </a:lnTo>
                  <a:lnTo>
                    <a:pt x="1495231" y="115570"/>
                  </a:lnTo>
                  <a:lnTo>
                    <a:pt x="1495171" y="68834"/>
                  </a:lnTo>
                  <a:lnTo>
                    <a:pt x="1494939" y="68625"/>
                  </a:lnTo>
                  <a:lnTo>
                    <a:pt x="1480312" y="39370"/>
                  </a:lnTo>
                  <a:close/>
                </a:path>
                <a:path w="2207259" h="361950">
                  <a:moveTo>
                    <a:pt x="1503299" y="38100"/>
                  </a:moveTo>
                  <a:lnTo>
                    <a:pt x="1503395" y="85537"/>
                  </a:lnTo>
                  <a:lnTo>
                    <a:pt x="1518412" y="115570"/>
                  </a:lnTo>
                  <a:lnTo>
                    <a:pt x="1518412" y="68375"/>
                  </a:lnTo>
                  <a:lnTo>
                    <a:pt x="1518275" y="68026"/>
                  </a:lnTo>
                  <a:lnTo>
                    <a:pt x="1503299" y="38100"/>
                  </a:lnTo>
                  <a:close/>
                </a:path>
                <a:path w="2207259" h="361950">
                  <a:moveTo>
                    <a:pt x="1742567" y="50372"/>
                  </a:moveTo>
                  <a:lnTo>
                    <a:pt x="1742576" y="83439"/>
                  </a:lnTo>
                  <a:lnTo>
                    <a:pt x="1757905" y="114150"/>
                  </a:lnTo>
                  <a:lnTo>
                    <a:pt x="1757984" y="114309"/>
                  </a:lnTo>
                  <a:lnTo>
                    <a:pt x="1758062" y="114463"/>
                  </a:lnTo>
                  <a:lnTo>
                    <a:pt x="1758188" y="81694"/>
                  </a:lnTo>
                  <a:lnTo>
                    <a:pt x="1742567" y="50372"/>
                  </a:lnTo>
                  <a:close/>
                </a:path>
                <a:path w="2207259" h="361950">
                  <a:moveTo>
                    <a:pt x="2093214" y="99488"/>
                  </a:moveTo>
                  <a:lnTo>
                    <a:pt x="2093257" y="109981"/>
                  </a:lnTo>
                  <a:lnTo>
                    <a:pt x="2095343" y="114150"/>
                  </a:lnTo>
                  <a:lnTo>
                    <a:pt x="2095422" y="114309"/>
                  </a:lnTo>
                  <a:lnTo>
                    <a:pt x="2095500" y="103885"/>
                  </a:lnTo>
                  <a:lnTo>
                    <a:pt x="2095345" y="103747"/>
                  </a:lnTo>
                  <a:lnTo>
                    <a:pt x="2093214" y="99488"/>
                  </a:lnTo>
                  <a:close/>
                </a:path>
                <a:path w="2207259" h="361950">
                  <a:moveTo>
                    <a:pt x="1646316" y="48545"/>
                  </a:moveTo>
                  <a:lnTo>
                    <a:pt x="1646413" y="94091"/>
                  </a:lnTo>
                  <a:lnTo>
                    <a:pt x="1656461" y="114150"/>
                  </a:lnTo>
                  <a:lnTo>
                    <a:pt x="1656356" y="68625"/>
                  </a:lnTo>
                  <a:lnTo>
                    <a:pt x="1646316" y="48545"/>
                  </a:lnTo>
                  <a:close/>
                </a:path>
                <a:path w="2207259" h="361950">
                  <a:moveTo>
                    <a:pt x="2074416" y="85537"/>
                  </a:moveTo>
                  <a:lnTo>
                    <a:pt x="2074474" y="101691"/>
                  </a:lnTo>
                  <a:lnTo>
                    <a:pt x="2080689" y="114150"/>
                  </a:lnTo>
                  <a:lnTo>
                    <a:pt x="2080768" y="98091"/>
                  </a:lnTo>
                  <a:lnTo>
                    <a:pt x="2080561" y="97858"/>
                  </a:lnTo>
                  <a:lnTo>
                    <a:pt x="2074486" y="85678"/>
                  </a:lnTo>
                  <a:lnTo>
                    <a:pt x="2074416" y="85537"/>
                  </a:lnTo>
                  <a:close/>
                </a:path>
                <a:path w="2207259" h="361950">
                  <a:moveTo>
                    <a:pt x="754888" y="80010"/>
                  </a:moveTo>
                  <a:lnTo>
                    <a:pt x="721487" y="80010"/>
                  </a:lnTo>
                  <a:lnTo>
                    <a:pt x="738362" y="113791"/>
                  </a:lnTo>
                  <a:lnTo>
                    <a:pt x="738251" y="82667"/>
                  </a:lnTo>
                  <a:lnTo>
                    <a:pt x="754888" y="82667"/>
                  </a:lnTo>
                  <a:lnTo>
                    <a:pt x="754888" y="80010"/>
                  </a:lnTo>
                  <a:close/>
                </a:path>
                <a:path w="2207259" h="361950">
                  <a:moveTo>
                    <a:pt x="1215771" y="66039"/>
                  </a:moveTo>
                  <a:lnTo>
                    <a:pt x="1207135" y="66039"/>
                  </a:lnTo>
                  <a:lnTo>
                    <a:pt x="1207135" y="96519"/>
                  </a:lnTo>
                  <a:lnTo>
                    <a:pt x="1215771" y="113791"/>
                  </a:lnTo>
                  <a:lnTo>
                    <a:pt x="1215771" y="66039"/>
                  </a:lnTo>
                  <a:close/>
                </a:path>
                <a:path w="2207259" h="361950">
                  <a:moveTo>
                    <a:pt x="2027502" y="73961"/>
                  </a:moveTo>
                  <a:lnTo>
                    <a:pt x="2027519" y="100075"/>
                  </a:lnTo>
                  <a:lnTo>
                    <a:pt x="2034371" y="113791"/>
                  </a:lnTo>
                  <a:lnTo>
                    <a:pt x="2034286" y="87629"/>
                  </a:lnTo>
                  <a:lnTo>
                    <a:pt x="2034121" y="87232"/>
                  </a:lnTo>
                  <a:lnTo>
                    <a:pt x="2027502" y="73961"/>
                  </a:lnTo>
                  <a:close/>
                </a:path>
                <a:path w="2207259" h="361950">
                  <a:moveTo>
                    <a:pt x="2096419" y="95565"/>
                  </a:moveTo>
                  <a:lnTo>
                    <a:pt x="2096389" y="105833"/>
                  </a:lnTo>
                  <a:lnTo>
                    <a:pt x="2100371" y="113791"/>
                  </a:lnTo>
                  <a:lnTo>
                    <a:pt x="2100326" y="103500"/>
                  </a:lnTo>
                  <a:lnTo>
                    <a:pt x="2100072" y="102870"/>
                  </a:lnTo>
                  <a:lnTo>
                    <a:pt x="2096419" y="95565"/>
                  </a:lnTo>
                  <a:close/>
                </a:path>
                <a:path w="2207259" h="361950">
                  <a:moveTo>
                    <a:pt x="1758950" y="51815"/>
                  </a:moveTo>
                  <a:lnTo>
                    <a:pt x="1759058" y="83439"/>
                  </a:lnTo>
                  <a:lnTo>
                    <a:pt x="1773427" y="112252"/>
                  </a:lnTo>
                  <a:lnTo>
                    <a:pt x="1773301" y="80518"/>
                  </a:lnTo>
                  <a:lnTo>
                    <a:pt x="1758950" y="51815"/>
                  </a:lnTo>
                  <a:close/>
                </a:path>
                <a:path w="2207259" h="361950">
                  <a:moveTo>
                    <a:pt x="299593" y="89153"/>
                  </a:moveTo>
                  <a:lnTo>
                    <a:pt x="297497" y="89153"/>
                  </a:lnTo>
                  <a:lnTo>
                    <a:pt x="278638" y="91440"/>
                  </a:lnTo>
                  <a:lnTo>
                    <a:pt x="288590" y="111264"/>
                  </a:lnTo>
                  <a:lnTo>
                    <a:pt x="288671" y="105501"/>
                  </a:lnTo>
                  <a:lnTo>
                    <a:pt x="299593" y="105501"/>
                  </a:lnTo>
                  <a:lnTo>
                    <a:pt x="299593" y="89153"/>
                  </a:lnTo>
                  <a:close/>
                </a:path>
                <a:path w="2207259" h="361950">
                  <a:moveTo>
                    <a:pt x="1816481" y="75691"/>
                  </a:moveTo>
                  <a:lnTo>
                    <a:pt x="1816481" y="102396"/>
                  </a:lnTo>
                  <a:lnTo>
                    <a:pt x="1820926" y="111264"/>
                  </a:lnTo>
                  <a:lnTo>
                    <a:pt x="1820926" y="84581"/>
                  </a:lnTo>
                  <a:lnTo>
                    <a:pt x="1816481" y="75691"/>
                  </a:lnTo>
                  <a:close/>
                </a:path>
                <a:path w="2207259" h="361950">
                  <a:moveTo>
                    <a:pt x="1970786" y="80771"/>
                  </a:moveTo>
                  <a:lnTo>
                    <a:pt x="1970534" y="81021"/>
                  </a:lnTo>
                  <a:lnTo>
                    <a:pt x="1967865" y="86360"/>
                  </a:lnTo>
                  <a:lnTo>
                    <a:pt x="1967484" y="87232"/>
                  </a:lnTo>
                  <a:lnTo>
                    <a:pt x="1967484" y="111264"/>
                  </a:lnTo>
                  <a:lnTo>
                    <a:pt x="1970786" y="104647"/>
                  </a:lnTo>
                  <a:lnTo>
                    <a:pt x="1970786" y="80771"/>
                  </a:lnTo>
                  <a:close/>
                </a:path>
                <a:path w="2207259" h="361950">
                  <a:moveTo>
                    <a:pt x="1941957" y="81279"/>
                  </a:moveTo>
                  <a:lnTo>
                    <a:pt x="1941721" y="81694"/>
                  </a:lnTo>
                  <a:lnTo>
                    <a:pt x="1936556" y="92014"/>
                  </a:lnTo>
                  <a:lnTo>
                    <a:pt x="1936115" y="92710"/>
                  </a:lnTo>
                  <a:lnTo>
                    <a:pt x="1936115" y="110754"/>
                  </a:lnTo>
                  <a:lnTo>
                    <a:pt x="1941957" y="99099"/>
                  </a:lnTo>
                  <a:lnTo>
                    <a:pt x="1941957" y="81279"/>
                  </a:lnTo>
                  <a:close/>
                </a:path>
                <a:path w="2207259" h="361950">
                  <a:moveTo>
                    <a:pt x="1408049" y="44478"/>
                  </a:moveTo>
                  <a:lnTo>
                    <a:pt x="1407698" y="44478"/>
                  </a:lnTo>
                  <a:lnTo>
                    <a:pt x="1376552" y="46989"/>
                  </a:lnTo>
                  <a:lnTo>
                    <a:pt x="1407855" y="109762"/>
                  </a:lnTo>
                  <a:lnTo>
                    <a:pt x="1407964" y="109981"/>
                  </a:lnTo>
                  <a:lnTo>
                    <a:pt x="1408049" y="44478"/>
                  </a:lnTo>
                  <a:close/>
                </a:path>
                <a:path w="2207259" h="361950">
                  <a:moveTo>
                    <a:pt x="1936115" y="15264"/>
                  </a:moveTo>
                  <a:lnTo>
                    <a:pt x="1927478" y="15264"/>
                  </a:lnTo>
                  <a:lnTo>
                    <a:pt x="1927478" y="109981"/>
                  </a:lnTo>
                  <a:lnTo>
                    <a:pt x="1927675" y="109762"/>
                  </a:lnTo>
                  <a:lnTo>
                    <a:pt x="1936208" y="92710"/>
                  </a:lnTo>
                  <a:lnTo>
                    <a:pt x="1936115" y="15264"/>
                  </a:lnTo>
                  <a:close/>
                </a:path>
                <a:path w="2207259" h="361950">
                  <a:moveTo>
                    <a:pt x="972693" y="71223"/>
                  </a:moveTo>
                  <a:lnTo>
                    <a:pt x="970683" y="71223"/>
                  </a:lnTo>
                  <a:lnTo>
                    <a:pt x="948055" y="72389"/>
                  </a:lnTo>
                  <a:lnTo>
                    <a:pt x="966724" y="109762"/>
                  </a:lnTo>
                  <a:lnTo>
                    <a:pt x="966724" y="76200"/>
                  </a:lnTo>
                  <a:lnTo>
                    <a:pt x="972693" y="76200"/>
                  </a:lnTo>
                  <a:lnTo>
                    <a:pt x="972693" y="71223"/>
                  </a:lnTo>
                  <a:close/>
                </a:path>
                <a:path w="2207259" h="361950">
                  <a:moveTo>
                    <a:pt x="2015590" y="76200"/>
                  </a:moveTo>
                  <a:lnTo>
                    <a:pt x="2015674" y="103747"/>
                  </a:lnTo>
                  <a:lnTo>
                    <a:pt x="2018682" y="109762"/>
                  </a:lnTo>
                  <a:lnTo>
                    <a:pt x="2018792" y="82667"/>
                  </a:lnTo>
                  <a:lnTo>
                    <a:pt x="2017999" y="81021"/>
                  </a:lnTo>
                  <a:lnTo>
                    <a:pt x="2015590" y="76200"/>
                  </a:lnTo>
                  <a:close/>
                </a:path>
                <a:path w="2207259" h="361950">
                  <a:moveTo>
                    <a:pt x="2085530" y="84134"/>
                  </a:moveTo>
                  <a:lnTo>
                    <a:pt x="2085467" y="94414"/>
                  </a:lnTo>
                  <a:lnTo>
                    <a:pt x="2093147" y="109762"/>
                  </a:lnTo>
                  <a:lnTo>
                    <a:pt x="2093214" y="99488"/>
                  </a:lnTo>
                  <a:lnTo>
                    <a:pt x="2085530" y="84134"/>
                  </a:lnTo>
                  <a:close/>
                </a:path>
                <a:path w="2207259" h="361950">
                  <a:moveTo>
                    <a:pt x="1833118" y="14097"/>
                  </a:moveTo>
                  <a:lnTo>
                    <a:pt x="1824355" y="14097"/>
                  </a:lnTo>
                  <a:lnTo>
                    <a:pt x="1824355" y="91440"/>
                  </a:lnTo>
                  <a:lnTo>
                    <a:pt x="1833118" y="108965"/>
                  </a:lnTo>
                  <a:lnTo>
                    <a:pt x="1833118" y="14097"/>
                  </a:lnTo>
                  <a:close/>
                </a:path>
                <a:path w="2207259" h="361950">
                  <a:moveTo>
                    <a:pt x="1961007" y="81694"/>
                  </a:moveTo>
                  <a:lnTo>
                    <a:pt x="1960468" y="82667"/>
                  </a:lnTo>
                  <a:lnTo>
                    <a:pt x="1956816" y="89982"/>
                  </a:lnTo>
                  <a:lnTo>
                    <a:pt x="1956816" y="108458"/>
                  </a:lnTo>
                  <a:lnTo>
                    <a:pt x="1960880" y="100329"/>
                  </a:lnTo>
                  <a:lnTo>
                    <a:pt x="1961007" y="81694"/>
                  </a:lnTo>
                  <a:close/>
                </a:path>
                <a:path w="2207259" h="361950">
                  <a:moveTo>
                    <a:pt x="2040127" y="74982"/>
                  </a:moveTo>
                  <a:lnTo>
                    <a:pt x="2040040" y="99099"/>
                  </a:lnTo>
                  <a:lnTo>
                    <a:pt x="2044708" y="108458"/>
                  </a:lnTo>
                  <a:lnTo>
                    <a:pt x="2044700" y="84134"/>
                  </a:lnTo>
                  <a:lnTo>
                    <a:pt x="2040127" y="74982"/>
                  </a:lnTo>
                  <a:close/>
                </a:path>
                <a:path w="2207259" h="361950">
                  <a:moveTo>
                    <a:pt x="1240409" y="64770"/>
                  </a:moveTo>
                  <a:lnTo>
                    <a:pt x="1238250" y="64770"/>
                  </a:lnTo>
                  <a:lnTo>
                    <a:pt x="1238373" y="103747"/>
                  </a:lnTo>
                  <a:lnTo>
                    <a:pt x="1240342" y="107696"/>
                  </a:lnTo>
                  <a:lnTo>
                    <a:pt x="1240409" y="64770"/>
                  </a:lnTo>
                  <a:close/>
                </a:path>
                <a:path w="2207259" h="361950">
                  <a:moveTo>
                    <a:pt x="1271905" y="54610"/>
                  </a:moveTo>
                  <a:lnTo>
                    <a:pt x="1238868" y="57274"/>
                  </a:lnTo>
                  <a:lnTo>
                    <a:pt x="1240471" y="57274"/>
                  </a:lnTo>
                  <a:lnTo>
                    <a:pt x="1265682" y="107696"/>
                  </a:lnTo>
                  <a:lnTo>
                    <a:pt x="1265682" y="63500"/>
                  </a:lnTo>
                  <a:lnTo>
                    <a:pt x="1271905" y="63500"/>
                  </a:lnTo>
                  <a:lnTo>
                    <a:pt x="1271905" y="54610"/>
                  </a:lnTo>
                  <a:close/>
                </a:path>
                <a:path w="2207259" h="361950">
                  <a:moveTo>
                    <a:pt x="2080801" y="85089"/>
                  </a:moveTo>
                  <a:lnTo>
                    <a:pt x="2080678" y="98091"/>
                  </a:lnTo>
                  <a:lnTo>
                    <a:pt x="2085468" y="107696"/>
                  </a:lnTo>
                  <a:lnTo>
                    <a:pt x="2085376" y="94233"/>
                  </a:lnTo>
                  <a:lnTo>
                    <a:pt x="2080801" y="85089"/>
                  </a:lnTo>
                  <a:close/>
                </a:path>
                <a:path w="2207259" h="361950">
                  <a:moveTo>
                    <a:pt x="948055" y="72389"/>
                  </a:moveTo>
                  <a:lnTo>
                    <a:pt x="925068" y="72389"/>
                  </a:lnTo>
                  <a:lnTo>
                    <a:pt x="942340" y="106997"/>
                  </a:lnTo>
                  <a:lnTo>
                    <a:pt x="942340" y="77470"/>
                  </a:lnTo>
                  <a:lnTo>
                    <a:pt x="948055" y="77470"/>
                  </a:lnTo>
                  <a:lnTo>
                    <a:pt x="948055" y="72389"/>
                  </a:lnTo>
                  <a:close/>
                </a:path>
                <a:path w="2207259" h="361950">
                  <a:moveTo>
                    <a:pt x="1330325" y="60960"/>
                  </a:moveTo>
                  <a:lnTo>
                    <a:pt x="1329055" y="60960"/>
                  </a:lnTo>
                  <a:lnTo>
                    <a:pt x="1329181" y="104647"/>
                  </a:lnTo>
                  <a:lnTo>
                    <a:pt x="1330356" y="106997"/>
                  </a:lnTo>
                  <a:lnTo>
                    <a:pt x="1330325" y="60960"/>
                  </a:lnTo>
                  <a:close/>
                </a:path>
                <a:path w="2207259" h="361950">
                  <a:moveTo>
                    <a:pt x="925068" y="73812"/>
                  </a:moveTo>
                  <a:lnTo>
                    <a:pt x="901141" y="73812"/>
                  </a:lnTo>
                  <a:lnTo>
                    <a:pt x="917575" y="106618"/>
                  </a:lnTo>
                  <a:lnTo>
                    <a:pt x="917575" y="78739"/>
                  </a:lnTo>
                  <a:lnTo>
                    <a:pt x="925068" y="78739"/>
                  </a:lnTo>
                  <a:lnTo>
                    <a:pt x="925068" y="73812"/>
                  </a:lnTo>
                  <a:close/>
                </a:path>
                <a:path w="2207259" h="361950">
                  <a:moveTo>
                    <a:pt x="1956816" y="69537"/>
                  </a:moveTo>
                  <a:lnTo>
                    <a:pt x="1956618" y="69850"/>
                  </a:lnTo>
                  <a:lnTo>
                    <a:pt x="1948852" y="85343"/>
                  </a:lnTo>
                  <a:lnTo>
                    <a:pt x="1948755" y="85537"/>
                  </a:lnTo>
                  <a:lnTo>
                    <a:pt x="1948561" y="85678"/>
                  </a:lnTo>
                  <a:lnTo>
                    <a:pt x="1948561" y="106618"/>
                  </a:lnTo>
                  <a:lnTo>
                    <a:pt x="1948688" y="106247"/>
                  </a:lnTo>
                  <a:lnTo>
                    <a:pt x="1956814" y="89982"/>
                  </a:lnTo>
                  <a:lnTo>
                    <a:pt x="1956816" y="69537"/>
                  </a:lnTo>
                  <a:close/>
                </a:path>
                <a:path w="2207259" h="361950">
                  <a:moveTo>
                    <a:pt x="1005332" y="69850"/>
                  </a:moveTo>
                  <a:lnTo>
                    <a:pt x="970031" y="71223"/>
                  </a:lnTo>
                  <a:lnTo>
                    <a:pt x="972744" y="71223"/>
                  </a:lnTo>
                  <a:lnTo>
                    <a:pt x="990272" y="106247"/>
                  </a:lnTo>
                  <a:lnTo>
                    <a:pt x="990219" y="76200"/>
                  </a:lnTo>
                  <a:lnTo>
                    <a:pt x="1005332" y="76200"/>
                  </a:lnTo>
                  <a:lnTo>
                    <a:pt x="1005332" y="69850"/>
                  </a:lnTo>
                  <a:close/>
                </a:path>
                <a:path w="2207259" h="361950">
                  <a:moveTo>
                    <a:pt x="1780814" y="63071"/>
                  </a:moveTo>
                  <a:lnTo>
                    <a:pt x="1780794" y="63289"/>
                  </a:lnTo>
                  <a:lnTo>
                    <a:pt x="1780667" y="95250"/>
                  </a:lnTo>
                  <a:lnTo>
                    <a:pt x="1786165" y="106247"/>
                  </a:lnTo>
                  <a:lnTo>
                    <a:pt x="1786180" y="73812"/>
                  </a:lnTo>
                  <a:lnTo>
                    <a:pt x="1781028" y="63500"/>
                  </a:lnTo>
                  <a:lnTo>
                    <a:pt x="1780923" y="63289"/>
                  </a:lnTo>
                  <a:lnTo>
                    <a:pt x="1780814" y="63071"/>
                  </a:lnTo>
                  <a:close/>
                </a:path>
                <a:path w="2207259" h="361950">
                  <a:moveTo>
                    <a:pt x="1798256" y="66039"/>
                  </a:moveTo>
                  <a:lnTo>
                    <a:pt x="1798309" y="98091"/>
                  </a:lnTo>
                  <a:lnTo>
                    <a:pt x="1802384" y="106247"/>
                  </a:lnTo>
                  <a:lnTo>
                    <a:pt x="1802384" y="74274"/>
                  </a:lnTo>
                  <a:lnTo>
                    <a:pt x="1798256" y="66039"/>
                  </a:lnTo>
                  <a:close/>
                </a:path>
                <a:path w="2207259" h="361950">
                  <a:moveTo>
                    <a:pt x="2095570" y="93866"/>
                  </a:moveTo>
                  <a:lnTo>
                    <a:pt x="2095502" y="104062"/>
                  </a:lnTo>
                  <a:lnTo>
                    <a:pt x="2096389" y="105833"/>
                  </a:lnTo>
                  <a:lnTo>
                    <a:pt x="2096389" y="95250"/>
                  </a:lnTo>
                  <a:lnTo>
                    <a:pt x="2096135" y="94995"/>
                  </a:lnTo>
                  <a:lnTo>
                    <a:pt x="2095844" y="94414"/>
                  </a:lnTo>
                  <a:lnTo>
                    <a:pt x="2095753" y="94233"/>
                  </a:lnTo>
                  <a:lnTo>
                    <a:pt x="2095682" y="94091"/>
                  </a:lnTo>
                  <a:lnTo>
                    <a:pt x="2095570" y="93866"/>
                  </a:lnTo>
                  <a:close/>
                </a:path>
                <a:path w="2207259" h="361950">
                  <a:moveTo>
                    <a:pt x="1303527" y="53339"/>
                  </a:moveTo>
                  <a:lnTo>
                    <a:pt x="1271905" y="54610"/>
                  </a:lnTo>
                  <a:lnTo>
                    <a:pt x="1297305" y="105501"/>
                  </a:lnTo>
                  <a:lnTo>
                    <a:pt x="1297305" y="62229"/>
                  </a:lnTo>
                  <a:lnTo>
                    <a:pt x="1303527" y="62229"/>
                  </a:lnTo>
                  <a:lnTo>
                    <a:pt x="1303527" y="53339"/>
                  </a:lnTo>
                  <a:close/>
                </a:path>
                <a:path w="2207259" h="361950">
                  <a:moveTo>
                    <a:pt x="1669514" y="51530"/>
                  </a:moveTo>
                  <a:lnTo>
                    <a:pt x="1669541" y="94995"/>
                  </a:lnTo>
                  <a:lnTo>
                    <a:pt x="1674550" y="105013"/>
                  </a:lnTo>
                  <a:lnTo>
                    <a:pt x="1674622" y="61753"/>
                  </a:lnTo>
                  <a:lnTo>
                    <a:pt x="1669514" y="51530"/>
                  </a:lnTo>
                  <a:close/>
                </a:path>
                <a:path w="2207259" h="361950">
                  <a:moveTo>
                    <a:pt x="1727061" y="52356"/>
                  </a:moveTo>
                  <a:lnTo>
                    <a:pt x="1727056" y="87232"/>
                  </a:lnTo>
                  <a:lnTo>
                    <a:pt x="1735963" y="105013"/>
                  </a:lnTo>
                  <a:lnTo>
                    <a:pt x="1735963" y="70189"/>
                  </a:lnTo>
                  <a:lnTo>
                    <a:pt x="1727061" y="52356"/>
                  </a:lnTo>
                  <a:close/>
                </a:path>
                <a:path w="2207259" h="361950">
                  <a:moveTo>
                    <a:pt x="2052373" y="75997"/>
                  </a:moveTo>
                  <a:lnTo>
                    <a:pt x="2052370" y="99488"/>
                  </a:lnTo>
                  <a:lnTo>
                    <a:pt x="2055131" y="105013"/>
                  </a:lnTo>
                  <a:lnTo>
                    <a:pt x="2055114" y="81279"/>
                  </a:lnTo>
                  <a:lnTo>
                    <a:pt x="2054887" y="81021"/>
                  </a:lnTo>
                  <a:lnTo>
                    <a:pt x="2052474" y="76200"/>
                  </a:lnTo>
                  <a:lnTo>
                    <a:pt x="2052373" y="75997"/>
                  </a:lnTo>
                  <a:close/>
                </a:path>
                <a:path w="2207259" h="361950">
                  <a:moveTo>
                    <a:pt x="1330325" y="50800"/>
                  </a:moveTo>
                  <a:lnTo>
                    <a:pt x="1303527" y="53339"/>
                  </a:lnTo>
                  <a:lnTo>
                    <a:pt x="1329055" y="104394"/>
                  </a:lnTo>
                  <a:lnTo>
                    <a:pt x="1329055" y="60960"/>
                  </a:lnTo>
                  <a:lnTo>
                    <a:pt x="1330325" y="60960"/>
                  </a:lnTo>
                  <a:lnTo>
                    <a:pt x="1330325" y="50800"/>
                  </a:lnTo>
                  <a:close/>
                </a:path>
                <a:path w="2207259" h="361950">
                  <a:moveTo>
                    <a:pt x="1975612" y="70866"/>
                  </a:moveTo>
                  <a:lnTo>
                    <a:pt x="1970786" y="80518"/>
                  </a:lnTo>
                  <a:lnTo>
                    <a:pt x="1970786" y="104394"/>
                  </a:lnTo>
                  <a:lnTo>
                    <a:pt x="1971078" y="104062"/>
                  </a:lnTo>
                  <a:lnTo>
                    <a:pt x="1975485" y="95250"/>
                  </a:lnTo>
                  <a:lnTo>
                    <a:pt x="1975612" y="70866"/>
                  </a:lnTo>
                  <a:close/>
                </a:path>
                <a:path w="2207259" h="361950">
                  <a:moveTo>
                    <a:pt x="1996313" y="77470"/>
                  </a:moveTo>
                  <a:lnTo>
                    <a:pt x="1995015" y="80010"/>
                  </a:lnTo>
                  <a:lnTo>
                    <a:pt x="1994789" y="80518"/>
                  </a:lnTo>
                  <a:lnTo>
                    <a:pt x="1994789" y="104394"/>
                  </a:lnTo>
                  <a:lnTo>
                    <a:pt x="1995028" y="104062"/>
                  </a:lnTo>
                  <a:lnTo>
                    <a:pt x="1996212" y="101691"/>
                  </a:lnTo>
                  <a:lnTo>
                    <a:pt x="1996313" y="77470"/>
                  </a:lnTo>
                  <a:close/>
                </a:path>
                <a:path w="2207259" h="361950">
                  <a:moveTo>
                    <a:pt x="2061972" y="76625"/>
                  </a:moveTo>
                  <a:lnTo>
                    <a:pt x="2061880" y="94995"/>
                  </a:lnTo>
                  <a:lnTo>
                    <a:pt x="2066135" y="103500"/>
                  </a:lnTo>
                  <a:lnTo>
                    <a:pt x="2066259" y="103747"/>
                  </a:lnTo>
                  <a:lnTo>
                    <a:pt x="2066328" y="103885"/>
                  </a:lnTo>
                  <a:lnTo>
                    <a:pt x="2066417" y="85343"/>
                  </a:lnTo>
                  <a:lnTo>
                    <a:pt x="2066193" y="85089"/>
                  </a:lnTo>
                  <a:lnTo>
                    <a:pt x="2061972" y="76625"/>
                  </a:lnTo>
                  <a:close/>
                </a:path>
                <a:path w="2207259" h="361950">
                  <a:moveTo>
                    <a:pt x="2093214" y="89153"/>
                  </a:moveTo>
                  <a:lnTo>
                    <a:pt x="2093214" y="99488"/>
                  </a:lnTo>
                  <a:lnTo>
                    <a:pt x="2095221" y="103500"/>
                  </a:lnTo>
                  <a:lnTo>
                    <a:pt x="2095345" y="103747"/>
                  </a:lnTo>
                  <a:lnTo>
                    <a:pt x="2095414" y="103885"/>
                  </a:lnTo>
                  <a:lnTo>
                    <a:pt x="2095500" y="93725"/>
                  </a:lnTo>
                  <a:lnTo>
                    <a:pt x="2093214" y="89153"/>
                  </a:lnTo>
                  <a:close/>
                </a:path>
                <a:path w="2207259" h="361950">
                  <a:moveTo>
                    <a:pt x="1376679" y="47244"/>
                  </a:moveTo>
                  <a:lnTo>
                    <a:pt x="1376552" y="47497"/>
                  </a:lnTo>
                  <a:lnTo>
                    <a:pt x="1376426" y="95250"/>
                  </a:lnTo>
                  <a:lnTo>
                    <a:pt x="1380551" y="103500"/>
                  </a:lnTo>
                  <a:lnTo>
                    <a:pt x="1380674" y="103747"/>
                  </a:lnTo>
                  <a:lnTo>
                    <a:pt x="1380744" y="57274"/>
                  </a:lnTo>
                  <a:lnTo>
                    <a:pt x="1381681" y="57274"/>
                  </a:lnTo>
                  <a:lnTo>
                    <a:pt x="1376916" y="47719"/>
                  </a:lnTo>
                  <a:lnTo>
                    <a:pt x="1376806" y="47497"/>
                  </a:lnTo>
                  <a:lnTo>
                    <a:pt x="1376679" y="47244"/>
                  </a:lnTo>
                  <a:close/>
                </a:path>
                <a:path w="2207259" h="361950">
                  <a:moveTo>
                    <a:pt x="1240409" y="57274"/>
                  </a:moveTo>
                  <a:lnTo>
                    <a:pt x="1237999" y="57274"/>
                  </a:lnTo>
                  <a:lnTo>
                    <a:pt x="1215771" y="58420"/>
                  </a:lnTo>
                  <a:lnTo>
                    <a:pt x="1238250" y="103500"/>
                  </a:lnTo>
                  <a:lnTo>
                    <a:pt x="1238250" y="64770"/>
                  </a:lnTo>
                  <a:lnTo>
                    <a:pt x="1240409" y="64770"/>
                  </a:lnTo>
                  <a:lnTo>
                    <a:pt x="1240409" y="57274"/>
                  </a:lnTo>
                  <a:close/>
                </a:path>
                <a:path w="2207259" h="361950">
                  <a:moveTo>
                    <a:pt x="1711071" y="55315"/>
                  </a:moveTo>
                  <a:lnTo>
                    <a:pt x="1711166" y="97091"/>
                  </a:lnTo>
                  <a:lnTo>
                    <a:pt x="1714376" y="103500"/>
                  </a:lnTo>
                  <a:lnTo>
                    <a:pt x="1714500" y="62016"/>
                  </a:lnTo>
                  <a:lnTo>
                    <a:pt x="1714295" y="61753"/>
                  </a:lnTo>
                  <a:lnTo>
                    <a:pt x="1711071" y="55315"/>
                  </a:lnTo>
                  <a:close/>
                </a:path>
                <a:path w="2207259" h="361950">
                  <a:moveTo>
                    <a:pt x="2012262" y="69537"/>
                  </a:moveTo>
                  <a:lnTo>
                    <a:pt x="2007743" y="78591"/>
                  </a:lnTo>
                  <a:lnTo>
                    <a:pt x="2007853" y="88104"/>
                  </a:lnTo>
                  <a:lnTo>
                    <a:pt x="2015551" y="103500"/>
                  </a:lnTo>
                  <a:lnTo>
                    <a:pt x="2015490" y="75997"/>
                  </a:lnTo>
                  <a:lnTo>
                    <a:pt x="2012262" y="69537"/>
                  </a:lnTo>
                  <a:close/>
                </a:path>
                <a:path w="2207259" h="361950">
                  <a:moveTo>
                    <a:pt x="2096462" y="89153"/>
                  </a:moveTo>
                  <a:lnTo>
                    <a:pt x="2096389" y="89982"/>
                  </a:lnTo>
                  <a:lnTo>
                    <a:pt x="2096262" y="95250"/>
                  </a:lnTo>
                  <a:lnTo>
                    <a:pt x="2100387" y="103500"/>
                  </a:lnTo>
                  <a:lnTo>
                    <a:pt x="2100326" y="96901"/>
                  </a:lnTo>
                  <a:lnTo>
                    <a:pt x="2096462" y="89153"/>
                  </a:lnTo>
                  <a:close/>
                </a:path>
                <a:path w="2207259" h="361950">
                  <a:moveTo>
                    <a:pt x="1691513" y="57853"/>
                  </a:moveTo>
                  <a:lnTo>
                    <a:pt x="1691513" y="95565"/>
                  </a:lnTo>
                  <a:lnTo>
                    <a:pt x="1694925" y="102396"/>
                  </a:lnTo>
                  <a:lnTo>
                    <a:pt x="1694815" y="64445"/>
                  </a:lnTo>
                  <a:lnTo>
                    <a:pt x="1691513" y="57853"/>
                  </a:lnTo>
                  <a:close/>
                </a:path>
                <a:path w="2207259" h="361950">
                  <a:moveTo>
                    <a:pt x="1810385" y="63500"/>
                  </a:moveTo>
                  <a:lnTo>
                    <a:pt x="1810258" y="89982"/>
                  </a:lnTo>
                  <a:lnTo>
                    <a:pt x="1816481" y="102396"/>
                  </a:lnTo>
                  <a:lnTo>
                    <a:pt x="1816393" y="75517"/>
                  </a:lnTo>
                  <a:lnTo>
                    <a:pt x="1810385" y="63500"/>
                  </a:lnTo>
                  <a:close/>
                </a:path>
                <a:path w="2207259" h="361950">
                  <a:moveTo>
                    <a:pt x="1984628" y="76962"/>
                  </a:moveTo>
                  <a:lnTo>
                    <a:pt x="1984375" y="77470"/>
                  </a:lnTo>
                  <a:lnTo>
                    <a:pt x="1983867" y="78591"/>
                  </a:lnTo>
                  <a:lnTo>
                    <a:pt x="1983867" y="102396"/>
                  </a:lnTo>
                  <a:lnTo>
                    <a:pt x="1984166" y="101691"/>
                  </a:lnTo>
                  <a:lnTo>
                    <a:pt x="1984561" y="100901"/>
                  </a:lnTo>
                  <a:lnTo>
                    <a:pt x="1984628" y="76962"/>
                  </a:lnTo>
                  <a:close/>
                </a:path>
                <a:path w="2207259" h="361950">
                  <a:moveTo>
                    <a:pt x="1353582" y="49562"/>
                  </a:moveTo>
                  <a:lnTo>
                    <a:pt x="1353566" y="97365"/>
                  </a:lnTo>
                  <a:lnTo>
                    <a:pt x="1355541" y="101323"/>
                  </a:lnTo>
                  <a:lnTo>
                    <a:pt x="1355624" y="101489"/>
                  </a:lnTo>
                  <a:lnTo>
                    <a:pt x="1355725" y="58420"/>
                  </a:lnTo>
                  <a:lnTo>
                    <a:pt x="1358011" y="58420"/>
                  </a:lnTo>
                  <a:lnTo>
                    <a:pt x="1353582" y="49562"/>
                  </a:lnTo>
                  <a:close/>
                </a:path>
                <a:path w="2207259" h="361950">
                  <a:moveTo>
                    <a:pt x="1999412" y="71223"/>
                  </a:moveTo>
                  <a:lnTo>
                    <a:pt x="1996541" y="76962"/>
                  </a:lnTo>
                  <a:lnTo>
                    <a:pt x="1996313" y="77470"/>
                  </a:lnTo>
                  <a:lnTo>
                    <a:pt x="1996313" y="101323"/>
                  </a:lnTo>
                  <a:lnTo>
                    <a:pt x="1996606" y="100901"/>
                  </a:lnTo>
                  <a:lnTo>
                    <a:pt x="2004060" y="85969"/>
                  </a:lnTo>
                  <a:lnTo>
                    <a:pt x="2004060" y="80518"/>
                  </a:lnTo>
                  <a:lnTo>
                    <a:pt x="1999412" y="71223"/>
                  </a:lnTo>
                  <a:close/>
                </a:path>
                <a:path w="2207259" h="361950">
                  <a:moveTo>
                    <a:pt x="2066436" y="69537"/>
                  </a:moveTo>
                  <a:lnTo>
                    <a:pt x="2066487" y="85678"/>
                  </a:lnTo>
                  <a:lnTo>
                    <a:pt x="2074291" y="101323"/>
                  </a:lnTo>
                  <a:lnTo>
                    <a:pt x="2074291" y="85089"/>
                  </a:lnTo>
                  <a:lnTo>
                    <a:pt x="2073940" y="84581"/>
                  </a:lnTo>
                  <a:lnTo>
                    <a:pt x="2066436" y="69537"/>
                  </a:lnTo>
                  <a:close/>
                </a:path>
                <a:path w="2207259" h="361950">
                  <a:moveTo>
                    <a:pt x="1099185" y="64770"/>
                  </a:moveTo>
                  <a:lnTo>
                    <a:pt x="1068324" y="66039"/>
                  </a:lnTo>
                  <a:lnTo>
                    <a:pt x="1085655" y="100766"/>
                  </a:lnTo>
                  <a:lnTo>
                    <a:pt x="1085723" y="72389"/>
                  </a:lnTo>
                  <a:lnTo>
                    <a:pt x="1099185" y="72389"/>
                  </a:lnTo>
                  <a:lnTo>
                    <a:pt x="1099185" y="64770"/>
                  </a:lnTo>
                  <a:close/>
                </a:path>
                <a:path w="2207259" h="361950">
                  <a:moveTo>
                    <a:pt x="1993455" y="59308"/>
                  </a:moveTo>
                  <a:lnTo>
                    <a:pt x="1984628" y="76962"/>
                  </a:lnTo>
                  <a:lnTo>
                    <a:pt x="1984628" y="100766"/>
                  </a:lnTo>
                  <a:lnTo>
                    <a:pt x="1994761" y="80518"/>
                  </a:lnTo>
                  <a:lnTo>
                    <a:pt x="1994789" y="61753"/>
                  </a:lnTo>
                  <a:lnTo>
                    <a:pt x="1994348" y="61095"/>
                  </a:lnTo>
                  <a:lnTo>
                    <a:pt x="1993455" y="59308"/>
                  </a:lnTo>
                  <a:close/>
                </a:path>
                <a:path w="2207259" h="361950">
                  <a:moveTo>
                    <a:pt x="1967484" y="68834"/>
                  </a:moveTo>
                  <a:lnTo>
                    <a:pt x="1967253" y="69087"/>
                  </a:lnTo>
                  <a:lnTo>
                    <a:pt x="1961162" y="81279"/>
                  </a:lnTo>
                  <a:lnTo>
                    <a:pt x="1961007" y="81694"/>
                  </a:lnTo>
                  <a:lnTo>
                    <a:pt x="1961007" y="99893"/>
                  </a:lnTo>
                  <a:lnTo>
                    <a:pt x="1961300" y="99488"/>
                  </a:lnTo>
                  <a:lnTo>
                    <a:pt x="1967428" y="87232"/>
                  </a:lnTo>
                  <a:lnTo>
                    <a:pt x="1967484" y="68834"/>
                  </a:lnTo>
                  <a:close/>
                </a:path>
                <a:path w="2207259" h="361950">
                  <a:moveTo>
                    <a:pt x="2026920" y="72794"/>
                  </a:moveTo>
                  <a:lnTo>
                    <a:pt x="2027031" y="99099"/>
                  </a:lnTo>
                  <a:lnTo>
                    <a:pt x="2027427" y="99893"/>
                  </a:lnTo>
                  <a:lnTo>
                    <a:pt x="2027427" y="73812"/>
                  </a:lnTo>
                  <a:lnTo>
                    <a:pt x="2026920" y="72794"/>
                  </a:lnTo>
                  <a:close/>
                </a:path>
                <a:path w="2207259" h="361950">
                  <a:moveTo>
                    <a:pt x="2051865" y="74982"/>
                  </a:moveTo>
                  <a:lnTo>
                    <a:pt x="2051812" y="98370"/>
                  </a:lnTo>
                  <a:lnTo>
                    <a:pt x="2052370" y="99488"/>
                  </a:lnTo>
                  <a:lnTo>
                    <a:pt x="2052320" y="75691"/>
                  </a:lnTo>
                  <a:lnTo>
                    <a:pt x="2052132" y="75517"/>
                  </a:lnTo>
                  <a:lnTo>
                    <a:pt x="2051865" y="74982"/>
                  </a:lnTo>
                  <a:close/>
                </a:path>
                <a:path w="2207259" h="361950">
                  <a:moveTo>
                    <a:pt x="2085543" y="73812"/>
                  </a:moveTo>
                  <a:lnTo>
                    <a:pt x="2085467" y="73961"/>
                  </a:lnTo>
                  <a:lnTo>
                    <a:pt x="2085373" y="83820"/>
                  </a:lnTo>
                  <a:lnTo>
                    <a:pt x="2093214" y="99488"/>
                  </a:lnTo>
                  <a:lnTo>
                    <a:pt x="2093214" y="89153"/>
                  </a:lnTo>
                  <a:lnTo>
                    <a:pt x="2085617" y="73961"/>
                  </a:lnTo>
                  <a:lnTo>
                    <a:pt x="2085543" y="73812"/>
                  </a:lnTo>
                  <a:close/>
                </a:path>
                <a:path w="2207259" h="361950">
                  <a:moveTo>
                    <a:pt x="901065" y="74982"/>
                  </a:moveTo>
                  <a:lnTo>
                    <a:pt x="877469" y="74982"/>
                  </a:lnTo>
                  <a:lnTo>
                    <a:pt x="889405" y="98876"/>
                  </a:lnTo>
                  <a:lnTo>
                    <a:pt x="889516" y="99099"/>
                  </a:lnTo>
                  <a:lnTo>
                    <a:pt x="889635" y="80010"/>
                  </a:lnTo>
                  <a:lnTo>
                    <a:pt x="901065" y="80010"/>
                  </a:lnTo>
                  <a:lnTo>
                    <a:pt x="901065" y="74982"/>
                  </a:lnTo>
                  <a:close/>
                </a:path>
                <a:path w="2207259" h="361950">
                  <a:moveTo>
                    <a:pt x="2039366" y="73457"/>
                  </a:moveTo>
                  <a:lnTo>
                    <a:pt x="2039421" y="97858"/>
                  </a:lnTo>
                  <a:lnTo>
                    <a:pt x="2039929" y="98876"/>
                  </a:lnTo>
                  <a:lnTo>
                    <a:pt x="2040040" y="99099"/>
                  </a:lnTo>
                  <a:lnTo>
                    <a:pt x="2040127" y="74982"/>
                  </a:lnTo>
                  <a:lnTo>
                    <a:pt x="2039366" y="73457"/>
                  </a:lnTo>
                  <a:close/>
                </a:path>
                <a:path w="2207259" h="361950">
                  <a:moveTo>
                    <a:pt x="1948561" y="68026"/>
                  </a:moveTo>
                  <a:lnTo>
                    <a:pt x="1942182" y="80771"/>
                  </a:lnTo>
                  <a:lnTo>
                    <a:pt x="1941957" y="81021"/>
                  </a:lnTo>
                  <a:lnTo>
                    <a:pt x="1941957" y="98876"/>
                  </a:lnTo>
                  <a:lnTo>
                    <a:pt x="1942322" y="98370"/>
                  </a:lnTo>
                  <a:lnTo>
                    <a:pt x="1948684" y="85678"/>
                  </a:lnTo>
                  <a:lnTo>
                    <a:pt x="1948561" y="68026"/>
                  </a:lnTo>
                  <a:close/>
                </a:path>
                <a:path w="2207259" h="361950">
                  <a:moveTo>
                    <a:pt x="2018863" y="56641"/>
                  </a:moveTo>
                  <a:lnTo>
                    <a:pt x="2018822" y="82667"/>
                  </a:lnTo>
                  <a:lnTo>
                    <a:pt x="2026920" y="98876"/>
                  </a:lnTo>
                  <a:lnTo>
                    <a:pt x="2026920" y="72794"/>
                  </a:lnTo>
                  <a:lnTo>
                    <a:pt x="2018863" y="56641"/>
                  </a:lnTo>
                  <a:close/>
                </a:path>
                <a:path w="2207259" h="361950">
                  <a:moveTo>
                    <a:pt x="2048684" y="68625"/>
                  </a:moveTo>
                  <a:lnTo>
                    <a:pt x="2048637" y="92014"/>
                  </a:lnTo>
                  <a:lnTo>
                    <a:pt x="2051812" y="98370"/>
                  </a:lnTo>
                  <a:lnTo>
                    <a:pt x="2051812" y="74982"/>
                  </a:lnTo>
                  <a:lnTo>
                    <a:pt x="2051682" y="74617"/>
                  </a:lnTo>
                  <a:lnTo>
                    <a:pt x="2048788" y="68834"/>
                  </a:lnTo>
                  <a:lnTo>
                    <a:pt x="2048684" y="68625"/>
                  </a:lnTo>
                  <a:close/>
                </a:path>
                <a:path w="2207259" h="361950">
                  <a:moveTo>
                    <a:pt x="2074291" y="72080"/>
                  </a:moveTo>
                  <a:lnTo>
                    <a:pt x="2074416" y="85537"/>
                  </a:lnTo>
                  <a:lnTo>
                    <a:pt x="2080561" y="97858"/>
                  </a:lnTo>
                  <a:lnTo>
                    <a:pt x="2080678" y="98091"/>
                  </a:lnTo>
                  <a:lnTo>
                    <a:pt x="2080768" y="85089"/>
                  </a:lnTo>
                  <a:lnTo>
                    <a:pt x="2080546" y="84581"/>
                  </a:lnTo>
                  <a:lnTo>
                    <a:pt x="2074291" y="72080"/>
                  </a:lnTo>
                  <a:close/>
                </a:path>
                <a:path w="2207259" h="361950">
                  <a:moveTo>
                    <a:pt x="1434846" y="43179"/>
                  </a:moveTo>
                  <a:lnTo>
                    <a:pt x="1407453" y="44478"/>
                  </a:lnTo>
                  <a:lnTo>
                    <a:pt x="1408063" y="44478"/>
                  </a:lnTo>
                  <a:lnTo>
                    <a:pt x="1434729" y="97858"/>
                  </a:lnTo>
                  <a:lnTo>
                    <a:pt x="1434846" y="43179"/>
                  </a:lnTo>
                  <a:close/>
                </a:path>
                <a:path w="2207259" h="361950">
                  <a:moveTo>
                    <a:pt x="1786255" y="42098"/>
                  </a:moveTo>
                  <a:lnTo>
                    <a:pt x="1786255" y="73961"/>
                  </a:lnTo>
                  <a:lnTo>
                    <a:pt x="1798193" y="97858"/>
                  </a:lnTo>
                  <a:lnTo>
                    <a:pt x="1798193" y="66039"/>
                  </a:lnTo>
                  <a:lnTo>
                    <a:pt x="1797746" y="65024"/>
                  </a:lnTo>
                  <a:lnTo>
                    <a:pt x="1786255" y="42098"/>
                  </a:lnTo>
                  <a:close/>
                </a:path>
                <a:path w="2207259" h="361950">
                  <a:moveTo>
                    <a:pt x="2034391" y="63500"/>
                  </a:moveTo>
                  <a:lnTo>
                    <a:pt x="2034446" y="87883"/>
                  </a:lnTo>
                  <a:lnTo>
                    <a:pt x="2039421" y="97858"/>
                  </a:lnTo>
                  <a:lnTo>
                    <a:pt x="2039366" y="73457"/>
                  </a:lnTo>
                  <a:lnTo>
                    <a:pt x="2034391" y="63500"/>
                  </a:lnTo>
                  <a:close/>
                </a:path>
                <a:path w="2207259" h="361950">
                  <a:moveTo>
                    <a:pt x="1353566" y="49562"/>
                  </a:moveTo>
                  <a:lnTo>
                    <a:pt x="1352977" y="49562"/>
                  </a:lnTo>
                  <a:lnTo>
                    <a:pt x="1330325" y="50800"/>
                  </a:lnTo>
                  <a:lnTo>
                    <a:pt x="1353566" y="97365"/>
                  </a:lnTo>
                  <a:lnTo>
                    <a:pt x="1353566" y="49562"/>
                  </a:lnTo>
                  <a:close/>
                </a:path>
                <a:path w="2207259" h="361950">
                  <a:moveTo>
                    <a:pt x="1157859" y="62229"/>
                  </a:moveTo>
                  <a:lnTo>
                    <a:pt x="1126490" y="63500"/>
                  </a:lnTo>
                  <a:lnTo>
                    <a:pt x="1143205" y="96901"/>
                  </a:lnTo>
                  <a:lnTo>
                    <a:pt x="1143301" y="97091"/>
                  </a:lnTo>
                  <a:lnTo>
                    <a:pt x="1143381" y="69850"/>
                  </a:lnTo>
                  <a:lnTo>
                    <a:pt x="1157859" y="69850"/>
                  </a:lnTo>
                  <a:lnTo>
                    <a:pt x="1157859" y="62229"/>
                  </a:lnTo>
                  <a:close/>
                </a:path>
                <a:path w="2207259" h="361950">
                  <a:moveTo>
                    <a:pt x="1189355" y="60960"/>
                  </a:moveTo>
                  <a:lnTo>
                    <a:pt x="1157859" y="62229"/>
                  </a:lnTo>
                  <a:lnTo>
                    <a:pt x="1175163" y="96901"/>
                  </a:lnTo>
                  <a:lnTo>
                    <a:pt x="1175258" y="68625"/>
                  </a:lnTo>
                  <a:lnTo>
                    <a:pt x="1189355" y="68625"/>
                  </a:lnTo>
                  <a:lnTo>
                    <a:pt x="1189355" y="60960"/>
                  </a:lnTo>
                  <a:close/>
                </a:path>
                <a:path w="2207259" h="361950">
                  <a:moveTo>
                    <a:pt x="1694815" y="22860"/>
                  </a:moveTo>
                  <a:lnTo>
                    <a:pt x="1694815" y="64445"/>
                  </a:lnTo>
                  <a:lnTo>
                    <a:pt x="1711071" y="96901"/>
                  </a:lnTo>
                  <a:lnTo>
                    <a:pt x="1711071" y="55315"/>
                  </a:lnTo>
                  <a:lnTo>
                    <a:pt x="1694815" y="22860"/>
                  </a:lnTo>
                  <a:close/>
                </a:path>
                <a:path w="2207259" h="361950">
                  <a:moveTo>
                    <a:pt x="2100326" y="57274"/>
                  </a:moveTo>
                  <a:lnTo>
                    <a:pt x="2096389" y="57274"/>
                  </a:lnTo>
                  <a:lnTo>
                    <a:pt x="2096462" y="89153"/>
                  </a:lnTo>
                  <a:lnTo>
                    <a:pt x="2100342" y="96901"/>
                  </a:lnTo>
                  <a:lnTo>
                    <a:pt x="2100326" y="57274"/>
                  </a:lnTo>
                  <a:close/>
                </a:path>
                <a:path w="2207259" h="361950">
                  <a:moveTo>
                    <a:pt x="1215771" y="58420"/>
                  </a:moveTo>
                  <a:lnTo>
                    <a:pt x="1189355" y="60960"/>
                  </a:lnTo>
                  <a:lnTo>
                    <a:pt x="1207135" y="96519"/>
                  </a:lnTo>
                  <a:lnTo>
                    <a:pt x="1207135" y="66039"/>
                  </a:lnTo>
                  <a:lnTo>
                    <a:pt x="1215771" y="66039"/>
                  </a:lnTo>
                  <a:lnTo>
                    <a:pt x="1215771" y="58420"/>
                  </a:lnTo>
                  <a:close/>
                </a:path>
                <a:path w="2207259" h="361950">
                  <a:moveTo>
                    <a:pt x="782320" y="78739"/>
                  </a:moveTo>
                  <a:lnTo>
                    <a:pt x="754888" y="80010"/>
                  </a:lnTo>
                  <a:lnTo>
                    <a:pt x="763016" y="96250"/>
                  </a:lnTo>
                  <a:lnTo>
                    <a:pt x="763016" y="81279"/>
                  </a:lnTo>
                  <a:lnTo>
                    <a:pt x="782320" y="81279"/>
                  </a:lnTo>
                  <a:lnTo>
                    <a:pt x="782320" y="78739"/>
                  </a:lnTo>
                  <a:close/>
                </a:path>
                <a:path w="2207259" h="361950">
                  <a:moveTo>
                    <a:pt x="1674690" y="24266"/>
                  </a:moveTo>
                  <a:lnTo>
                    <a:pt x="1674622" y="61753"/>
                  </a:lnTo>
                  <a:lnTo>
                    <a:pt x="1691513" y="95565"/>
                  </a:lnTo>
                  <a:lnTo>
                    <a:pt x="1691513" y="57853"/>
                  </a:lnTo>
                  <a:lnTo>
                    <a:pt x="1674690" y="24266"/>
                  </a:lnTo>
                  <a:close/>
                </a:path>
                <a:path w="2207259" h="361950">
                  <a:moveTo>
                    <a:pt x="1376552" y="46989"/>
                  </a:moveTo>
                  <a:lnTo>
                    <a:pt x="1353274" y="49562"/>
                  </a:lnTo>
                  <a:lnTo>
                    <a:pt x="1353582" y="49562"/>
                  </a:lnTo>
                  <a:lnTo>
                    <a:pt x="1376172" y="94742"/>
                  </a:lnTo>
                  <a:lnTo>
                    <a:pt x="1376299" y="94995"/>
                  </a:lnTo>
                  <a:lnTo>
                    <a:pt x="1376426" y="95250"/>
                  </a:lnTo>
                  <a:lnTo>
                    <a:pt x="1376552" y="46989"/>
                  </a:lnTo>
                  <a:close/>
                </a:path>
                <a:path w="2207259" h="361950">
                  <a:moveTo>
                    <a:pt x="1773427" y="48285"/>
                  </a:moveTo>
                  <a:lnTo>
                    <a:pt x="1773552" y="81021"/>
                  </a:lnTo>
                  <a:lnTo>
                    <a:pt x="1780413" y="94742"/>
                  </a:lnTo>
                  <a:lnTo>
                    <a:pt x="1780540" y="94995"/>
                  </a:lnTo>
                  <a:lnTo>
                    <a:pt x="1780667" y="95250"/>
                  </a:lnTo>
                  <a:lnTo>
                    <a:pt x="1780794" y="62875"/>
                  </a:lnTo>
                  <a:lnTo>
                    <a:pt x="1780503" y="62449"/>
                  </a:lnTo>
                  <a:lnTo>
                    <a:pt x="1773427" y="48285"/>
                  </a:lnTo>
                  <a:close/>
                </a:path>
                <a:path w="2207259" h="361950">
                  <a:moveTo>
                    <a:pt x="2095500" y="87232"/>
                  </a:moveTo>
                  <a:lnTo>
                    <a:pt x="2095570" y="93866"/>
                  </a:lnTo>
                  <a:lnTo>
                    <a:pt x="2096008" y="94742"/>
                  </a:lnTo>
                  <a:lnTo>
                    <a:pt x="2096135" y="94995"/>
                  </a:lnTo>
                  <a:lnTo>
                    <a:pt x="2096262" y="95250"/>
                  </a:lnTo>
                  <a:lnTo>
                    <a:pt x="2096389" y="89153"/>
                  </a:lnTo>
                  <a:lnTo>
                    <a:pt x="2095936" y="88104"/>
                  </a:lnTo>
                  <a:lnTo>
                    <a:pt x="2095500" y="87232"/>
                  </a:lnTo>
                  <a:close/>
                </a:path>
                <a:path w="2207259" h="361950">
                  <a:moveTo>
                    <a:pt x="2055211" y="63071"/>
                  </a:moveTo>
                  <a:lnTo>
                    <a:pt x="2055114" y="63289"/>
                  </a:lnTo>
                  <a:lnTo>
                    <a:pt x="2055016" y="81279"/>
                  </a:lnTo>
                  <a:lnTo>
                    <a:pt x="2061880" y="94995"/>
                  </a:lnTo>
                  <a:lnTo>
                    <a:pt x="2061972" y="76625"/>
                  </a:lnTo>
                  <a:lnTo>
                    <a:pt x="2055425" y="63500"/>
                  </a:lnTo>
                  <a:lnTo>
                    <a:pt x="2055320" y="63289"/>
                  </a:lnTo>
                  <a:lnTo>
                    <a:pt x="2055211" y="63071"/>
                  </a:lnTo>
                  <a:close/>
                </a:path>
                <a:path w="2207259" h="361950">
                  <a:moveTo>
                    <a:pt x="1656469" y="25416"/>
                  </a:moveTo>
                  <a:lnTo>
                    <a:pt x="1656587" y="69087"/>
                  </a:lnTo>
                  <a:lnTo>
                    <a:pt x="1669415" y="94742"/>
                  </a:lnTo>
                  <a:lnTo>
                    <a:pt x="1669415" y="51330"/>
                  </a:lnTo>
                  <a:lnTo>
                    <a:pt x="1656594" y="25666"/>
                  </a:lnTo>
                  <a:lnTo>
                    <a:pt x="1656469" y="25416"/>
                  </a:lnTo>
                  <a:close/>
                </a:path>
                <a:path w="2207259" h="361950">
                  <a:moveTo>
                    <a:pt x="1983867" y="54610"/>
                  </a:moveTo>
                  <a:lnTo>
                    <a:pt x="1983387" y="55315"/>
                  </a:lnTo>
                  <a:lnTo>
                    <a:pt x="1975612" y="70866"/>
                  </a:lnTo>
                  <a:lnTo>
                    <a:pt x="1975612" y="94742"/>
                  </a:lnTo>
                  <a:lnTo>
                    <a:pt x="1975902" y="94414"/>
                  </a:lnTo>
                  <a:lnTo>
                    <a:pt x="1983740" y="78739"/>
                  </a:lnTo>
                  <a:lnTo>
                    <a:pt x="1983867" y="54610"/>
                  </a:lnTo>
                  <a:close/>
                </a:path>
                <a:path w="2207259" h="361950">
                  <a:moveTo>
                    <a:pt x="2080768" y="74617"/>
                  </a:moveTo>
                  <a:lnTo>
                    <a:pt x="2080801" y="85089"/>
                  </a:lnTo>
                  <a:lnTo>
                    <a:pt x="2085122" y="93725"/>
                  </a:lnTo>
                  <a:lnTo>
                    <a:pt x="2085193" y="93866"/>
                  </a:lnTo>
                  <a:lnTo>
                    <a:pt x="2085305" y="94091"/>
                  </a:lnTo>
                  <a:lnTo>
                    <a:pt x="2085376" y="94233"/>
                  </a:lnTo>
                  <a:lnTo>
                    <a:pt x="2085467" y="83820"/>
                  </a:lnTo>
                  <a:lnTo>
                    <a:pt x="2085182" y="83439"/>
                  </a:lnTo>
                  <a:lnTo>
                    <a:pt x="2080768" y="74617"/>
                  </a:lnTo>
                  <a:close/>
                </a:path>
                <a:path w="2207259" h="361950">
                  <a:moveTo>
                    <a:pt x="693166" y="81279"/>
                  </a:moveTo>
                  <a:lnTo>
                    <a:pt x="660526" y="81279"/>
                  </a:lnTo>
                  <a:lnTo>
                    <a:pt x="666749" y="93725"/>
                  </a:lnTo>
                  <a:lnTo>
                    <a:pt x="666820" y="93866"/>
                  </a:lnTo>
                  <a:lnTo>
                    <a:pt x="666932" y="94091"/>
                  </a:lnTo>
                  <a:lnTo>
                    <a:pt x="667003" y="82667"/>
                  </a:lnTo>
                  <a:lnTo>
                    <a:pt x="693166" y="82667"/>
                  </a:lnTo>
                  <a:lnTo>
                    <a:pt x="693166" y="81279"/>
                  </a:lnTo>
                  <a:close/>
                </a:path>
                <a:path w="2207259" h="361950">
                  <a:moveTo>
                    <a:pt x="1613916" y="29210"/>
                  </a:moveTo>
                  <a:lnTo>
                    <a:pt x="1614003" y="75691"/>
                  </a:lnTo>
                  <a:lnTo>
                    <a:pt x="1623004" y="93725"/>
                  </a:lnTo>
                  <a:lnTo>
                    <a:pt x="1623074" y="93866"/>
                  </a:lnTo>
                  <a:lnTo>
                    <a:pt x="1623187" y="47497"/>
                  </a:lnTo>
                  <a:lnTo>
                    <a:pt x="1622948" y="47244"/>
                  </a:lnTo>
                  <a:lnTo>
                    <a:pt x="1613916" y="29210"/>
                  </a:lnTo>
                  <a:close/>
                </a:path>
                <a:path w="2207259" h="361950">
                  <a:moveTo>
                    <a:pt x="1635378" y="26670"/>
                  </a:moveTo>
                  <a:lnTo>
                    <a:pt x="1635388" y="72080"/>
                  </a:lnTo>
                  <a:lnTo>
                    <a:pt x="1646230" y="93725"/>
                  </a:lnTo>
                  <a:lnTo>
                    <a:pt x="1646301" y="48285"/>
                  </a:lnTo>
                  <a:lnTo>
                    <a:pt x="1645903" y="47719"/>
                  </a:lnTo>
                  <a:lnTo>
                    <a:pt x="1635378" y="26670"/>
                  </a:lnTo>
                  <a:close/>
                </a:path>
                <a:path w="2207259" h="361950">
                  <a:moveTo>
                    <a:pt x="2093214" y="82667"/>
                  </a:moveTo>
                  <a:lnTo>
                    <a:pt x="2093214" y="89153"/>
                  </a:lnTo>
                  <a:lnTo>
                    <a:pt x="2095500" y="93725"/>
                  </a:lnTo>
                  <a:lnTo>
                    <a:pt x="2095500" y="87232"/>
                  </a:lnTo>
                  <a:lnTo>
                    <a:pt x="2093214" y="82667"/>
                  </a:lnTo>
                  <a:close/>
                </a:path>
                <a:path w="2207259" h="361950">
                  <a:moveTo>
                    <a:pt x="1570586" y="31958"/>
                  </a:moveTo>
                  <a:lnTo>
                    <a:pt x="1570482" y="79248"/>
                  </a:lnTo>
                  <a:lnTo>
                    <a:pt x="1577213" y="92710"/>
                  </a:lnTo>
                  <a:lnTo>
                    <a:pt x="1577340" y="45478"/>
                  </a:lnTo>
                  <a:lnTo>
                    <a:pt x="1570586" y="31958"/>
                  </a:lnTo>
                  <a:close/>
                </a:path>
                <a:path w="2207259" h="361950">
                  <a:moveTo>
                    <a:pt x="1941957" y="15264"/>
                  </a:moveTo>
                  <a:lnTo>
                    <a:pt x="1936115" y="15264"/>
                  </a:lnTo>
                  <a:lnTo>
                    <a:pt x="1936115" y="92710"/>
                  </a:lnTo>
                  <a:lnTo>
                    <a:pt x="1936556" y="92014"/>
                  </a:lnTo>
                  <a:lnTo>
                    <a:pt x="1942058" y="81021"/>
                  </a:lnTo>
                  <a:lnTo>
                    <a:pt x="1941957" y="15264"/>
                  </a:lnTo>
                  <a:close/>
                </a:path>
                <a:path w="2207259" h="361950">
                  <a:moveTo>
                    <a:pt x="2044700" y="60663"/>
                  </a:moveTo>
                  <a:lnTo>
                    <a:pt x="2044700" y="84134"/>
                  </a:lnTo>
                  <a:lnTo>
                    <a:pt x="2048637" y="92014"/>
                  </a:lnTo>
                  <a:lnTo>
                    <a:pt x="2048637" y="68375"/>
                  </a:lnTo>
                  <a:lnTo>
                    <a:pt x="2048384" y="68026"/>
                  </a:lnTo>
                  <a:lnTo>
                    <a:pt x="2044700" y="60663"/>
                  </a:lnTo>
                  <a:close/>
                </a:path>
                <a:path w="2207259" h="361950">
                  <a:moveTo>
                    <a:pt x="1591563" y="30734"/>
                  </a:moveTo>
                  <a:lnTo>
                    <a:pt x="1591437" y="31302"/>
                  </a:lnTo>
                  <a:lnTo>
                    <a:pt x="1591317" y="73457"/>
                  </a:lnTo>
                  <a:lnTo>
                    <a:pt x="1600453" y="91746"/>
                  </a:lnTo>
                  <a:lnTo>
                    <a:pt x="1600453" y="48545"/>
                  </a:lnTo>
                  <a:lnTo>
                    <a:pt x="1591563" y="30734"/>
                  </a:lnTo>
                  <a:close/>
                </a:path>
                <a:path w="2207259" h="361950">
                  <a:moveTo>
                    <a:pt x="1824355" y="24129"/>
                  </a:moveTo>
                  <a:lnTo>
                    <a:pt x="1820926" y="24129"/>
                  </a:lnTo>
                  <a:lnTo>
                    <a:pt x="1820926" y="84581"/>
                  </a:lnTo>
                  <a:lnTo>
                    <a:pt x="1824355" y="91440"/>
                  </a:lnTo>
                  <a:lnTo>
                    <a:pt x="1824355" y="24129"/>
                  </a:lnTo>
                  <a:close/>
                </a:path>
                <a:path w="2207259" h="361950">
                  <a:moveTo>
                    <a:pt x="1802494" y="47719"/>
                  </a:moveTo>
                  <a:lnTo>
                    <a:pt x="1802384" y="74274"/>
                  </a:lnTo>
                  <a:lnTo>
                    <a:pt x="1810258" y="89982"/>
                  </a:lnTo>
                  <a:lnTo>
                    <a:pt x="1810258" y="63071"/>
                  </a:lnTo>
                  <a:lnTo>
                    <a:pt x="1810072" y="62875"/>
                  </a:lnTo>
                  <a:lnTo>
                    <a:pt x="1802494" y="47719"/>
                  </a:lnTo>
                  <a:close/>
                </a:path>
                <a:path w="2207259" h="361950">
                  <a:moveTo>
                    <a:pt x="1961007" y="61095"/>
                  </a:moveTo>
                  <a:lnTo>
                    <a:pt x="1957000" y="69087"/>
                  </a:lnTo>
                  <a:lnTo>
                    <a:pt x="1956816" y="69537"/>
                  </a:lnTo>
                  <a:lnTo>
                    <a:pt x="1956816" y="89982"/>
                  </a:lnTo>
                  <a:lnTo>
                    <a:pt x="1960955" y="81694"/>
                  </a:lnTo>
                  <a:lnTo>
                    <a:pt x="1961007" y="61095"/>
                  </a:lnTo>
                  <a:close/>
                </a:path>
                <a:path w="2207259" h="361950">
                  <a:moveTo>
                    <a:pt x="1457833" y="53339"/>
                  </a:moveTo>
                  <a:lnTo>
                    <a:pt x="1444498" y="53339"/>
                  </a:lnTo>
                  <a:lnTo>
                    <a:pt x="1444498" y="62449"/>
                  </a:lnTo>
                  <a:lnTo>
                    <a:pt x="1457874" y="89153"/>
                  </a:lnTo>
                  <a:lnTo>
                    <a:pt x="1457833" y="53339"/>
                  </a:lnTo>
                  <a:close/>
                </a:path>
                <a:path w="2207259" h="361950">
                  <a:moveTo>
                    <a:pt x="2085467" y="67199"/>
                  </a:moveTo>
                  <a:lnTo>
                    <a:pt x="2085365" y="73457"/>
                  </a:lnTo>
                  <a:lnTo>
                    <a:pt x="2093214" y="89153"/>
                  </a:lnTo>
                  <a:lnTo>
                    <a:pt x="2093214" y="82667"/>
                  </a:lnTo>
                  <a:lnTo>
                    <a:pt x="2085467" y="67199"/>
                  </a:lnTo>
                  <a:close/>
                </a:path>
                <a:path w="2207259" h="361950">
                  <a:moveTo>
                    <a:pt x="2110740" y="15264"/>
                  </a:moveTo>
                  <a:lnTo>
                    <a:pt x="2095500" y="15264"/>
                  </a:lnTo>
                  <a:lnTo>
                    <a:pt x="2095500" y="87232"/>
                  </a:lnTo>
                  <a:lnTo>
                    <a:pt x="2096462" y="89153"/>
                  </a:lnTo>
                  <a:lnTo>
                    <a:pt x="2096389" y="57274"/>
                  </a:lnTo>
                  <a:lnTo>
                    <a:pt x="2100326" y="57274"/>
                  </a:lnTo>
                  <a:lnTo>
                    <a:pt x="2100326" y="55879"/>
                  </a:lnTo>
                  <a:lnTo>
                    <a:pt x="2110740" y="55879"/>
                  </a:lnTo>
                  <a:lnTo>
                    <a:pt x="2110740" y="15264"/>
                  </a:lnTo>
                  <a:close/>
                </a:path>
                <a:path w="2207259" h="361950">
                  <a:moveTo>
                    <a:pt x="1036827" y="68625"/>
                  </a:moveTo>
                  <a:lnTo>
                    <a:pt x="1035693" y="68625"/>
                  </a:lnTo>
                  <a:lnTo>
                    <a:pt x="1005332" y="69850"/>
                  </a:lnTo>
                  <a:lnTo>
                    <a:pt x="1014365" y="87883"/>
                  </a:lnTo>
                  <a:lnTo>
                    <a:pt x="1014476" y="74982"/>
                  </a:lnTo>
                  <a:lnTo>
                    <a:pt x="1036827" y="74982"/>
                  </a:lnTo>
                  <a:lnTo>
                    <a:pt x="1036827" y="68625"/>
                  </a:lnTo>
                  <a:close/>
                </a:path>
                <a:path w="2207259" h="361950">
                  <a:moveTo>
                    <a:pt x="1126490" y="63500"/>
                  </a:moveTo>
                  <a:lnTo>
                    <a:pt x="1099185" y="64770"/>
                  </a:lnTo>
                  <a:lnTo>
                    <a:pt x="1110615" y="87629"/>
                  </a:lnTo>
                  <a:lnTo>
                    <a:pt x="1110615" y="71223"/>
                  </a:lnTo>
                  <a:lnTo>
                    <a:pt x="1126490" y="71223"/>
                  </a:lnTo>
                  <a:lnTo>
                    <a:pt x="1126490" y="63500"/>
                  </a:lnTo>
                  <a:close/>
                </a:path>
                <a:path w="2207259" h="361950">
                  <a:moveTo>
                    <a:pt x="2007743" y="78739"/>
                  </a:moveTo>
                  <a:lnTo>
                    <a:pt x="2007484" y="79109"/>
                  </a:lnTo>
                  <a:lnTo>
                    <a:pt x="2005421" y="83241"/>
                  </a:lnTo>
                  <a:lnTo>
                    <a:pt x="2007616" y="87629"/>
                  </a:lnTo>
                  <a:lnTo>
                    <a:pt x="2007743" y="78739"/>
                  </a:lnTo>
                  <a:close/>
                </a:path>
                <a:path w="2207259" h="361950">
                  <a:moveTo>
                    <a:pt x="2027427" y="49562"/>
                  </a:moveTo>
                  <a:lnTo>
                    <a:pt x="2027502" y="73961"/>
                  </a:lnTo>
                  <a:lnTo>
                    <a:pt x="2034319" y="87629"/>
                  </a:lnTo>
                  <a:lnTo>
                    <a:pt x="2034286" y="63289"/>
                  </a:lnTo>
                  <a:lnTo>
                    <a:pt x="2027427" y="49562"/>
                  </a:lnTo>
                  <a:close/>
                </a:path>
                <a:path w="2207259" h="361950">
                  <a:moveTo>
                    <a:pt x="1716776" y="31750"/>
                  </a:moveTo>
                  <a:lnTo>
                    <a:pt x="1714500" y="31750"/>
                  </a:lnTo>
                  <a:lnTo>
                    <a:pt x="1714534" y="62229"/>
                  </a:lnTo>
                  <a:lnTo>
                    <a:pt x="1727056" y="87232"/>
                  </a:lnTo>
                  <a:lnTo>
                    <a:pt x="1726946" y="52124"/>
                  </a:lnTo>
                  <a:lnTo>
                    <a:pt x="1716880" y="31958"/>
                  </a:lnTo>
                  <a:lnTo>
                    <a:pt x="1716776" y="31750"/>
                  </a:lnTo>
                  <a:close/>
                </a:path>
                <a:path w="2207259" h="361950">
                  <a:moveTo>
                    <a:pt x="1970786" y="62229"/>
                  </a:moveTo>
                  <a:lnTo>
                    <a:pt x="1970569" y="62449"/>
                  </a:lnTo>
                  <a:lnTo>
                    <a:pt x="1967609" y="68375"/>
                  </a:lnTo>
                  <a:lnTo>
                    <a:pt x="1967484" y="87232"/>
                  </a:lnTo>
                  <a:lnTo>
                    <a:pt x="1967865" y="86360"/>
                  </a:lnTo>
                  <a:lnTo>
                    <a:pt x="1970534" y="81021"/>
                  </a:lnTo>
                  <a:lnTo>
                    <a:pt x="1970659" y="80771"/>
                  </a:lnTo>
                  <a:lnTo>
                    <a:pt x="1970786" y="62229"/>
                  </a:lnTo>
                  <a:close/>
                </a:path>
                <a:path w="2207259" h="361950">
                  <a:moveTo>
                    <a:pt x="2095500" y="54610"/>
                  </a:moveTo>
                  <a:lnTo>
                    <a:pt x="2093214" y="54610"/>
                  </a:lnTo>
                  <a:lnTo>
                    <a:pt x="2093214" y="82667"/>
                  </a:lnTo>
                  <a:lnTo>
                    <a:pt x="2095500" y="87232"/>
                  </a:lnTo>
                  <a:lnTo>
                    <a:pt x="2095500" y="54610"/>
                  </a:lnTo>
                  <a:close/>
                </a:path>
                <a:path w="2207259" h="361950">
                  <a:moveTo>
                    <a:pt x="2004186" y="80771"/>
                  </a:moveTo>
                  <a:lnTo>
                    <a:pt x="2004060" y="85969"/>
                  </a:lnTo>
                  <a:lnTo>
                    <a:pt x="2005323" y="83439"/>
                  </a:lnTo>
                  <a:lnTo>
                    <a:pt x="2005421" y="83241"/>
                  </a:lnTo>
                  <a:lnTo>
                    <a:pt x="2004311" y="81021"/>
                  </a:lnTo>
                  <a:lnTo>
                    <a:pt x="2004186" y="80771"/>
                  </a:lnTo>
                  <a:close/>
                </a:path>
                <a:path w="2207259" h="361950">
                  <a:moveTo>
                    <a:pt x="1956816" y="51530"/>
                  </a:moveTo>
                  <a:lnTo>
                    <a:pt x="1948561" y="68026"/>
                  </a:lnTo>
                  <a:lnTo>
                    <a:pt x="1948561" y="85678"/>
                  </a:lnTo>
                  <a:lnTo>
                    <a:pt x="1948755" y="85537"/>
                  </a:lnTo>
                  <a:lnTo>
                    <a:pt x="1956775" y="69537"/>
                  </a:lnTo>
                  <a:lnTo>
                    <a:pt x="1956816" y="51530"/>
                  </a:lnTo>
                  <a:close/>
                </a:path>
                <a:path w="2207259" h="361950">
                  <a:moveTo>
                    <a:pt x="1480312" y="50800"/>
                  </a:moveTo>
                  <a:lnTo>
                    <a:pt x="1471676" y="50800"/>
                  </a:lnTo>
                  <a:lnTo>
                    <a:pt x="1471800" y="68625"/>
                  </a:lnTo>
                  <a:lnTo>
                    <a:pt x="1480018" y="85089"/>
                  </a:lnTo>
                  <a:lnTo>
                    <a:pt x="1480145" y="85343"/>
                  </a:lnTo>
                  <a:lnTo>
                    <a:pt x="1480241" y="85537"/>
                  </a:lnTo>
                  <a:lnTo>
                    <a:pt x="1480312" y="50800"/>
                  </a:lnTo>
                  <a:close/>
                </a:path>
                <a:path w="2207259" h="361950">
                  <a:moveTo>
                    <a:pt x="2062010" y="60663"/>
                  </a:moveTo>
                  <a:lnTo>
                    <a:pt x="2061972" y="76625"/>
                  </a:lnTo>
                  <a:lnTo>
                    <a:pt x="2066193" y="85089"/>
                  </a:lnTo>
                  <a:lnTo>
                    <a:pt x="2066320" y="85343"/>
                  </a:lnTo>
                  <a:lnTo>
                    <a:pt x="2066417" y="69537"/>
                  </a:lnTo>
                  <a:lnTo>
                    <a:pt x="2066211" y="69087"/>
                  </a:lnTo>
                  <a:lnTo>
                    <a:pt x="2062010" y="60663"/>
                  </a:lnTo>
                  <a:close/>
                </a:path>
                <a:path w="2207259" h="361950">
                  <a:moveTo>
                    <a:pt x="1503299" y="49562"/>
                  </a:moveTo>
                  <a:lnTo>
                    <a:pt x="1495171" y="49562"/>
                  </a:lnTo>
                  <a:lnTo>
                    <a:pt x="1495171" y="69087"/>
                  </a:lnTo>
                  <a:lnTo>
                    <a:pt x="1503172" y="85089"/>
                  </a:lnTo>
                  <a:lnTo>
                    <a:pt x="1503299" y="49562"/>
                  </a:lnTo>
                  <a:close/>
                </a:path>
                <a:path w="2207259" h="361950">
                  <a:moveTo>
                    <a:pt x="2066493" y="56498"/>
                  </a:moveTo>
                  <a:lnTo>
                    <a:pt x="2066436" y="69537"/>
                  </a:lnTo>
                  <a:lnTo>
                    <a:pt x="2074193" y="85089"/>
                  </a:lnTo>
                  <a:lnTo>
                    <a:pt x="2074291" y="72080"/>
                  </a:lnTo>
                  <a:lnTo>
                    <a:pt x="2066565" y="56641"/>
                  </a:lnTo>
                  <a:lnTo>
                    <a:pt x="2066493" y="56498"/>
                  </a:lnTo>
                  <a:close/>
                </a:path>
                <a:path w="2207259" h="361950">
                  <a:moveTo>
                    <a:pt x="2074330" y="61753"/>
                  </a:moveTo>
                  <a:lnTo>
                    <a:pt x="2074291" y="72080"/>
                  </a:lnTo>
                  <a:lnTo>
                    <a:pt x="2080801" y="85089"/>
                  </a:lnTo>
                  <a:lnTo>
                    <a:pt x="2080768" y="74617"/>
                  </a:lnTo>
                  <a:lnTo>
                    <a:pt x="2074330" y="61753"/>
                  </a:lnTo>
                  <a:close/>
                </a:path>
                <a:path w="2207259" h="361950">
                  <a:moveTo>
                    <a:pt x="1824355" y="14097"/>
                  </a:moveTo>
                  <a:lnTo>
                    <a:pt x="1816481" y="14097"/>
                  </a:lnTo>
                  <a:lnTo>
                    <a:pt x="1816481" y="75691"/>
                  </a:lnTo>
                  <a:lnTo>
                    <a:pt x="1820926" y="84581"/>
                  </a:lnTo>
                  <a:lnTo>
                    <a:pt x="1820926" y="24129"/>
                  </a:lnTo>
                  <a:lnTo>
                    <a:pt x="1824355" y="24129"/>
                  </a:lnTo>
                  <a:lnTo>
                    <a:pt x="1824355" y="14097"/>
                  </a:lnTo>
                  <a:close/>
                </a:path>
                <a:path w="2207259" h="361950">
                  <a:moveTo>
                    <a:pt x="2040129" y="51530"/>
                  </a:moveTo>
                  <a:lnTo>
                    <a:pt x="2040127" y="74982"/>
                  </a:lnTo>
                  <a:lnTo>
                    <a:pt x="2044700" y="84134"/>
                  </a:lnTo>
                  <a:lnTo>
                    <a:pt x="2044700" y="60663"/>
                  </a:lnTo>
                  <a:lnTo>
                    <a:pt x="2040129" y="51530"/>
                  </a:lnTo>
                  <a:close/>
                </a:path>
                <a:path w="2207259" h="361950">
                  <a:moveTo>
                    <a:pt x="1526286" y="46989"/>
                  </a:moveTo>
                  <a:lnTo>
                    <a:pt x="1518412" y="46989"/>
                  </a:lnTo>
                  <a:lnTo>
                    <a:pt x="1518450" y="68375"/>
                  </a:lnTo>
                  <a:lnTo>
                    <a:pt x="1526179" y="83820"/>
                  </a:lnTo>
                  <a:lnTo>
                    <a:pt x="1526286" y="46989"/>
                  </a:lnTo>
                  <a:close/>
                </a:path>
                <a:path w="2207259" h="361950">
                  <a:moveTo>
                    <a:pt x="2080859" y="64445"/>
                  </a:moveTo>
                  <a:lnTo>
                    <a:pt x="2080768" y="74617"/>
                  </a:lnTo>
                  <a:lnTo>
                    <a:pt x="2085373" y="83820"/>
                  </a:lnTo>
                  <a:lnTo>
                    <a:pt x="2085467" y="73457"/>
                  </a:lnTo>
                  <a:lnTo>
                    <a:pt x="2085034" y="72794"/>
                  </a:lnTo>
                  <a:lnTo>
                    <a:pt x="2080859" y="64445"/>
                  </a:lnTo>
                  <a:close/>
                </a:path>
                <a:path w="2207259" h="361950">
                  <a:moveTo>
                    <a:pt x="1548031" y="34346"/>
                  </a:moveTo>
                  <a:lnTo>
                    <a:pt x="1548072" y="79248"/>
                  </a:lnTo>
                  <a:lnTo>
                    <a:pt x="1550063" y="83241"/>
                  </a:lnTo>
                  <a:lnTo>
                    <a:pt x="1550162" y="44478"/>
                  </a:lnTo>
                  <a:lnTo>
                    <a:pt x="1553097" y="44478"/>
                  </a:lnTo>
                  <a:lnTo>
                    <a:pt x="1548138" y="34561"/>
                  </a:lnTo>
                  <a:lnTo>
                    <a:pt x="1548031" y="34346"/>
                  </a:lnTo>
                  <a:close/>
                </a:path>
                <a:path w="2207259" h="361950">
                  <a:moveTo>
                    <a:pt x="1735963" y="37130"/>
                  </a:moveTo>
                  <a:lnTo>
                    <a:pt x="1735963" y="70189"/>
                  </a:lnTo>
                  <a:lnTo>
                    <a:pt x="1742477" y="83241"/>
                  </a:lnTo>
                  <a:lnTo>
                    <a:pt x="1742567" y="50372"/>
                  </a:lnTo>
                  <a:lnTo>
                    <a:pt x="1735963" y="37130"/>
                  </a:lnTo>
                  <a:close/>
                </a:path>
                <a:path w="2207259" h="361950">
                  <a:moveTo>
                    <a:pt x="1758228" y="50372"/>
                  </a:moveTo>
                  <a:lnTo>
                    <a:pt x="1758188" y="81694"/>
                  </a:lnTo>
                  <a:lnTo>
                    <a:pt x="1758959" y="83241"/>
                  </a:lnTo>
                  <a:lnTo>
                    <a:pt x="1758950" y="51815"/>
                  </a:lnTo>
                  <a:lnTo>
                    <a:pt x="1758228" y="50372"/>
                  </a:lnTo>
                  <a:close/>
                </a:path>
                <a:path w="2207259" h="361950">
                  <a:moveTo>
                    <a:pt x="2006264" y="57531"/>
                  </a:moveTo>
                  <a:lnTo>
                    <a:pt x="2004548" y="60960"/>
                  </a:lnTo>
                  <a:lnTo>
                    <a:pt x="2004481" y="61095"/>
                  </a:lnTo>
                  <a:lnTo>
                    <a:pt x="2004060" y="61753"/>
                  </a:lnTo>
                  <a:lnTo>
                    <a:pt x="2004186" y="80771"/>
                  </a:lnTo>
                  <a:lnTo>
                    <a:pt x="2005421" y="83241"/>
                  </a:lnTo>
                  <a:lnTo>
                    <a:pt x="2007668" y="78739"/>
                  </a:lnTo>
                  <a:lnTo>
                    <a:pt x="2007743" y="60663"/>
                  </a:lnTo>
                  <a:lnTo>
                    <a:pt x="2007152" y="59308"/>
                  </a:lnTo>
                  <a:lnTo>
                    <a:pt x="2006264" y="57531"/>
                  </a:lnTo>
                  <a:close/>
                </a:path>
                <a:path w="2207259" h="361950">
                  <a:moveTo>
                    <a:pt x="2018792" y="56641"/>
                  </a:moveTo>
                  <a:lnTo>
                    <a:pt x="2018383" y="57274"/>
                  </a:lnTo>
                  <a:lnTo>
                    <a:pt x="2015587" y="62875"/>
                  </a:lnTo>
                  <a:lnTo>
                    <a:pt x="2015590" y="76200"/>
                  </a:lnTo>
                  <a:lnTo>
                    <a:pt x="2018822" y="82667"/>
                  </a:lnTo>
                  <a:lnTo>
                    <a:pt x="2018792" y="56641"/>
                  </a:lnTo>
                  <a:close/>
                </a:path>
                <a:path w="2207259" h="361950">
                  <a:moveTo>
                    <a:pt x="2095500" y="45720"/>
                  </a:moveTo>
                  <a:lnTo>
                    <a:pt x="2085467" y="45720"/>
                  </a:lnTo>
                  <a:lnTo>
                    <a:pt x="2085467" y="67199"/>
                  </a:lnTo>
                  <a:lnTo>
                    <a:pt x="2093214" y="82667"/>
                  </a:lnTo>
                  <a:lnTo>
                    <a:pt x="2093214" y="54610"/>
                  </a:lnTo>
                  <a:lnTo>
                    <a:pt x="2095500" y="54610"/>
                  </a:lnTo>
                  <a:lnTo>
                    <a:pt x="2095500" y="45720"/>
                  </a:lnTo>
                  <a:close/>
                </a:path>
                <a:path w="2207259" h="361950">
                  <a:moveTo>
                    <a:pt x="1742567" y="19050"/>
                  </a:moveTo>
                  <a:lnTo>
                    <a:pt x="1742567" y="50372"/>
                  </a:lnTo>
                  <a:lnTo>
                    <a:pt x="1758188" y="81694"/>
                  </a:lnTo>
                  <a:lnTo>
                    <a:pt x="1758188" y="50372"/>
                  </a:lnTo>
                  <a:lnTo>
                    <a:pt x="1758044" y="50004"/>
                  </a:lnTo>
                  <a:lnTo>
                    <a:pt x="1742567" y="19050"/>
                  </a:lnTo>
                  <a:close/>
                </a:path>
                <a:path w="2207259" h="361950">
                  <a:moveTo>
                    <a:pt x="1967484" y="48285"/>
                  </a:moveTo>
                  <a:lnTo>
                    <a:pt x="1967297" y="48545"/>
                  </a:lnTo>
                  <a:lnTo>
                    <a:pt x="1961074" y="60960"/>
                  </a:lnTo>
                  <a:lnTo>
                    <a:pt x="1961007" y="81694"/>
                  </a:lnTo>
                  <a:lnTo>
                    <a:pt x="1961162" y="81279"/>
                  </a:lnTo>
                  <a:lnTo>
                    <a:pt x="1967253" y="69087"/>
                  </a:lnTo>
                  <a:lnTo>
                    <a:pt x="1967379" y="68834"/>
                  </a:lnTo>
                  <a:lnTo>
                    <a:pt x="1967484" y="48285"/>
                  </a:lnTo>
                  <a:close/>
                </a:path>
                <a:path w="2207259" h="361950">
                  <a:moveTo>
                    <a:pt x="2052320" y="57274"/>
                  </a:moveTo>
                  <a:lnTo>
                    <a:pt x="2052220" y="75691"/>
                  </a:lnTo>
                  <a:lnTo>
                    <a:pt x="2055016" y="81279"/>
                  </a:lnTo>
                  <a:lnTo>
                    <a:pt x="2055114" y="62875"/>
                  </a:lnTo>
                  <a:lnTo>
                    <a:pt x="2052320" y="57274"/>
                  </a:lnTo>
                  <a:close/>
                </a:path>
                <a:path w="2207259" h="361950">
                  <a:moveTo>
                    <a:pt x="1948561" y="15264"/>
                  </a:moveTo>
                  <a:lnTo>
                    <a:pt x="1941957" y="15264"/>
                  </a:lnTo>
                  <a:lnTo>
                    <a:pt x="1941957" y="81021"/>
                  </a:lnTo>
                  <a:lnTo>
                    <a:pt x="1942182" y="80771"/>
                  </a:lnTo>
                  <a:lnTo>
                    <a:pt x="1948561" y="68026"/>
                  </a:lnTo>
                  <a:lnTo>
                    <a:pt x="1948561" y="15264"/>
                  </a:lnTo>
                  <a:close/>
                </a:path>
                <a:path w="2207259" h="361950">
                  <a:moveTo>
                    <a:pt x="925068" y="72389"/>
                  </a:moveTo>
                  <a:lnTo>
                    <a:pt x="853567" y="76200"/>
                  </a:lnTo>
                  <a:lnTo>
                    <a:pt x="855855" y="80771"/>
                  </a:lnTo>
                  <a:lnTo>
                    <a:pt x="855980" y="80010"/>
                  </a:lnTo>
                  <a:lnTo>
                    <a:pt x="877443" y="80010"/>
                  </a:lnTo>
                  <a:lnTo>
                    <a:pt x="877443" y="74982"/>
                  </a:lnTo>
                  <a:lnTo>
                    <a:pt x="901065" y="74982"/>
                  </a:lnTo>
                  <a:lnTo>
                    <a:pt x="901065" y="73812"/>
                  </a:lnTo>
                  <a:lnTo>
                    <a:pt x="925068" y="73812"/>
                  </a:lnTo>
                  <a:lnTo>
                    <a:pt x="925068" y="72389"/>
                  </a:lnTo>
                  <a:close/>
                </a:path>
                <a:path w="2207259" h="361950">
                  <a:moveTo>
                    <a:pt x="1763898" y="29210"/>
                  </a:moveTo>
                  <a:lnTo>
                    <a:pt x="1758950" y="29210"/>
                  </a:lnTo>
                  <a:lnTo>
                    <a:pt x="1758950" y="51815"/>
                  </a:lnTo>
                  <a:lnTo>
                    <a:pt x="1773301" y="80518"/>
                  </a:lnTo>
                  <a:lnTo>
                    <a:pt x="1773427" y="48285"/>
                  </a:lnTo>
                  <a:lnTo>
                    <a:pt x="1764025" y="29464"/>
                  </a:lnTo>
                  <a:lnTo>
                    <a:pt x="1763898" y="29210"/>
                  </a:lnTo>
                  <a:close/>
                </a:path>
                <a:path w="2207259" h="361950">
                  <a:moveTo>
                    <a:pt x="1975612" y="52356"/>
                  </a:moveTo>
                  <a:lnTo>
                    <a:pt x="1970786" y="62016"/>
                  </a:lnTo>
                  <a:lnTo>
                    <a:pt x="1970786" y="80518"/>
                  </a:lnTo>
                  <a:lnTo>
                    <a:pt x="1975612" y="70866"/>
                  </a:lnTo>
                  <a:lnTo>
                    <a:pt x="1975612" y="52356"/>
                  </a:lnTo>
                  <a:close/>
                </a:path>
                <a:path w="2207259" h="361950">
                  <a:moveTo>
                    <a:pt x="1994916" y="62229"/>
                  </a:moveTo>
                  <a:lnTo>
                    <a:pt x="1994789" y="80518"/>
                  </a:lnTo>
                  <a:lnTo>
                    <a:pt x="1995015" y="80010"/>
                  </a:lnTo>
                  <a:lnTo>
                    <a:pt x="1996286" y="77470"/>
                  </a:lnTo>
                  <a:lnTo>
                    <a:pt x="1996186" y="64770"/>
                  </a:lnTo>
                  <a:lnTo>
                    <a:pt x="1995025" y="62449"/>
                  </a:lnTo>
                  <a:lnTo>
                    <a:pt x="1994916" y="62229"/>
                  </a:lnTo>
                  <a:close/>
                </a:path>
                <a:path w="2207259" h="361950">
                  <a:moveTo>
                    <a:pt x="2004060" y="62016"/>
                  </a:moveTo>
                  <a:lnTo>
                    <a:pt x="2003913" y="62229"/>
                  </a:lnTo>
                  <a:lnTo>
                    <a:pt x="1999412" y="71223"/>
                  </a:lnTo>
                  <a:lnTo>
                    <a:pt x="2004060" y="80518"/>
                  </a:lnTo>
                  <a:lnTo>
                    <a:pt x="2004060" y="62016"/>
                  </a:lnTo>
                  <a:close/>
                </a:path>
                <a:path w="2207259" h="361950">
                  <a:moveTo>
                    <a:pt x="1548002" y="34346"/>
                  </a:moveTo>
                  <a:lnTo>
                    <a:pt x="1547043" y="34346"/>
                  </a:lnTo>
                  <a:lnTo>
                    <a:pt x="1526286" y="35560"/>
                  </a:lnTo>
                  <a:lnTo>
                    <a:pt x="1548002" y="79109"/>
                  </a:lnTo>
                  <a:lnTo>
                    <a:pt x="1548002" y="34346"/>
                  </a:lnTo>
                  <a:close/>
                </a:path>
                <a:path w="2207259" h="361950">
                  <a:moveTo>
                    <a:pt x="1570482" y="31750"/>
                  </a:moveTo>
                  <a:lnTo>
                    <a:pt x="1547506" y="34346"/>
                  </a:lnTo>
                  <a:lnTo>
                    <a:pt x="1548031" y="34346"/>
                  </a:lnTo>
                  <a:lnTo>
                    <a:pt x="1570412" y="79109"/>
                  </a:lnTo>
                  <a:lnTo>
                    <a:pt x="1570482" y="31750"/>
                  </a:lnTo>
                  <a:close/>
                </a:path>
                <a:path w="2207259" h="361950">
                  <a:moveTo>
                    <a:pt x="1984628" y="52832"/>
                  </a:moveTo>
                  <a:lnTo>
                    <a:pt x="1983867" y="54356"/>
                  </a:lnTo>
                  <a:lnTo>
                    <a:pt x="1983867" y="78591"/>
                  </a:lnTo>
                  <a:lnTo>
                    <a:pt x="1984375" y="77470"/>
                  </a:lnTo>
                  <a:lnTo>
                    <a:pt x="1984628" y="76962"/>
                  </a:lnTo>
                  <a:lnTo>
                    <a:pt x="1984628" y="52832"/>
                  </a:lnTo>
                  <a:close/>
                </a:path>
                <a:path w="2207259" h="361950">
                  <a:moveTo>
                    <a:pt x="2007829" y="60663"/>
                  </a:moveTo>
                  <a:lnTo>
                    <a:pt x="2007743" y="78591"/>
                  </a:lnTo>
                  <a:lnTo>
                    <a:pt x="2012262" y="69537"/>
                  </a:lnTo>
                  <a:lnTo>
                    <a:pt x="2007829" y="60663"/>
                  </a:lnTo>
                  <a:close/>
                </a:path>
                <a:path w="2207259" h="361950">
                  <a:moveTo>
                    <a:pt x="1996313" y="65024"/>
                  </a:moveTo>
                  <a:lnTo>
                    <a:pt x="1996313" y="77470"/>
                  </a:lnTo>
                  <a:lnTo>
                    <a:pt x="1996541" y="76962"/>
                  </a:lnTo>
                  <a:lnTo>
                    <a:pt x="1999412" y="71223"/>
                  </a:lnTo>
                  <a:lnTo>
                    <a:pt x="1996313" y="65024"/>
                  </a:lnTo>
                  <a:close/>
                </a:path>
                <a:path w="2207259" h="361950">
                  <a:moveTo>
                    <a:pt x="1987423" y="47244"/>
                  </a:moveTo>
                  <a:lnTo>
                    <a:pt x="1984628" y="52832"/>
                  </a:lnTo>
                  <a:lnTo>
                    <a:pt x="1984628" y="76962"/>
                  </a:lnTo>
                  <a:lnTo>
                    <a:pt x="1993455" y="59308"/>
                  </a:lnTo>
                  <a:lnTo>
                    <a:pt x="1987660" y="47719"/>
                  </a:lnTo>
                  <a:lnTo>
                    <a:pt x="1987550" y="47497"/>
                  </a:lnTo>
                  <a:lnTo>
                    <a:pt x="1987423" y="47244"/>
                  </a:lnTo>
                  <a:close/>
                </a:path>
                <a:path w="2207259" h="361950">
                  <a:moveTo>
                    <a:pt x="2055189" y="46989"/>
                  </a:moveTo>
                  <a:lnTo>
                    <a:pt x="2055211" y="63071"/>
                  </a:lnTo>
                  <a:lnTo>
                    <a:pt x="2061972" y="76625"/>
                  </a:lnTo>
                  <a:lnTo>
                    <a:pt x="2061972" y="60663"/>
                  </a:lnTo>
                  <a:lnTo>
                    <a:pt x="2061334" y="59308"/>
                  </a:lnTo>
                  <a:lnTo>
                    <a:pt x="2055553" y="47719"/>
                  </a:lnTo>
                  <a:lnTo>
                    <a:pt x="2055443" y="47497"/>
                  </a:lnTo>
                  <a:lnTo>
                    <a:pt x="2055316" y="47244"/>
                  </a:lnTo>
                  <a:lnTo>
                    <a:pt x="2055189" y="46989"/>
                  </a:lnTo>
                  <a:close/>
                </a:path>
                <a:path w="2207259" h="361950">
                  <a:moveTo>
                    <a:pt x="2015490" y="63289"/>
                  </a:moveTo>
                  <a:lnTo>
                    <a:pt x="2015276" y="63500"/>
                  </a:lnTo>
                  <a:lnTo>
                    <a:pt x="2012262" y="69537"/>
                  </a:lnTo>
                  <a:lnTo>
                    <a:pt x="2015490" y="75997"/>
                  </a:lnTo>
                  <a:lnTo>
                    <a:pt x="2015490" y="63289"/>
                  </a:lnTo>
                  <a:close/>
                </a:path>
                <a:path w="2207259" h="361950">
                  <a:moveTo>
                    <a:pt x="2051933" y="56498"/>
                  </a:moveTo>
                  <a:lnTo>
                    <a:pt x="2051865" y="74982"/>
                  </a:lnTo>
                  <a:lnTo>
                    <a:pt x="2052132" y="75517"/>
                  </a:lnTo>
                  <a:lnTo>
                    <a:pt x="2052220" y="75691"/>
                  </a:lnTo>
                  <a:lnTo>
                    <a:pt x="2052320" y="57274"/>
                  </a:lnTo>
                  <a:lnTo>
                    <a:pt x="2052004" y="56641"/>
                  </a:lnTo>
                  <a:lnTo>
                    <a:pt x="2051933" y="56498"/>
                  </a:lnTo>
                  <a:close/>
                </a:path>
                <a:path w="2207259" h="361950">
                  <a:moveTo>
                    <a:pt x="1613916" y="40639"/>
                  </a:moveTo>
                  <a:lnTo>
                    <a:pt x="1600453" y="40639"/>
                  </a:lnTo>
                  <a:lnTo>
                    <a:pt x="1600453" y="48545"/>
                  </a:lnTo>
                  <a:lnTo>
                    <a:pt x="1613916" y="75517"/>
                  </a:lnTo>
                  <a:lnTo>
                    <a:pt x="1613916" y="40639"/>
                  </a:lnTo>
                  <a:close/>
                </a:path>
                <a:path w="2207259" h="361950">
                  <a:moveTo>
                    <a:pt x="1816481" y="14097"/>
                  </a:moveTo>
                  <a:lnTo>
                    <a:pt x="1810258" y="14097"/>
                  </a:lnTo>
                  <a:lnTo>
                    <a:pt x="1810385" y="63500"/>
                  </a:lnTo>
                  <a:lnTo>
                    <a:pt x="1816393" y="75517"/>
                  </a:lnTo>
                  <a:lnTo>
                    <a:pt x="1816481" y="14097"/>
                  </a:lnTo>
                  <a:close/>
                </a:path>
                <a:path w="2207259" h="361950">
                  <a:moveTo>
                    <a:pt x="2039366" y="50004"/>
                  </a:moveTo>
                  <a:lnTo>
                    <a:pt x="2039366" y="73457"/>
                  </a:lnTo>
                  <a:lnTo>
                    <a:pt x="2040127" y="74982"/>
                  </a:lnTo>
                  <a:lnTo>
                    <a:pt x="2040127" y="51330"/>
                  </a:lnTo>
                  <a:lnTo>
                    <a:pt x="2039764" y="50800"/>
                  </a:lnTo>
                  <a:lnTo>
                    <a:pt x="2039366" y="50004"/>
                  </a:lnTo>
                  <a:close/>
                </a:path>
                <a:path w="2207259" h="361950">
                  <a:moveTo>
                    <a:pt x="2048693" y="50004"/>
                  </a:moveTo>
                  <a:lnTo>
                    <a:pt x="2048788" y="68834"/>
                  </a:lnTo>
                  <a:lnTo>
                    <a:pt x="2051865" y="74982"/>
                  </a:lnTo>
                  <a:lnTo>
                    <a:pt x="2051812" y="56498"/>
                  </a:lnTo>
                  <a:lnTo>
                    <a:pt x="2051624" y="55879"/>
                  </a:lnTo>
                  <a:lnTo>
                    <a:pt x="2048693" y="50004"/>
                  </a:lnTo>
                  <a:close/>
                </a:path>
                <a:path w="2207259" h="361950">
                  <a:moveTo>
                    <a:pt x="2074402" y="51530"/>
                  </a:moveTo>
                  <a:lnTo>
                    <a:pt x="2074330" y="61753"/>
                  </a:lnTo>
                  <a:lnTo>
                    <a:pt x="2080768" y="74617"/>
                  </a:lnTo>
                  <a:lnTo>
                    <a:pt x="2080768" y="64261"/>
                  </a:lnTo>
                  <a:lnTo>
                    <a:pt x="2074402" y="51530"/>
                  </a:lnTo>
                  <a:close/>
                </a:path>
                <a:path w="2207259" h="361950">
                  <a:moveTo>
                    <a:pt x="1798212" y="39155"/>
                  </a:moveTo>
                  <a:lnTo>
                    <a:pt x="1798256" y="66039"/>
                  </a:lnTo>
                  <a:lnTo>
                    <a:pt x="1802384" y="74274"/>
                  </a:lnTo>
                  <a:lnTo>
                    <a:pt x="1802384" y="47244"/>
                  </a:lnTo>
                  <a:lnTo>
                    <a:pt x="1802130" y="46989"/>
                  </a:lnTo>
                  <a:lnTo>
                    <a:pt x="1798320" y="39370"/>
                  </a:lnTo>
                  <a:lnTo>
                    <a:pt x="1798212" y="39155"/>
                  </a:lnTo>
                  <a:close/>
                </a:path>
                <a:path w="2207259" h="361950">
                  <a:moveTo>
                    <a:pt x="1780843" y="31302"/>
                  </a:moveTo>
                  <a:lnTo>
                    <a:pt x="1780923" y="63289"/>
                  </a:lnTo>
                  <a:lnTo>
                    <a:pt x="1786180" y="73812"/>
                  </a:lnTo>
                  <a:lnTo>
                    <a:pt x="1786255" y="42098"/>
                  </a:lnTo>
                  <a:lnTo>
                    <a:pt x="1780843" y="31302"/>
                  </a:lnTo>
                  <a:close/>
                </a:path>
                <a:path w="2207259" h="361950">
                  <a:moveTo>
                    <a:pt x="2026920" y="48545"/>
                  </a:moveTo>
                  <a:lnTo>
                    <a:pt x="2026920" y="72794"/>
                  </a:lnTo>
                  <a:lnTo>
                    <a:pt x="2027427" y="73812"/>
                  </a:lnTo>
                  <a:lnTo>
                    <a:pt x="2027427" y="49562"/>
                  </a:lnTo>
                  <a:lnTo>
                    <a:pt x="2026920" y="48545"/>
                  </a:lnTo>
                  <a:close/>
                </a:path>
                <a:path w="2207259" h="361950">
                  <a:moveTo>
                    <a:pt x="1591437" y="43179"/>
                  </a:moveTo>
                  <a:lnTo>
                    <a:pt x="1577340" y="43179"/>
                  </a:lnTo>
                  <a:lnTo>
                    <a:pt x="1577460" y="45720"/>
                  </a:lnTo>
                  <a:lnTo>
                    <a:pt x="1591317" y="73457"/>
                  </a:lnTo>
                  <a:lnTo>
                    <a:pt x="1591437" y="43179"/>
                  </a:lnTo>
                  <a:close/>
                </a:path>
                <a:path w="2207259" h="361950">
                  <a:moveTo>
                    <a:pt x="2034286" y="39852"/>
                  </a:moveTo>
                  <a:lnTo>
                    <a:pt x="2034391" y="63500"/>
                  </a:lnTo>
                  <a:lnTo>
                    <a:pt x="2039366" y="73457"/>
                  </a:lnTo>
                  <a:lnTo>
                    <a:pt x="2039366" y="50004"/>
                  </a:lnTo>
                  <a:lnTo>
                    <a:pt x="2034286" y="39852"/>
                  </a:lnTo>
                  <a:close/>
                </a:path>
                <a:path w="2207259" h="361950">
                  <a:moveTo>
                    <a:pt x="2080786" y="57853"/>
                  </a:moveTo>
                  <a:lnTo>
                    <a:pt x="2080859" y="64445"/>
                  </a:lnTo>
                  <a:lnTo>
                    <a:pt x="2085365" y="73457"/>
                  </a:lnTo>
                  <a:lnTo>
                    <a:pt x="2085467" y="67199"/>
                  </a:lnTo>
                  <a:lnTo>
                    <a:pt x="2080786" y="57853"/>
                  </a:lnTo>
                  <a:close/>
                </a:path>
                <a:path w="2207259" h="361950">
                  <a:moveTo>
                    <a:pt x="2024888" y="44478"/>
                  </a:moveTo>
                  <a:lnTo>
                    <a:pt x="2024568" y="44884"/>
                  </a:lnTo>
                  <a:lnTo>
                    <a:pt x="2019079" y="55879"/>
                  </a:lnTo>
                  <a:lnTo>
                    <a:pt x="2018792" y="56498"/>
                  </a:lnTo>
                  <a:lnTo>
                    <a:pt x="2026920" y="72794"/>
                  </a:lnTo>
                  <a:lnTo>
                    <a:pt x="2026920" y="48545"/>
                  </a:lnTo>
                  <a:lnTo>
                    <a:pt x="2024888" y="44478"/>
                  </a:lnTo>
                  <a:close/>
                </a:path>
                <a:path w="2207259" h="361950">
                  <a:moveTo>
                    <a:pt x="1635378" y="39370"/>
                  </a:moveTo>
                  <a:lnTo>
                    <a:pt x="1623187" y="39370"/>
                  </a:lnTo>
                  <a:lnTo>
                    <a:pt x="1623187" y="47719"/>
                  </a:lnTo>
                  <a:lnTo>
                    <a:pt x="1635388" y="72080"/>
                  </a:lnTo>
                  <a:lnTo>
                    <a:pt x="1635378" y="39370"/>
                  </a:lnTo>
                  <a:close/>
                </a:path>
                <a:path w="2207259" h="361950">
                  <a:moveTo>
                    <a:pt x="2066417" y="45938"/>
                  </a:moveTo>
                  <a:lnTo>
                    <a:pt x="2066493" y="56498"/>
                  </a:lnTo>
                  <a:lnTo>
                    <a:pt x="2074291" y="72080"/>
                  </a:lnTo>
                  <a:lnTo>
                    <a:pt x="2074291" y="61753"/>
                  </a:lnTo>
                  <a:lnTo>
                    <a:pt x="2074001" y="61095"/>
                  </a:lnTo>
                  <a:lnTo>
                    <a:pt x="2066417" y="45938"/>
                  </a:lnTo>
                  <a:close/>
                </a:path>
                <a:path w="2207259" h="361950">
                  <a:moveTo>
                    <a:pt x="2000363" y="45720"/>
                  </a:moveTo>
                  <a:lnTo>
                    <a:pt x="2000140" y="45938"/>
                  </a:lnTo>
                  <a:lnTo>
                    <a:pt x="1996550" y="53119"/>
                  </a:lnTo>
                  <a:lnTo>
                    <a:pt x="1996313" y="53339"/>
                  </a:lnTo>
                  <a:lnTo>
                    <a:pt x="1996313" y="65024"/>
                  </a:lnTo>
                  <a:lnTo>
                    <a:pt x="1999412" y="71223"/>
                  </a:lnTo>
                  <a:lnTo>
                    <a:pt x="2003803" y="62449"/>
                  </a:lnTo>
                  <a:lnTo>
                    <a:pt x="2003913" y="62229"/>
                  </a:lnTo>
                  <a:lnTo>
                    <a:pt x="2004020" y="62016"/>
                  </a:lnTo>
                  <a:lnTo>
                    <a:pt x="2004060" y="53119"/>
                  </a:lnTo>
                  <a:lnTo>
                    <a:pt x="2000472" y="45938"/>
                  </a:lnTo>
                  <a:lnTo>
                    <a:pt x="2000363" y="45720"/>
                  </a:lnTo>
                  <a:close/>
                </a:path>
                <a:path w="2207259" h="361950">
                  <a:moveTo>
                    <a:pt x="1982851" y="38100"/>
                  </a:moveTo>
                  <a:lnTo>
                    <a:pt x="1982206" y="39155"/>
                  </a:lnTo>
                  <a:lnTo>
                    <a:pt x="1975727" y="52124"/>
                  </a:lnTo>
                  <a:lnTo>
                    <a:pt x="1975612" y="70866"/>
                  </a:lnTo>
                  <a:lnTo>
                    <a:pt x="1983740" y="54610"/>
                  </a:lnTo>
                  <a:lnTo>
                    <a:pt x="1983867" y="40217"/>
                  </a:lnTo>
                  <a:lnTo>
                    <a:pt x="1983727" y="39852"/>
                  </a:lnTo>
                  <a:lnTo>
                    <a:pt x="1982851" y="38100"/>
                  </a:lnTo>
                  <a:close/>
                </a:path>
                <a:path w="2207259" h="361950">
                  <a:moveTo>
                    <a:pt x="1726946" y="19050"/>
                  </a:moveTo>
                  <a:lnTo>
                    <a:pt x="1727061" y="52356"/>
                  </a:lnTo>
                  <a:lnTo>
                    <a:pt x="1735963" y="70189"/>
                  </a:lnTo>
                  <a:lnTo>
                    <a:pt x="1735963" y="37130"/>
                  </a:lnTo>
                  <a:lnTo>
                    <a:pt x="1726946" y="19050"/>
                  </a:lnTo>
                  <a:close/>
                </a:path>
                <a:path w="2207259" h="361950">
                  <a:moveTo>
                    <a:pt x="1961007" y="43179"/>
                  </a:moveTo>
                  <a:lnTo>
                    <a:pt x="1957181" y="50800"/>
                  </a:lnTo>
                  <a:lnTo>
                    <a:pt x="1956816" y="51330"/>
                  </a:lnTo>
                  <a:lnTo>
                    <a:pt x="1956816" y="69537"/>
                  </a:lnTo>
                  <a:lnTo>
                    <a:pt x="1957000" y="69087"/>
                  </a:lnTo>
                  <a:lnTo>
                    <a:pt x="1961007" y="61095"/>
                  </a:lnTo>
                  <a:lnTo>
                    <a:pt x="1961007" y="43179"/>
                  </a:lnTo>
                  <a:close/>
                </a:path>
                <a:path w="2207259" h="361950">
                  <a:moveTo>
                    <a:pt x="2012796" y="44478"/>
                  </a:moveTo>
                  <a:lnTo>
                    <a:pt x="2008234" y="53593"/>
                  </a:lnTo>
                  <a:lnTo>
                    <a:pt x="2007743" y="54356"/>
                  </a:lnTo>
                  <a:lnTo>
                    <a:pt x="2007829" y="60663"/>
                  </a:lnTo>
                  <a:lnTo>
                    <a:pt x="2012262" y="69537"/>
                  </a:lnTo>
                  <a:lnTo>
                    <a:pt x="2015276" y="63500"/>
                  </a:lnTo>
                  <a:lnTo>
                    <a:pt x="2015381" y="63289"/>
                  </a:lnTo>
                  <a:lnTo>
                    <a:pt x="2015490" y="50004"/>
                  </a:lnTo>
                  <a:lnTo>
                    <a:pt x="2015332" y="49562"/>
                  </a:lnTo>
                  <a:lnTo>
                    <a:pt x="2012796" y="44478"/>
                  </a:lnTo>
                  <a:close/>
                </a:path>
                <a:path w="2207259" h="361950">
                  <a:moveTo>
                    <a:pt x="2061989" y="47497"/>
                  </a:moveTo>
                  <a:lnTo>
                    <a:pt x="2062010" y="60663"/>
                  </a:lnTo>
                  <a:lnTo>
                    <a:pt x="2066436" y="69537"/>
                  </a:lnTo>
                  <a:lnTo>
                    <a:pt x="2066417" y="56498"/>
                  </a:lnTo>
                  <a:lnTo>
                    <a:pt x="2066184" y="55879"/>
                  </a:lnTo>
                  <a:lnTo>
                    <a:pt x="2062100" y="47719"/>
                  </a:lnTo>
                  <a:lnTo>
                    <a:pt x="2061989" y="47497"/>
                  </a:lnTo>
                  <a:close/>
                </a:path>
                <a:path w="2207259" h="361950">
                  <a:moveTo>
                    <a:pt x="1503299" y="38100"/>
                  </a:moveTo>
                  <a:lnTo>
                    <a:pt x="1480312" y="39370"/>
                  </a:lnTo>
                  <a:lnTo>
                    <a:pt x="1494814" y="68375"/>
                  </a:lnTo>
                  <a:lnTo>
                    <a:pt x="1494939" y="68625"/>
                  </a:lnTo>
                  <a:lnTo>
                    <a:pt x="1495044" y="68834"/>
                  </a:lnTo>
                  <a:lnTo>
                    <a:pt x="1495171" y="49562"/>
                  </a:lnTo>
                  <a:lnTo>
                    <a:pt x="1503299" y="49562"/>
                  </a:lnTo>
                  <a:lnTo>
                    <a:pt x="1503299" y="38100"/>
                  </a:lnTo>
                  <a:close/>
                </a:path>
                <a:path w="2207259" h="361950">
                  <a:moveTo>
                    <a:pt x="1656461" y="38100"/>
                  </a:moveTo>
                  <a:lnTo>
                    <a:pt x="1646301" y="38100"/>
                  </a:lnTo>
                  <a:lnTo>
                    <a:pt x="1646186" y="48285"/>
                  </a:lnTo>
                  <a:lnTo>
                    <a:pt x="1656231" y="68375"/>
                  </a:lnTo>
                  <a:lnTo>
                    <a:pt x="1656356" y="68625"/>
                  </a:lnTo>
                  <a:lnTo>
                    <a:pt x="1656461" y="38100"/>
                  </a:lnTo>
                  <a:close/>
                </a:path>
                <a:path w="2207259" h="361950">
                  <a:moveTo>
                    <a:pt x="1480312" y="39370"/>
                  </a:moveTo>
                  <a:lnTo>
                    <a:pt x="1457833" y="40639"/>
                  </a:lnTo>
                  <a:lnTo>
                    <a:pt x="1471676" y="68375"/>
                  </a:lnTo>
                  <a:lnTo>
                    <a:pt x="1471676" y="50800"/>
                  </a:lnTo>
                  <a:lnTo>
                    <a:pt x="1480312" y="50800"/>
                  </a:lnTo>
                  <a:lnTo>
                    <a:pt x="1480312" y="39370"/>
                  </a:lnTo>
                  <a:close/>
                </a:path>
                <a:path w="2207259" h="361950">
                  <a:moveTo>
                    <a:pt x="1526286" y="35560"/>
                  </a:moveTo>
                  <a:lnTo>
                    <a:pt x="1503299" y="38100"/>
                  </a:lnTo>
                  <a:lnTo>
                    <a:pt x="1518450" y="68375"/>
                  </a:lnTo>
                  <a:lnTo>
                    <a:pt x="1518412" y="46989"/>
                  </a:lnTo>
                  <a:lnTo>
                    <a:pt x="1526286" y="46989"/>
                  </a:lnTo>
                  <a:lnTo>
                    <a:pt x="1526286" y="35560"/>
                  </a:lnTo>
                  <a:close/>
                </a:path>
                <a:path w="2207259" h="361950">
                  <a:moveTo>
                    <a:pt x="1970786" y="41655"/>
                  </a:moveTo>
                  <a:lnTo>
                    <a:pt x="1970529" y="42098"/>
                  </a:lnTo>
                  <a:lnTo>
                    <a:pt x="1967822" y="47497"/>
                  </a:lnTo>
                  <a:lnTo>
                    <a:pt x="1967711" y="47719"/>
                  </a:lnTo>
                  <a:lnTo>
                    <a:pt x="1967484" y="48285"/>
                  </a:lnTo>
                  <a:lnTo>
                    <a:pt x="1967484" y="68375"/>
                  </a:lnTo>
                  <a:lnTo>
                    <a:pt x="1967783" y="68026"/>
                  </a:lnTo>
                  <a:lnTo>
                    <a:pt x="1970569" y="62449"/>
                  </a:lnTo>
                  <a:lnTo>
                    <a:pt x="1970679" y="62229"/>
                  </a:lnTo>
                  <a:lnTo>
                    <a:pt x="1970786" y="41655"/>
                  </a:lnTo>
                  <a:close/>
                </a:path>
                <a:path w="2207259" h="361950">
                  <a:moveTo>
                    <a:pt x="2044750" y="42098"/>
                  </a:moveTo>
                  <a:lnTo>
                    <a:pt x="2044700" y="60663"/>
                  </a:lnTo>
                  <a:lnTo>
                    <a:pt x="2048558" y="68375"/>
                  </a:lnTo>
                  <a:lnTo>
                    <a:pt x="2048637" y="50004"/>
                  </a:lnTo>
                  <a:lnTo>
                    <a:pt x="2048473" y="49562"/>
                  </a:lnTo>
                  <a:lnTo>
                    <a:pt x="2044750" y="42098"/>
                  </a:lnTo>
                  <a:close/>
                </a:path>
                <a:path w="2207259" h="361950">
                  <a:moveTo>
                    <a:pt x="1956816" y="15264"/>
                  </a:moveTo>
                  <a:lnTo>
                    <a:pt x="1948561" y="15264"/>
                  </a:lnTo>
                  <a:lnTo>
                    <a:pt x="1948561" y="68026"/>
                  </a:lnTo>
                  <a:lnTo>
                    <a:pt x="1956816" y="51530"/>
                  </a:lnTo>
                  <a:lnTo>
                    <a:pt x="1956816" y="15264"/>
                  </a:lnTo>
                  <a:close/>
                </a:path>
                <a:path w="2207259" h="361950">
                  <a:moveTo>
                    <a:pt x="2095500" y="15264"/>
                  </a:moveTo>
                  <a:lnTo>
                    <a:pt x="2080768" y="15264"/>
                  </a:lnTo>
                  <a:lnTo>
                    <a:pt x="2080786" y="57853"/>
                  </a:lnTo>
                  <a:lnTo>
                    <a:pt x="2085467" y="67199"/>
                  </a:lnTo>
                  <a:lnTo>
                    <a:pt x="2085467" y="45720"/>
                  </a:lnTo>
                  <a:lnTo>
                    <a:pt x="2095500" y="45720"/>
                  </a:lnTo>
                  <a:lnTo>
                    <a:pt x="2095500" y="15264"/>
                  </a:lnTo>
                  <a:close/>
                </a:path>
                <a:path w="2207259" h="361950">
                  <a:moveTo>
                    <a:pt x="1786380" y="15490"/>
                  </a:moveTo>
                  <a:lnTo>
                    <a:pt x="1786255" y="42098"/>
                  </a:lnTo>
                  <a:lnTo>
                    <a:pt x="1798256" y="66039"/>
                  </a:lnTo>
                  <a:lnTo>
                    <a:pt x="1798193" y="39155"/>
                  </a:lnTo>
                  <a:lnTo>
                    <a:pt x="1797685" y="38100"/>
                  </a:lnTo>
                  <a:lnTo>
                    <a:pt x="1786380" y="15490"/>
                  </a:lnTo>
                  <a:close/>
                </a:path>
                <a:path w="2207259" h="361950">
                  <a:moveTo>
                    <a:pt x="1996313" y="53593"/>
                  </a:moveTo>
                  <a:lnTo>
                    <a:pt x="1994860" y="56498"/>
                  </a:lnTo>
                  <a:lnTo>
                    <a:pt x="1994789" y="56641"/>
                  </a:lnTo>
                  <a:lnTo>
                    <a:pt x="1994677" y="61753"/>
                  </a:lnTo>
                  <a:lnTo>
                    <a:pt x="1996186" y="64770"/>
                  </a:lnTo>
                  <a:lnTo>
                    <a:pt x="1996313" y="53593"/>
                  </a:lnTo>
                  <a:close/>
                </a:path>
                <a:path w="2207259" h="361950">
                  <a:moveTo>
                    <a:pt x="1694815" y="34346"/>
                  </a:moveTo>
                  <a:lnTo>
                    <a:pt x="1691513" y="34346"/>
                  </a:lnTo>
                  <a:lnTo>
                    <a:pt x="1691513" y="57853"/>
                  </a:lnTo>
                  <a:lnTo>
                    <a:pt x="1694722" y="64261"/>
                  </a:lnTo>
                  <a:lnTo>
                    <a:pt x="1694815" y="34346"/>
                  </a:lnTo>
                  <a:close/>
                </a:path>
                <a:path w="2207259" h="361950">
                  <a:moveTo>
                    <a:pt x="2074291" y="44884"/>
                  </a:moveTo>
                  <a:lnTo>
                    <a:pt x="2074402" y="51530"/>
                  </a:lnTo>
                  <a:lnTo>
                    <a:pt x="2080768" y="64261"/>
                  </a:lnTo>
                  <a:lnTo>
                    <a:pt x="2080768" y="57853"/>
                  </a:lnTo>
                  <a:lnTo>
                    <a:pt x="2074291" y="44884"/>
                  </a:lnTo>
                  <a:close/>
                </a:path>
                <a:path w="2207259" h="361950">
                  <a:moveTo>
                    <a:pt x="1810258" y="25416"/>
                  </a:moveTo>
                  <a:lnTo>
                    <a:pt x="1802384" y="25416"/>
                  </a:lnTo>
                  <a:lnTo>
                    <a:pt x="1802494" y="47719"/>
                  </a:lnTo>
                  <a:lnTo>
                    <a:pt x="1810072" y="62875"/>
                  </a:lnTo>
                  <a:lnTo>
                    <a:pt x="1810170" y="63071"/>
                  </a:lnTo>
                  <a:lnTo>
                    <a:pt x="1810258" y="25416"/>
                  </a:lnTo>
                  <a:close/>
                </a:path>
                <a:path w="2207259" h="361950">
                  <a:moveTo>
                    <a:pt x="2030678" y="32643"/>
                  </a:moveTo>
                  <a:lnTo>
                    <a:pt x="2027427" y="39155"/>
                  </a:lnTo>
                  <a:lnTo>
                    <a:pt x="2027427" y="49562"/>
                  </a:lnTo>
                  <a:lnTo>
                    <a:pt x="2034079" y="62875"/>
                  </a:lnTo>
                  <a:lnTo>
                    <a:pt x="2034177" y="63071"/>
                  </a:lnTo>
                  <a:lnTo>
                    <a:pt x="2034286" y="39852"/>
                  </a:lnTo>
                  <a:lnTo>
                    <a:pt x="2030772" y="32830"/>
                  </a:lnTo>
                  <a:lnTo>
                    <a:pt x="2030678" y="32643"/>
                  </a:lnTo>
                  <a:close/>
                </a:path>
                <a:path w="2207259" h="361950">
                  <a:moveTo>
                    <a:pt x="1773427" y="16510"/>
                  </a:moveTo>
                  <a:lnTo>
                    <a:pt x="1773427" y="48285"/>
                  </a:lnTo>
                  <a:lnTo>
                    <a:pt x="1780716" y="62875"/>
                  </a:lnTo>
                  <a:lnTo>
                    <a:pt x="1780794" y="31302"/>
                  </a:lnTo>
                  <a:lnTo>
                    <a:pt x="1780558" y="30734"/>
                  </a:lnTo>
                  <a:lnTo>
                    <a:pt x="1773427" y="16510"/>
                  </a:lnTo>
                  <a:close/>
                </a:path>
                <a:path w="2207259" h="361950">
                  <a:moveTo>
                    <a:pt x="2015552" y="50004"/>
                  </a:moveTo>
                  <a:lnTo>
                    <a:pt x="2015490" y="62875"/>
                  </a:lnTo>
                  <a:lnTo>
                    <a:pt x="2015800" y="62449"/>
                  </a:lnTo>
                  <a:lnTo>
                    <a:pt x="2018699" y="56641"/>
                  </a:lnTo>
                  <a:lnTo>
                    <a:pt x="2018771" y="56498"/>
                  </a:lnTo>
                  <a:lnTo>
                    <a:pt x="2015552" y="50004"/>
                  </a:lnTo>
                  <a:close/>
                </a:path>
                <a:path w="2207259" h="361950">
                  <a:moveTo>
                    <a:pt x="2052320" y="41236"/>
                  </a:moveTo>
                  <a:lnTo>
                    <a:pt x="2052320" y="57274"/>
                  </a:lnTo>
                  <a:lnTo>
                    <a:pt x="2055114" y="62875"/>
                  </a:lnTo>
                  <a:lnTo>
                    <a:pt x="2055114" y="46837"/>
                  </a:lnTo>
                  <a:lnTo>
                    <a:pt x="2052320" y="41236"/>
                  </a:lnTo>
                  <a:close/>
                </a:path>
                <a:path w="2207259" h="361950">
                  <a:moveTo>
                    <a:pt x="1457833" y="40639"/>
                  </a:moveTo>
                  <a:lnTo>
                    <a:pt x="1434846" y="43179"/>
                  </a:lnTo>
                  <a:lnTo>
                    <a:pt x="1444280" y="62016"/>
                  </a:lnTo>
                  <a:lnTo>
                    <a:pt x="1444388" y="62229"/>
                  </a:lnTo>
                  <a:lnTo>
                    <a:pt x="1444498" y="53339"/>
                  </a:lnTo>
                  <a:lnTo>
                    <a:pt x="1457833" y="53339"/>
                  </a:lnTo>
                  <a:lnTo>
                    <a:pt x="1457833" y="40639"/>
                  </a:lnTo>
                  <a:close/>
                </a:path>
                <a:path w="2207259" h="361950">
                  <a:moveTo>
                    <a:pt x="1711139" y="20458"/>
                  </a:moveTo>
                  <a:lnTo>
                    <a:pt x="1711071" y="55315"/>
                  </a:lnTo>
                  <a:lnTo>
                    <a:pt x="1714427" y="62016"/>
                  </a:lnTo>
                  <a:lnTo>
                    <a:pt x="1714500" y="31750"/>
                  </a:lnTo>
                  <a:lnTo>
                    <a:pt x="1716776" y="31750"/>
                  </a:lnTo>
                  <a:lnTo>
                    <a:pt x="1711139" y="20458"/>
                  </a:lnTo>
                  <a:close/>
                </a:path>
                <a:path w="2207259" h="361950">
                  <a:moveTo>
                    <a:pt x="1975612" y="31958"/>
                  </a:moveTo>
                  <a:lnTo>
                    <a:pt x="1970961" y="41236"/>
                  </a:lnTo>
                  <a:lnTo>
                    <a:pt x="1970786" y="41655"/>
                  </a:lnTo>
                  <a:lnTo>
                    <a:pt x="1970786" y="62016"/>
                  </a:lnTo>
                  <a:lnTo>
                    <a:pt x="1975612" y="52356"/>
                  </a:lnTo>
                  <a:lnTo>
                    <a:pt x="1975612" y="31958"/>
                  </a:lnTo>
                  <a:close/>
                </a:path>
                <a:path w="2207259" h="361950">
                  <a:moveTo>
                    <a:pt x="1674622" y="35560"/>
                  </a:moveTo>
                  <a:lnTo>
                    <a:pt x="1669415" y="35560"/>
                  </a:lnTo>
                  <a:lnTo>
                    <a:pt x="1669514" y="51530"/>
                  </a:lnTo>
                  <a:lnTo>
                    <a:pt x="1674622" y="61753"/>
                  </a:lnTo>
                  <a:lnTo>
                    <a:pt x="1674622" y="35560"/>
                  </a:lnTo>
                  <a:close/>
                </a:path>
                <a:path w="2207259" h="361950">
                  <a:moveTo>
                    <a:pt x="1994789" y="56641"/>
                  </a:moveTo>
                  <a:lnTo>
                    <a:pt x="1993455" y="59308"/>
                  </a:lnTo>
                  <a:lnTo>
                    <a:pt x="1994677" y="61753"/>
                  </a:lnTo>
                  <a:lnTo>
                    <a:pt x="1994789" y="56641"/>
                  </a:lnTo>
                  <a:close/>
                </a:path>
                <a:path w="2207259" h="361950">
                  <a:moveTo>
                    <a:pt x="2004170" y="53339"/>
                  </a:moveTo>
                  <a:lnTo>
                    <a:pt x="2004060" y="61753"/>
                  </a:lnTo>
                  <a:lnTo>
                    <a:pt x="2004481" y="61095"/>
                  </a:lnTo>
                  <a:lnTo>
                    <a:pt x="2006264" y="57531"/>
                  </a:lnTo>
                  <a:lnTo>
                    <a:pt x="2004297" y="53593"/>
                  </a:lnTo>
                  <a:lnTo>
                    <a:pt x="2004170" y="53339"/>
                  </a:lnTo>
                  <a:close/>
                </a:path>
                <a:path w="2207259" h="361950">
                  <a:moveTo>
                    <a:pt x="2066417" y="35560"/>
                  </a:moveTo>
                  <a:lnTo>
                    <a:pt x="2066417" y="45938"/>
                  </a:lnTo>
                  <a:lnTo>
                    <a:pt x="2074330" y="61753"/>
                  </a:lnTo>
                  <a:lnTo>
                    <a:pt x="2074291" y="51330"/>
                  </a:lnTo>
                  <a:lnTo>
                    <a:pt x="2066417" y="35560"/>
                  </a:lnTo>
                  <a:close/>
                </a:path>
                <a:path w="2207259" h="361950">
                  <a:moveTo>
                    <a:pt x="1967484" y="30212"/>
                  </a:moveTo>
                  <a:lnTo>
                    <a:pt x="1961007" y="43179"/>
                  </a:lnTo>
                  <a:lnTo>
                    <a:pt x="1961007" y="60960"/>
                  </a:lnTo>
                  <a:lnTo>
                    <a:pt x="1961223" y="60663"/>
                  </a:lnTo>
                  <a:lnTo>
                    <a:pt x="1967427" y="48285"/>
                  </a:lnTo>
                  <a:lnTo>
                    <a:pt x="1967484" y="30212"/>
                  </a:lnTo>
                  <a:close/>
                </a:path>
                <a:path w="2207259" h="361950">
                  <a:moveTo>
                    <a:pt x="2007743" y="54610"/>
                  </a:moveTo>
                  <a:lnTo>
                    <a:pt x="2006264" y="57531"/>
                  </a:lnTo>
                  <a:lnTo>
                    <a:pt x="2007829" y="60663"/>
                  </a:lnTo>
                  <a:lnTo>
                    <a:pt x="2007743" y="54610"/>
                  </a:lnTo>
                  <a:close/>
                </a:path>
                <a:path w="2207259" h="361950">
                  <a:moveTo>
                    <a:pt x="2040127" y="32830"/>
                  </a:moveTo>
                  <a:lnTo>
                    <a:pt x="2040129" y="51530"/>
                  </a:lnTo>
                  <a:lnTo>
                    <a:pt x="2044700" y="60663"/>
                  </a:lnTo>
                  <a:lnTo>
                    <a:pt x="2044700" y="42098"/>
                  </a:lnTo>
                  <a:lnTo>
                    <a:pt x="2044529" y="41655"/>
                  </a:lnTo>
                  <a:lnTo>
                    <a:pt x="2040127" y="32830"/>
                  </a:lnTo>
                  <a:close/>
                </a:path>
                <a:path w="2207259" h="361950">
                  <a:moveTo>
                    <a:pt x="2055161" y="33852"/>
                  </a:moveTo>
                  <a:lnTo>
                    <a:pt x="2055189" y="46989"/>
                  </a:lnTo>
                  <a:lnTo>
                    <a:pt x="2062010" y="60663"/>
                  </a:lnTo>
                  <a:lnTo>
                    <a:pt x="2061972" y="47244"/>
                  </a:lnTo>
                  <a:lnTo>
                    <a:pt x="2061735" y="46989"/>
                  </a:lnTo>
                  <a:lnTo>
                    <a:pt x="2055161" y="33852"/>
                  </a:lnTo>
                  <a:close/>
                </a:path>
                <a:path w="2207259" h="361950">
                  <a:moveTo>
                    <a:pt x="1994276" y="33536"/>
                  </a:moveTo>
                  <a:lnTo>
                    <a:pt x="1987626" y="46837"/>
                  </a:lnTo>
                  <a:lnTo>
                    <a:pt x="1987660" y="47719"/>
                  </a:lnTo>
                  <a:lnTo>
                    <a:pt x="1993455" y="59308"/>
                  </a:lnTo>
                  <a:lnTo>
                    <a:pt x="1994789" y="56641"/>
                  </a:lnTo>
                  <a:lnTo>
                    <a:pt x="1994789" y="34346"/>
                  </a:lnTo>
                  <a:lnTo>
                    <a:pt x="1994434" y="33852"/>
                  </a:lnTo>
                  <a:lnTo>
                    <a:pt x="1994276" y="33536"/>
                  </a:lnTo>
                  <a:close/>
                </a:path>
                <a:path w="2207259" h="361950">
                  <a:moveTo>
                    <a:pt x="1694815" y="22860"/>
                  </a:moveTo>
                  <a:lnTo>
                    <a:pt x="1674622" y="24129"/>
                  </a:lnTo>
                  <a:lnTo>
                    <a:pt x="1691513" y="57853"/>
                  </a:lnTo>
                  <a:lnTo>
                    <a:pt x="1691513" y="34346"/>
                  </a:lnTo>
                  <a:lnTo>
                    <a:pt x="1694815" y="34346"/>
                  </a:lnTo>
                  <a:lnTo>
                    <a:pt x="1694815" y="22860"/>
                  </a:lnTo>
                  <a:close/>
                </a:path>
                <a:path w="2207259" h="361950">
                  <a:moveTo>
                    <a:pt x="2080768" y="29210"/>
                  </a:moveTo>
                  <a:lnTo>
                    <a:pt x="2074291" y="29210"/>
                  </a:lnTo>
                  <a:lnTo>
                    <a:pt x="2074291" y="44884"/>
                  </a:lnTo>
                  <a:lnTo>
                    <a:pt x="2080786" y="57853"/>
                  </a:lnTo>
                  <a:lnTo>
                    <a:pt x="2080768" y="29210"/>
                  </a:lnTo>
                  <a:close/>
                </a:path>
                <a:path w="2207259" h="361950">
                  <a:moveTo>
                    <a:pt x="2006893" y="32643"/>
                  </a:moveTo>
                  <a:lnTo>
                    <a:pt x="2006694" y="32830"/>
                  </a:lnTo>
                  <a:lnTo>
                    <a:pt x="2004060" y="38100"/>
                  </a:lnTo>
                  <a:lnTo>
                    <a:pt x="2004170" y="53339"/>
                  </a:lnTo>
                  <a:lnTo>
                    <a:pt x="2006264" y="57531"/>
                  </a:lnTo>
                  <a:lnTo>
                    <a:pt x="2007853" y="54356"/>
                  </a:lnTo>
                  <a:lnTo>
                    <a:pt x="2007743" y="34346"/>
                  </a:lnTo>
                  <a:lnTo>
                    <a:pt x="2006987" y="32830"/>
                  </a:lnTo>
                  <a:lnTo>
                    <a:pt x="2006893" y="32643"/>
                  </a:lnTo>
                  <a:close/>
                </a:path>
                <a:path w="2207259" h="361950">
                  <a:moveTo>
                    <a:pt x="2051812" y="40217"/>
                  </a:moveTo>
                  <a:lnTo>
                    <a:pt x="2051933" y="56498"/>
                  </a:lnTo>
                  <a:lnTo>
                    <a:pt x="2052320" y="57274"/>
                  </a:lnTo>
                  <a:lnTo>
                    <a:pt x="2052320" y="41236"/>
                  </a:lnTo>
                  <a:lnTo>
                    <a:pt x="2051812" y="40217"/>
                  </a:lnTo>
                  <a:close/>
                </a:path>
                <a:path w="2207259" h="361950">
                  <a:moveTo>
                    <a:pt x="1994789" y="34561"/>
                  </a:moveTo>
                  <a:lnTo>
                    <a:pt x="1994789" y="56498"/>
                  </a:lnTo>
                  <a:lnTo>
                    <a:pt x="1995170" y="55879"/>
                  </a:lnTo>
                  <a:lnTo>
                    <a:pt x="1996313" y="53593"/>
                  </a:lnTo>
                  <a:lnTo>
                    <a:pt x="1996313" y="37612"/>
                  </a:lnTo>
                  <a:lnTo>
                    <a:pt x="1994789" y="34561"/>
                  </a:lnTo>
                  <a:close/>
                </a:path>
                <a:path w="2207259" h="361950">
                  <a:moveTo>
                    <a:pt x="2018792" y="32643"/>
                  </a:moveTo>
                  <a:lnTo>
                    <a:pt x="2018625" y="32830"/>
                  </a:lnTo>
                  <a:lnTo>
                    <a:pt x="2015988" y="38100"/>
                  </a:lnTo>
                  <a:lnTo>
                    <a:pt x="2015490" y="39155"/>
                  </a:lnTo>
                  <a:lnTo>
                    <a:pt x="2015552" y="50004"/>
                  </a:lnTo>
                  <a:lnTo>
                    <a:pt x="2018792" y="56498"/>
                  </a:lnTo>
                  <a:lnTo>
                    <a:pt x="2018792" y="32643"/>
                  </a:lnTo>
                  <a:close/>
                </a:path>
                <a:path w="2207259" h="361950">
                  <a:moveTo>
                    <a:pt x="2024758" y="20814"/>
                  </a:moveTo>
                  <a:lnTo>
                    <a:pt x="2024486" y="21118"/>
                  </a:lnTo>
                  <a:lnTo>
                    <a:pt x="2019166" y="31750"/>
                  </a:lnTo>
                  <a:lnTo>
                    <a:pt x="2019061" y="31958"/>
                  </a:lnTo>
                  <a:lnTo>
                    <a:pt x="2018792" y="32643"/>
                  </a:lnTo>
                  <a:lnTo>
                    <a:pt x="2018792" y="56498"/>
                  </a:lnTo>
                  <a:lnTo>
                    <a:pt x="2024771" y="44478"/>
                  </a:lnTo>
                  <a:lnTo>
                    <a:pt x="2024239" y="43179"/>
                  </a:lnTo>
                  <a:lnTo>
                    <a:pt x="2019069" y="32830"/>
                  </a:lnTo>
                  <a:lnTo>
                    <a:pt x="2018975" y="32643"/>
                  </a:lnTo>
                  <a:lnTo>
                    <a:pt x="2026920" y="32643"/>
                  </a:lnTo>
                  <a:lnTo>
                    <a:pt x="2026920" y="25132"/>
                  </a:lnTo>
                  <a:lnTo>
                    <a:pt x="2024758" y="20814"/>
                  </a:lnTo>
                  <a:close/>
                </a:path>
                <a:path w="2207259" h="361950">
                  <a:moveTo>
                    <a:pt x="2048637" y="33852"/>
                  </a:moveTo>
                  <a:lnTo>
                    <a:pt x="2048693" y="50004"/>
                  </a:lnTo>
                  <a:lnTo>
                    <a:pt x="2051933" y="56498"/>
                  </a:lnTo>
                  <a:lnTo>
                    <a:pt x="2051812" y="40217"/>
                  </a:lnTo>
                  <a:lnTo>
                    <a:pt x="2048637" y="33852"/>
                  </a:lnTo>
                  <a:close/>
                </a:path>
                <a:path w="2207259" h="361950">
                  <a:moveTo>
                    <a:pt x="2062009" y="37130"/>
                  </a:moveTo>
                  <a:lnTo>
                    <a:pt x="2061972" y="37612"/>
                  </a:lnTo>
                  <a:lnTo>
                    <a:pt x="2061862" y="47244"/>
                  </a:lnTo>
                  <a:lnTo>
                    <a:pt x="2066493" y="56498"/>
                  </a:lnTo>
                  <a:lnTo>
                    <a:pt x="2066417" y="45720"/>
                  </a:lnTo>
                  <a:lnTo>
                    <a:pt x="2066186" y="45478"/>
                  </a:lnTo>
                  <a:lnTo>
                    <a:pt x="2062009" y="37130"/>
                  </a:lnTo>
                  <a:close/>
                </a:path>
                <a:path w="2207259" h="361950">
                  <a:moveTo>
                    <a:pt x="1711071" y="20320"/>
                  </a:moveTo>
                  <a:lnTo>
                    <a:pt x="1694815" y="22860"/>
                  </a:lnTo>
                  <a:lnTo>
                    <a:pt x="1711071" y="55315"/>
                  </a:lnTo>
                  <a:lnTo>
                    <a:pt x="1711071" y="20320"/>
                  </a:lnTo>
                  <a:close/>
                </a:path>
                <a:path w="2207259" h="361950">
                  <a:moveTo>
                    <a:pt x="1983909" y="40217"/>
                  </a:moveTo>
                  <a:lnTo>
                    <a:pt x="1983867" y="54356"/>
                  </a:lnTo>
                  <a:lnTo>
                    <a:pt x="1984628" y="52832"/>
                  </a:lnTo>
                  <a:lnTo>
                    <a:pt x="1984628" y="41655"/>
                  </a:lnTo>
                  <a:lnTo>
                    <a:pt x="1983909" y="40217"/>
                  </a:lnTo>
                  <a:close/>
                </a:path>
                <a:path w="2207259" h="361950">
                  <a:moveTo>
                    <a:pt x="2007850" y="34561"/>
                  </a:moveTo>
                  <a:lnTo>
                    <a:pt x="2007743" y="54356"/>
                  </a:lnTo>
                  <a:lnTo>
                    <a:pt x="2008234" y="53593"/>
                  </a:lnTo>
                  <a:lnTo>
                    <a:pt x="2012796" y="44478"/>
                  </a:lnTo>
                  <a:lnTo>
                    <a:pt x="2007850" y="34561"/>
                  </a:lnTo>
                  <a:close/>
                </a:path>
                <a:path w="2207259" h="361950">
                  <a:moveTo>
                    <a:pt x="1996313" y="37612"/>
                  </a:moveTo>
                  <a:lnTo>
                    <a:pt x="1996313" y="53339"/>
                  </a:lnTo>
                  <a:lnTo>
                    <a:pt x="1996550" y="53119"/>
                  </a:lnTo>
                  <a:lnTo>
                    <a:pt x="2000140" y="45938"/>
                  </a:lnTo>
                  <a:lnTo>
                    <a:pt x="2000242" y="45478"/>
                  </a:lnTo>
                  <a:lnTo>
                    <a:pt x="1996313" y="37612"/>
                  </a:lnTo>
                  <a:close/>
                </a:path>
                <a:path w="2207259" h="361950">
                  <a:moveTo>
                    <a:pt x="2004060" y="38100"/>
                  </a:moveTo>
                  <a:lnTo>
                    <a:pt x="2000370" y="45478"/>
                  </a:lnTo>
                  <a:lnTo>
                    <a:pt x="2000472" y="45938"/>
                  </a:lnTo>
                  <a:lnTo>
                    <a:pt x="2004060" y="53119"/>
                  </a:lnTo>
                  <a:lnTo>
                    <a:pt x="2004060" y="38100"/>
                  </a:lnTo>
                  <a:close/>
                </a:path>
                <a:path w="2207259" h="361950">
                  <a:moveTo>
                    <a:pt x="1984628" y="41655"/>
                  </a:moveTo>
                  <a:lnTo>
                    <a:pt x="1984628" y="52832"/>
                  </a:lnTo>
                  <a:lnTo>
                    <a:pt x="1987185" y="47719"/>
                  </a:lnTo>
                  <a:lnTo>
                    <a:pt x="1987219" y="46837"/>
                  </a:lnTo>
                  <a:lnTo>
                    <a:pt x="1984628" y="41655"/>
                  </a:lnTo>
                  <a:close/>
                </a:path>
                <a:path w="2207259" h="361950">
                  <a:moveTo>
                    <a:pt x="1726946" y="19050"/>
                  </a:moveTo>
                  <a:lnTo>
                    <a:pt x="1711071" y="20320"/>
                  </a:lnTo>
                  <a:lnTo>
                    <a:pt x="1726946" y="52124"/>
                  </a:lnTo>
                  <a:lnTo>
                    <a:pt x="1726946" y="19050"/>
                  </a:lnTo>
                  <a:close/>
                </a:path>
                <a:path w="2207259" h="361950">
                  <a:moveTo>
                    <a:pt x="1977698" y="27795"/>
                  </a:moveTo>
                  <a:lnTo>
                    <a:pt x="1975716" y="31750"/>
                  </a:lnTo>
                  <a:lnTo>
                    <a:pt x="1975612" y="52124"/>
                  </a:lnTo>
                  <a:lnTo>
                    <a:pt x="1975881" y="51815"/>
                  </a:lnTo>
                  <a:lnTo>
                    <a:pt x="1982734" y="38100"/>
                  </a:lnTo>
                  <a:lnTo>
                    <a:pt x="1982607" y="37612"/>
                  </a:lnTo>
                  <a:lnTo>
                    <a:pt x="1977698" y="27795"/>
                  </a:lnTo>
                  <a:close/>
                </a:path>
                <a:path w="2207259" h="361950">
                  <a:moveTo>
                    <a:pt x="1758188" y="17779"/>
                  </a:moveTo>
                  <a:lnTo>
                    <a:pt x="1758228" y="50372"/>
                  </a:lnTo>
                  <a:lnTo>
                    <a:pt x="1758950" y="51815"/>
                  </a:lnTo>
                  <a:lnTo>
                    <a:pt x="1758950" y="29210"/>
                  </a:lnTo>
                  <a:lnTo>
                    <a:pt x="1763898" y="29210"/>
                  </a:lnTo>
                  <a:lnTo>
                    <a:pt x="1758188" y="17779"/>
                  </a:lnTo>
                  <a:close/>
                </a:path>
                <a:path w="2207259" h="361950">
                  <a:moveTo>
                    <a:pt x="1674622" y="25416"/>
                  </a:moveTo>
                  <a:lnTo>
                    <a:pt x="1656469" y="25416"/>
                  </a:lnTo>
                  <a:lnTo>
                    <a:pt x="1669415" y="51330"/>
                  </a:lnTo>
                  <a:lnTo>
                    <a:pt x="1669415" y="35560"/>
                  </a:lnTo>
                  <a:lnTo>
                    <a:pt x="1674622" y="35560"/>
                  </a:lnTo>
                  <a:lnTo>
                    <a:pt x="1674622" y="25416"/>
                  </a:lnTo>
                  <a:close/>
                </a:path>
                <a:path w="2207259" h="361950">
                  <a:moveTo>
                    <a:pt x="1961007" y="14859"/>
                  </a:moveTo>
                  <a:lnTo>
                    <a:pt x="1956542" y="15264"/>
                  </a:lnTo>
                  <a:lnTo>
                    <a:pt x="1956816" y="15264"/>
                  </a:lnTo>
                  <a:lnTo>
                    <a:pt x="1956816" y="51330"/>
                  </a:lnTo>
                  <a:lnTo>
                    <a:pt x="1957181" y="50800"/>
                  </a:lnTo>
                  <a:lnTo>
                    <a:pt x="1960994" y="43179"/>
                  </a:lnTo>
                  <a:lnTo>
                    <a:pt x="1961007" y="14859"/>
                  </a:lnTo>
                  <a:close/>
                </a:path>
                <a:path w="2207259" h="361950">
                  <a:moveTo>
                    <a:pt x="2039366" y="31302"/>
                  </a:moveTo>
                  <a:lnTo>
                    <a:pt x="2039366" y="50004"/>
                  </a:lnTo>
                  <a:lnTo>
                    <a:pt x="2040029" y="51330"/>
                  </a:lnTo>
                  <a:lnTo>
                    <a:pt x="2040034" y="32643"/>
                  </a:lnTo>
                  <a:lnTo>
                    <a:pt x="2039366" y="31302"/>
                  </a:lnTo>
                  <a:close/>
                </a:path>
                <a:path w="2207259" h="361950">
                  <a:moveTo>
                    <a:pt x="2066441" y="29210"/>
                  </a:moveTo>
                  <a:lnTo>
                    <a:pt x="2066417" y="35560"/>
                  </a:lnTo>
                  <a:lnTo>
                    <a:pt x="2074302" y="51330"/>
                  </a:lnTo>
                  <a:lnTo>
                    <a:pt x="2074291" y="44884"/>
                  </a:lnTo>
                  <a:lnTo>
                    <a:pt x="2066441" y="29210"/>
                  </a:lnTo>
                  <a:close/>
                </a:path>
                <a:path w="2207259" h="361950">
                  <a:moveTo>
                    <a:pt x="1742567" y="30479"/>
                  </a:moveTo>
                  <a:lnTo>
                    <a:pt x="1735963" y="30479"/>
                  </a:lnTo>
                  <a:lnTo>
                    <a:pt x="1735963" y="37130"/>
                  </a:lnTo>
                  <a:lnTo>
                    <a:pt x="1742567" y="50372"/>
                  </a:lnTo>
                  <a:lnTo>
                    <a:pt x="1742567" y="30479"/>
                  </a:lnTo>
                  <a:close/>
                </a:path>
                <a:path w="2207259" h="361950">
                  <a:moveTo>
                    <a:pt x="1758188" y="17779"/>
                  </a:moveTo>
                  <a:lnTo>
                    <a:pt x="1742567" y="19050"/>
                  </a:lnTo>
                  <a:lnTo>
                    <a:pt x="1758228" y="50372"/>
                  </a:lnTo>
                  <a:lnTo>
                    <a:pt x="1758188" y="17779"/>
                  </a:lnTo>
                  <a:close/>
                </a:path>
                <a:path w="2207259" h="361950">
                  <a:moveTo>
                    <a:pt x="2015490" y="39155"/>
                  </a:moveTo>
                  <a:lnTo>
                    <a:pt x="2015352" y="39370"/>
                  </a:lnTo>
                  <a:lnTo>
                    <a:pt x="2012796" y="44478"/>
                  </a:lnTo>
                  <a:lnTo>
                    <a:pt x="2015552" y="50004"/>
                  </a:lnTo>
                  <a:lnTo>
                    <a:pt x="2015490" y="39155"/>
                  </a:lnTo>
                  <a:close/>
                </a:path>
                <a:path w="2207259" h="361950">
                  <a:moveTo>
                    <a:pt x="2035399" y="23351"/>
                  </a:moveTo>
                  <a:lnTo>
                    <a:pt x="2035181" y="23622"/>
                  </a:lnTo>
                  <a:lnTo>
                    <a:pt x="2034286" y="25416"/>
                  </a:lnTo>
                  <a:lnTo>
                    <a:pt x="2034286" y="39852"/>
                  </a:lnTo>
                  <a:lnTo>
                    <a:pt x="2039366" y="50004"/>
                  </a:lnTo>
                  <a:lnTo>
                    <a:pt x="2039366" y="31302"/>
                  </a:lnTo>
                  <a:lnTo>
                    <a:pt x="2035399" y="23351"/>
                  </a:lnTo>
                  <a:close/>
                </a:path>
                <a:path w="2207259" h="361950">
                  <a:moveTo>
                    <a:pt x="2044794" y="26147"/>
                  </a:moveTo>
                  <a:lnTo>
                    <a:pt x="2044750" y="42098"/>
                  </a:lnTo>
                  <a:lnTo>
                    <a:pt x="2048693" y="50004"/>
                  </a:lnTo>
                  <a:lnTo>
                    <a:pt x="2048637" y="33852"/>
                  </a:lnTo>
                  <a:lnTo>
                    <a:pt x="2044794" y="26147"/>
                  </a:lnTo>
                  <a:close/>
                </a:path>
                <a:path w="2207259" h="361950">
                  <a:moveTo>
                    <a:pt x="2027427" y="39370"/>
                  </a:moveTo>
                  <a:lnTo>
                    <a:pt x="2027080" y="39852"/>
                  </a:lnTo>
                  <a:lnTo>
                    <a:pt x="2026920" y="40217"/>
                  </a:lnTo>
                  <a:lnTo>
                    <a:pt x="2026920" y="48545"/>
                  </a:lnTo>
                  <a:lnTo>
                    <a:pt x="2027427" y="49562"/>
                  </a:lnTo>
                  <a:lnTo>
                    <a:pt x="2027427" y="39370"/>
                  </a:lnTo>
                  <a:close/>
                </a:path>
                <a:path w="2207259" h="361950">
                  <a:moveTo>
                    <a:pt x="1613916" y="29210"/>
                  </a:moveTo>
                  <a:lnTo>
                    <a:pt x="1591437" y="30479"/>
                  </a:lnTo>
                  <a:lnTo>
                    <a:pt x="1600453" y="48545"/>
                  </a:lnTo>
                  <a:lnTo>
                    <a:pt x="1600453" y="40639"/>
                  </a:lnTo>
                  <a:lnTo>
                    <a:pt x="1613916" y="40639"/>
                  </a:lnTo>
                  <a:lnTo>
                    <a:pt x="1613916" y="29210"/>
                  </a:lnTo>
                  <a:close/>
                </a:path>
                <a:path w="2207259" h="361950">
                  <a:moveTo>
                    <a:pt x="2026920" y="40217"/>
                  </a:moveTo>
                  <a:lnTo>
                    <a:pt x="2026687" y="40639"/>
                  </a:lnTo>
                  <a:lnTo>
                    <a:pt x="2025419" y="43179"/>
                  </a:lnTo>
                  <a:lnTo>
                    <a:pt x="2024888" y="44478"/>
                  </a:lnTo>
                  <a:lnTo>
                    <a:pt x="2026920" y="48545"/>
                  </a:lnTo>
                  <a:lnTo>
                    <a:pt x="2026920" y="40217"/>
                  </a:lnTo>
                  <a:close/>
                </a:path>
                <a:path w="2207259" h="361950">
                  <a:moveTo>
                    <a:pt x="1674622" y="24129"/>
                  </a:moveTo>
                  <a:lnTo>
                    <a:pt x="1635378" y="26670"/>
                  </a:lnTo>
                  <a:lnTo>
                    <a:pt x="1646186" y="48285"/>
                  </a:lnTo>
                  <a:lnTo>
                    <a:pt x="1646301" y="38100"/>
                  </a:lnTo>
                  <a:lnTo>
                    <a:pt x="1656461" y="38100"/>
                  </a:lnTo>
                  <a:lnTo>
                    <a:pt x="1656461" y="25416"/>
                  </a:lnTo>
                  <a:lnTo>
                    <a:pt x="1674622" y="25416"/>
                  </a:lnTo>
                  <a:lnTo>
                    <a:pt x="1674622" y="24129"/>
                  </a:lnTo>
                  <a:close/>
                </a:path>
                <a:path w="2207259" h="361950">
                  <a:moveTo>
                    <a:pt x="1773427" y="16510"/>
                  </a:moveTo>
                  <a:lnTo>
                    <a:pt x="1758188" y="17779"/>
                  </a:lnTo>
                  <a:lnTo>
                    <a:pt x="1773427" y="48285"/>
                  </a:lnTo>
                  <a:lnTo>
                    <a:pt x="1773427" y="16510"/>
                  </a:lnTo>
                  <a:close/>
                </a:path>
                <a:path w="2207259" h="361950">
                  <a:moveTo>
                    <a:pt x="1970786" y="23622"/>
                  </a:moveTo>
                  <a:lnTo>
                    <a:pt x="1967484" y="30212"/>
                  </a:lnTo>
                  <a:lnTo>
                    <a:pt x="1967484" y="48285"/>
                  </a:lnTo>
                  <a:lnTo>
                    <a:pt x="1967711" y="47719"/>
                  </a:lnTo>
                  <a:lnTo>
                    <a:pt x="1970751" y="41655"/>
                  </a:lnTo>
                  <a:lnTo>
                    <a:pt x="1970786" y="23622"/>
                  </a:lnTo>
                  <a:close/>
                </a:path>
                <a:path w="2207259" h="361950">
                  <a:moveTo>
                    <a:pt x="1635378" y="26670"/>
                  </a:moveTo>
                  <a:lnTo>
                    <a:pt x="1613916" y="29210"/>
                  </a:lnTo>
                  <a:lnTo>
                    <a:pt x="1623076" y="47497"/>
                  </a:lnTo>
                  <a:lnTo>
                    <a:pt x="1623187" y="39370"/>
                  </a:lnTo>
                  <a:lnTo>
                    <a:pt x="1635378" y="39370"/>
                  </a:lnTo>
                  <a:lnTo>
                    <a:pt x="1635378" y="26670"/>
                  </a:lnTo>
                  <a:close/>
                </a:path>
                <a:path w="2207259" h="361950">
                  <a:moveTo>
                    <a:pt x="1810258" y="14097"/>
                  </a:moveTo>
                  <a:lnTo>
                    <a:pt x="1809047" y="14097"/>
                  </a:lnTo>
                  <a:lnTo>
                    <a:pt x="1797957" y="15264"/>
                  </a:lnTo>
                  <a:lnTo>
                    <a:pt x="1798193" y="15264"/>
                  </a:lnTo>
                  <a:lnTo>
                    <a:pt x="1798212" y="39155"/>
                  </a:lnTo>
                  <a:lnTo>
                    <a:pt x="1802053" y="46837"/>
                  </a:lnTo>
                  <a:lnTo>
                    <a:pt x="1802130" y="46989"/>
                  </a:lnTo>
                  <a:lnTo>
                    <a:pt x="1802257" y="47244"/>
                  </a:lnTo>
                  <a:lnTo>
                    <a:pt x="1802384" y="25416"/>
                  </a:lnTo>
                  <a:lnTo>
                    <a:pt x="1810258" y="25416"/>
                  </a:lnTo>
                  <a:lnTo>
                    <a:pt x="1810258" y="14097"/>
                  </a:lnTo>
                  <a:close/>
                </a:path>
                <a:path w="2207259" h="361950">
                  <a:moveTo>
                    <a:pt x="1989645" y="24266"/>
                  </a:moveTo>
                  <a:lnTo>
                    <a:pt x="1984856" y="33852"/>
                  </a:lnTo>
                  <a:lnTo>
                    <a:pt x="1984628" y="34346"/>
                  </a:lnTo>
                  <a:lnTo>
                    <a:pt x="1984628" y="41655"/>
                  </a:lnTo>
                  <a:lnTo>
                    <a:pt x="1987219" y="46837"/>
                  </a:lnTo>
                  <a:lnTo>
                    <a:pt x="1987296" y="46989"/>
                  </a:lnTo>
                  <a:lnTo>
                    <a:pt x="1987423" y="47244"/>
                  </a:lnTo>
                  <a:lnTo>
                    <a:pt x="1994276" y="33536"/>
                  </a:lnTo>
                  <a:lnTo>
                    <a:pt x="1989645" y="24266"/>
                  </a:lnTo>
                  <a:close/>
                </a:path>
                <a:path w="2207259" h="361950">
                  <a:moveTo>
                    <a:pt x="2055114" y="23351"/>
                  </a:moveTo>
                  <a:lnTo>
                    <a:pt x="2055003" y="33536"/>
                  </a:lnTo>
                  <a:lnTo>
                    <a:pt x="2061862" y="47244"/>
                  </a:lnTo>
                  <a:lnTo>
                    <a:pt x="2061972" y="37130"/>
                  </a:lnTo>
                  <a:lnTo>
                    <a:pt x="2061359" y="35832"/>
                  </a:lnTo>
                  <a:lnTo>
                    <a:pt x="2055114" y="23351"/>
                  </a:lnTo>
                  <a:close/>
                </a:path>
                <a:path w="2207259" h="361950">
                  <a:moveTo>
                    <a:pt x="2052320" y="28174"/>
                  </a:moveTo>
                  <a:lnTo>
                    <a:pt x="2052320" y="41236"/>
                  </a:lnTo>
                  <a:lnTo>
                    <a:pt x="2055114" y="46837"/>
                  </a:lnTo>
                  <a:lnTo>
                    <a:pt x="2055114" y="33536"/>
                  </a:lnTo>
                  <a:lnTo>
                    <a:pt x="2054650" y="32830"/>
                  </a:lnTo>
                  <a:lnTo>
                    <a:pt x="2052320" y="28174"/>
                  </a:lnTo>
                  <a:close/>
                </a:path>
                <a:path w="2207259" h="361950">
                  <a:moveTo>
                    <a:pt x="2000815" y="20458"/>
                  </a:moveTo>
                  <a:lnTo>
                    <a:pt x="1996957" y="28174"/>
                  </a:lnTo>
                  <a:lnTo>
                    <a:pt x="1996313" y="29210"/>
                  </a:lnTo>
                  <a:lnTo>
                    <a:pt x="1996313" y="37612"/>
                  </a:lnTo>
                  <a:lnTo>
                    <a:pt x="2000242" y="45478"/>
                  </a:lnTo>
                  <a:lnTo>
                    <a:pt x="2000363" y="45720"/>
                  </a:lnTo>
                  <a:lnTo>
                    <a:pt x="2000370" y="45478"/>
                  </a:lnTo>
                  <a:lnTo>
                    <a:pt x="2004060" y="38100"/>
                  </a:lnTo>
                  <a:lnTo>
                    <a:pt x="2004060" y="26962"/>
                  </a:lnTo>
                  <a:lnTo>
                    <a:pt x="2000815" y="20458"/>
                  </a:lnTo>
                  <a:close/>
                </a:path>
                <a:path w="2207259" h="361950">
                  <a:moveTo>
                    <a:pt x="2061972" y="26670"/>
                  </a:moveTo>
                  <a:lnTo>
                    <a:pt x="2062009" y="37130"/>
                  </a:lnTo>
                  <a:lnTo>
                    <a:pt x="2066186" y="45478"/>
                  </a:lnTo>
                  <a:lnTo>
                    <a:pt x="2066307" y="45720"/>
                  </a:lnTo>
                  <a:lnTo>
                    <a:pt x="2066417" y="35560"/>
                  </a:lnTo>
                  <a:lnTo>
                    <a:pt x="2061972" y="26670"/>
                  </a:lnTo>
                  <a:close/>
                </a:path>
                <a:path w="2207259" h="361950">
                  <a:moveTo>
                    <a:pt x="1591437" y="30479"/>
                  </a:moveTo>
                  <a:lnTo>
                    <a:pt x="1570482" y="31750"/>
                  </a:lnTo>
                  <a:lnTo>
                    <a:pt x="1577340" y="45478"/>
                  </a:lnTo>
                  <a:lnTo>
                    <a:pt x="1577340" y="43179"/>
                  </a:lnTo>
                  <a:lnTo>
                    <a:pt x="1591437" y="43179"/>
                  </a:lnTo>
                  <a:lnTo>
                    <a:pt x="1591437" y="30479"/>
                  </a:lnTo>
                  <a:close/>
                </a:path>
                <a:path w="2207259" h="361950">
                  <a:moveTo>
                    <a:pt x="2080768" y="15264"/>
                  </a:moveTo>
                  <a:lnTo>
                    <a:pt x="2066417" y="15264"/>
                  </a:lnTo>
                  <a:lnTo>
                    <a:pt x="2066441" y="29210"/>
                  </a:lnTo>
                  <a:lnTo>
                    <a:pt x="2074291" y="44884"/>
                  </a:lnTo>
                  <a:lnTo>
                    <a:pt x="2074291" y="29210"/>
                  </a:lnTo>
                  <a:lnTo>
                    <a:pt x="2080768" y="29210"/>
                  </a:lnTo>
                  <a:lnTo>
                    <a:pt x="2080768" y="15264"/>
                  </a:lnTo>
                  <a:close/>
                </a:path>
                <a:path w="2207259" h="361950">
                  <a:moveTo>
                    <a:pt x="2012887" y="20458"/>
                  </a:moveTo>
                  <a:lnTo>
                    <a:pt x="2008003" y="30212"/>
                  </a:lnTo>
                  <a:lnTo>
                    <a:pt x="2007743" y="30479"/>
                  </a:lnTo>
                  <a:lnTo>
                    <a:pt x="2007850" y="34561"/>
                  </a:lnTo>
                  <a:lnTo>
                    <a:pt x="2012796" y="44478"/>
                  </a:lnTo>
                  <a:lnTo>
                    <a:pt x="2015352" y="39370"/>
                  </a:lnTo>
                  <a:lnTo>
                    <a:pt x="2015460" y="39155"/>
                  </a:lnTo>
                  <a:lnTo>
                    <a:pt x="2015490" y="25416"/>
                  </a:lnTo>
                  <a:lnTo>
                    <a:pt x="2015223" y="25132"/>
                  </a:lnTo>
                  <a:lnTo>
                    <a:pt x="2012887" y="20458"/>
                  </a:lnTo>
                  <a:close/>
                </a:path>
                <a:path w="2207259" h="361950">
                  <a:moveTo>
                    <a:pt x="2026920" y="32643"/>
                  </a:moveTo>
                  <a:lnTo>
                    <a:pt x="2018975" y="32643"/>
                  </a:lnTo>
                  <a:lnTo>
                    <a:pt x="2024888" y="44478"/>
                  </a:lnTo>
                  <a:lnTo>
                    <a:pt x="2025419" y="43179"/>
                  </a:lnTo>
                  <a:lnTo>
                    <a:pt x="2026897" y="40217"/>
                  </a:lnTo>
                  <a:lnTo>
                    <a:pt x="2026920" y="32643"/>
                  </a:lnTo>
                  <a:close/>
                </a:path>
                <a:path w="2207259" h="361950">
                  <a:moveTo>
                    <a:pt x="1983867" y="12700"/>
                  </a:moveTo>
                  <a:lnTo>
                    <a:pt x="1961007" y="14859"/>
                  </a:lnTo>
                  <a:lnTo>
                    <a:pt x="1961007" y="43179"/>
                  </a:lnTo>
                  <a:lnTo>
                    <a:pt x="1967484" y="30212"/>
                  </a:lnTo>
                  <a:lnTo>
                    <a:pt x="1967484" y="14379"/>
                  </a:lnTo>
                  <a:lnTo>
                    <a:pt x="1970786" y="14379"/>
                  </a:lnTo>
                  <a:lnTo>
                    <a:pt x="1970786" y="14097"/>
                  </a:lnTo>
                  <a:lnTo>
                    <a:pt x="1983867" y="14097"/>
                  </a:lnTo>
                  <a:lnTo>
                    <a:pt x="1983867" y="12700"/>
                  </a:lnTo>
                  <a:close/>
                </a:path>
                <a:path w="2207259" h="361950">
                  <a:moveTo>
                    <a:pt x="1786255" y="26670"/>
                  </a:moveTo>
                  <a:lnTo>
                    <a:pt x="1780794" y="26670"/>
                  </a:lnTo>
                  <a:lnTo>
                    <a:pt x="1780843" y="31302"/>
                  </a:lnTo>
                  <a:lnTo>
                    <a:pt x="1786255" y="42098"/>
                  </a:lnTo>
                  <a:lnTo>
                    <a:pt x="1786255" y="26670"/>
                  </a:lnTo>
                  <a:close/>
                </a:path>
                <a:path w="2207259" h="361950">
                  <a:moveTo>
                    <a:pt x="2040127" y="16792"/>
                  </a:moveTo>
                  <a:lnTo>
                    <a:pt x="2040127" y="32830"/>
                  </a:lnTo>
                  <a:lnTo>
                    <a:pt x="2044750" y="42098"/>
                  </a:lnTo>
                  <a:lnTo>
                    <a:pt x="2044700" y="25958"/>
                  </a:lnTo>
                  <a:lnTo>
                    <a:pt x="2040127" y="16792"/>
                  </a:lnTo>
                  <a:close/>
                </a:path>
                <a:path w="2207259" h="361950">
                  <a:moveTo>
                    <a:pt x="1973197" y="18793"/>
                  </a:moveTo>
                  <a:lnTo>
                    <a:pt x="1970786" y="23622"/>
                  </a:lnTo>
                  <a:lnTo>
                    <a:pt x="1970786" y="41655"/>
                  </a:lnTo>
                  <a:lnTo>
                    <a:pt x="1970961" y="41236"/>
                  </a:lnTo>
                  <a:lnTo>
                    <a:pt x="1975612" y="31958"/>
                  </a:lnTo>
                  <a:lnTo>
                    <a:pt x="1975612" y="23622"/>
                  </a:lnTo>
                  <a:lnTo>
                    <a:pt x="1973197" y="18793"/>
                  </a:lnTo>
                  <a:close/>
                </a:path>
                <a:path w="2207259" h="361950">
                  <a:moveTo>
                    <a:pt x="1984628" y="34346"/>
                  </a:moveTo>
                  <a:lnTo>
                    <a:pt x="1984501" y="34561"/>
                  </a:lnTo>
                  <a:lnTo>
                    <a:pt x="1984003" y="35560"/>
                  </a:lnTo>
                  <a:lnTo>
                    <a:pt x="1983909" y="40217"/>
                  </a:lnTo>
                  <a:lnTo>
                    <a:pt x="1984628" y="41655"/>
                  </a:lnTo>
                  <a:lnTo>
                    <a:pt x="1984628" y="34346"/>
                  </a:lnTo>
                  <a:close/>
                </a:path>
                <a:path w="2207259" h="361950">
                  <a:moveTo>
                    <a:pt x="2051812" y="27158"/>
                  </a:moveTo>
                  <a:lnTo>
                    <a:pt x="2051812" y="40217"/>
                  </a:lnTo>
                  <a:lnTo>
                    <a:pt x="2052320" y="41236"/>
                  </a:lnTo>
                  <a:lnTo>
                    <a:pt x="2052320" y="28174"/>
                  </a:lnTo>
                  <a:lnTo>
                    <a:pt x="2051812" y="27158"/>
                  </a:lnTo>
                  <a:close/>
                </a:path>
                <a:path w="2207259" h="361950">
                  <a:moveTo>
                    <a:pt x="1983867" y="35832"/>
                  </a:moveTo>
                  <a:lnTo>
                    <a:pt x="1982977" y="37612"/>
                  </a:lnTo>
                  <a:lnTo>
                    <a:pt x="1982851" y="38100"/>
                  </a:lnTo>
                  <a:lnTo>
                    <a:pt x="1983909" y="40217"/>
                  </a:lnTo>
                  <a:lnTo>
                    <a:pt x="1983867" y="35832"/>
                  </a:lnTo>
                  <a:close/>
                </a:path>
                <a:path w="2207259" h="361950">
                  <a:moveTo>
                    <a:pt x="2026920" y="25132"/>
                  </a:moveTo>
                  <a:lnTo>
                    <a:pt x="2026920" y="40217"/>
                  </a:lnTo>
                  <a:lnTo>
                    <a:pt x="2027321" y="39370"/>
                  </a:lnTo>
                  <a:lnTo>
                    <a:pt x="2027427" y="25958"/>
                  </a:lnTo>
                  <a:lnTo>
                    <a:pt x="2027187" y="25666"/>
                  </a:lnTo>
                  <a:lnTo>
                    <a:pt x="2026920" y="25132"/>
                  </a:lnTo>
                  <a:close/>
                </a:path>
                <a:path w="2207259" h="361950">
                  <a:moveTo>
                    <a:pt x="2048637" y="20814"/>
                  </a:moveTo>
                  <a:lnTo>
                    <a:pt x="2048637" y="33852"/>
                  </a:lnTo>
                  <a:lnTo>
                    <a:pt x="2051812" y="40217"/>
                  </a:lnTo>
                  <a:lnTo>
                    <a:pt x="2051713" y="26962"/>
                  </a:lnTo>
                  <a:lnTo>
                    <a:pt x="2048637" y="20814"/>
                  </a:lnTo>
                  <a:close/>
                </a:path>
                <a:path w="2207259" h="361950">
                  <a:moveTo>
                    <a:pt x="2034286" y="25666"/>
                  </a:moveTo>
                  <a:lnTo>
                    <a:pt x="2034015" y="25958"/>
                  </a:lnTo>
                  <a:lnTo>
                    <a:pt x="2030678" y="32643"/>
                  </a:lnTo>
                  <a:lnTo>
                    <a:pt x="2034286" y="39852"/>
                  </a:lnTo>
                  <a:lnTo>
                    <a:pt x="2034286" y="25666"/>
                  </a:lnTo>
                  <a:close/>
                </a:path>
                <a:path w="2207259" h="361950">
                  <a:moveTo>
                    <a:pt x="1798193" y="15264"/>
                  </a:moveTo>
                  <a:lnTo>
                    <a:pt x="1786267" y="15264"/>
                  </a:lnTo>
                  <a:lnTo>
                    <a:pt x="1798212" y="39155"/>
                  </a:lnTo>
                  <a:lnTo>
                    <a:pt x="1798193" y="15264"/>
                  </a:lnTo>
                  <a:close/>
                </a:path>
                <a:path w="2207259" h="361950">
                  <a:moveTo>
                    <a:pt x="2015490" y="25666"/>
                  </a:moveTo>
                  <a:lnTo>
                    <a:pt x="2015490" y="39155"/>
                  </a:lnTo>
                  <a:lnTo>
                    <a:pt x="2015988" y="38100"/>
                  </a:lnTo>
                  <a:lnTo>
                    <a:pt x="2018625" y="32830"/>
                  </a:lnTo>
                  <a:lnTo>
                    <a:pt x="2018718" y="32643"/>
                  </a:lnTo>
                  <a:lnTo>
                    <a:pt x="2018975" y="32643"/>
                  </a:lnTo>
                  <a:lnTo>
                    <a:pt x="2015490" y="25666"/>
                  </a:lnTo>
                  <a:close/>
                </a:path>
                <a:path w="2207259" h="361950">
                  <a:moveTo>
                    <a:pt x="2027427" y="26147"/>
                  </a:moveTo>
                  <a:lnTo>
                    <a:pt x="2027427" y="39155"/>
                  </a:lnTo>
                  <a:lnTo>
                    <a:pt x="2030585" y="32830"/>
                  </a:lnTo>
                  <a:lnTo>
                    <a:pt x="2030678" y="32643"/>
                  </a:lnTo>
                  <a:lnTo>
                    <a:pt x="2027427" y="26147"/>
                  </a:lnTo>
                  <a:close/>
                </a:path>
                <a:path w="2207259" h="361950">
                  <a:moveTo>
                    <a:pt x="1983867" y="15490"/>
                  </a:moveTo>
                  <a:lnTo>
                    <a:pt x="1977698" y="27795"/>
                  </a:lnTo>
                  <a:lnTo>
                    <a:pt x="1982851" y="38100"/>
                  </a:lnTo>
                  <a:lnTo>
                    <a:pt x="1982977" y="37612"/>
                  </a:lnTo>
                  <a:lnTo>
                    <a:pt x="1983867" y="35832"/>
                  </a:lnTo>
                  <a:lnTo>
                    <a:pt x="1983867" y="15490"/>
                  </a:lnTo>
                  <a:close/>
                </a:path>
                <a:path w="2207259" h="361950">
                  <a:moveTo>
                    <a:pt x="2004158" y="27158"/>
                  </a:moveTo>
                  <a:lnTo>
                    <a:pt x="2004060" y="38100"/>
                  </a:lnTo>
                  <a:lnTo>
                    <a:pt x="2006694" y="32830"/>
                  </a:lnTo>
                  <a:lnTo>
                    <a:pt x="2006788" y="32643"/>
                  </a:lnTo>
                  <a:lnTo>
                    <a:pt x="2006552" y="31958"/>
                  </a:lnTo>
                  <a:lnTo>
                    <a:pt x="2004158" y="27158"/>
                  </a:lnTo>
                  <a:close/>
                </a:path>
                <a:path w="2207259" h="361950">
                  <a:moveTo>
                    <a:pt x="1996313" y="29464"/>
                  </a:moveTo>
                  <a:lnTo>
                    <a:pt x="1995170" y="31750"/>
                  </a:lnTo>
                  <a:lnTo>
                    <a:pt x="1995065" y="31958"/>
                  </a:lnTo>
                  <a:lnTo>
                    <a:pt x="1994789" y="32643"/>
                  </a:lnTo>
                  <a:lnTo>
                    <a:pt x="1994789" y="34561"/>
                  </a:lnTo>
                  <a:lnTo>
                    <a:pt x="1996313" y="37612"/>
                  </a:lnTo>
                  <a:lnTo>
                    <a:pt x="1996313" y="29464"/>
                  </a:lnTo>
                  <a:close/>
                </a:path>
                <a:path w="2207259" h="361950">
                  <a:moveTo>
                    <a:pt x="1742567" y="19050"/>
                  </a:moveTo>
                  <a:lnTo>
                    <a:pt x="1726946" y="19050"/>
                  </a:lnTo>
                  <a:lnTo>
                    <a:pt x="1735963" y="37130"/>
                  </a:lnTo>
                  <a:lnTo>
                    <a:pt x="1735963" y="30479"/>
                  </a:lnTo>
                  <a:lnTo>
                    <a:pt x="1742567" y="30479"/>
                  </a:lnTo>
                  <a:lnTo>
                    <a:pt x="1742567" y="19050"/>
                  </a:lnTo>
                  <a:close/>
                </a:path>
                <a:path w="2207259" h="361950">
                  <a:moveTo>
                    <a:pt x="2055114" y="12953"/>
                  </a:moveTo>
                  <a:lnTo>
                    <a:pt x="2055114" y="23351"/>
                  </a:lnTo>
                  <a:lnTo>
                    <a:pt x="2062009" y="37130"/>
                  </a:lnTo>
                  <a:lnTo>
                    <a:pt x="2061972" y="26670"/>
                  </a:lnTo>
                  <a:lnTo>
                    <a:pt x="2055114" y="12953"/>
                  </a:lnTo>
                  <a:close/>
                </a:path>
                <a:path w="2207259" h="361950">
                  <a:moveTo>
                    <a:pt x="1984628" y="14097"/>
                  </a:moveTo>
                  <a:lnTo>
                    <a:pt x="1984423" y="14379"/>
                  </a:lnTo>
                  <a:lnTo>
                    <a:pt x="1984299" y="14627"/>
                  </a:lnTo>
                  <a:lnTo>
                    <a:pt x="1984183" y="14859"/>
                  </a:lnTo>
                  <a:lnTo>
                    <a:pt x="1983867" y="15264"/>
                  </a:lnTo>
                  <a:lnTo>
                    <a:pt x="1983867" y="35832"/>
                  </a:lnTo>
                  <a:lnTo>
                    <a:pt x="1984501" y="34561"/>
                  </a:lnTo>
                  <a:lnTo>
                    <a:pt x="1984609" y="34346"/>
                  </a:lnTo>
                  <a:lnTo>
                    <a:pt x="1984628" y="14097"/>
                  </a:lnTo>
                  <a:close/>
                </a:path>
                <a:path w="2207259" h="361950">
                  <a:moveTo>
                    <a:pt x="2062057" y="20458"/>
                  </a:moveTo>
                  <a:lnTo>
                    <a:pt x="2061972" y="26670"/>
                  </a:lnTo>
                  <a:lnTo>
                    <a:pt x="2066417" y="35560"/>
                  </a:lnTo>
                  <a:lnTo>
                    <a:pt x="2066417" y="29210"/>
                  </a:lnTo>
                  <a:lnTo>
                    <a:pt x="2062057" y="20458"/>
                  </a:lnTo>
                  <a:close/>
                </a:path>
                <a:path w="2207259" h="361950">
                  <a:moveTo>
                    <a:pt x="1984705" y="14379"/>
                  </a:moveTo>
                  <a:lnTo>
                    <a:pt x="1984628" y="34346"/>
                  </a:lnTo>
                  <a:lnTo>
                    <a:pt x="1989645" y="24266"/>
                  </a:lnTo>
                  <a:lnTo>
                    <a:pt x="1984945" y="14859"/>
                  </a:lnTo>
                  <a:lnTo>
                    <a:pt x="1984829" y="14627"/>
                  </a:lnTo>
                  <a:lnTo>
                    <a:pt x="1984705" y="14379"/>
                  </a:lnTo>
                  <a:close/>
                </a:path>
                <a:path w="2207259" h="361950">
                  <a:moveTo>
                    <a:pt x="1994789" y="32643"/>
                  </a:moveTo>
                  <a:lnTo>
                    <a:pt x="1994629" y="32830"/>
                  </a:lnTo>
                  <a:lnTo>
                    <a:pt x="1994276" y="33536"/>
                  </a:lnTo>
                  <a:lnTo>
                    <a:pt x="1994681" y="34346"/>
                  </a:lnTo>
                  <a:lnTo>
                    <a:pt x="1994789" y="32643"/>
                  </a:lnTo>
                  <a:close/>
                </a:path>
                <a:path w="2207259" h="361950">
                  <a:moveTo>
                    <a:pt x="2007743" y="30734"/>
                  </a:moveTo>
                  <a:lnTo>
                    <a:pt x="2007235" y="31750"/>
                  </a:lnTo>
                  <a:lnTo>
                    <a:pt x="2007130" y="31958"/>
                  </a:lnTo>
                  <a:lnTo>
                    <a:pt x="2006893" y="32643"/>
                  </a:lnTo>
                  <a:lnTo>
                    <a:pt x="2007743" y="34346"/>
                  </a:lnTo>
                  <a:lnTo>
                    <a:pt x="2007743" y="30734"/>
                  </a:lnTo>
                  <a:close/>
                </a:path>
                <a:path w="2207259" h="361950">
                  <a:moveTo>
                    <a:pt x="2044703" y="12953"/>
                  </a:moveTo>
                  <a:lnTo>
                    <a:pt x="2044794" y="26147"/>
                  </a:lnTo>
                  <a:lnTo>
                    <a:pt x="2048637" y="33852"/>
                  </a:lnTo>
                  <a:lnTo>
                    <a:pt x="2048637" y="20814"/>
                  </a:lnTo>
                  <a:lnTo>
                    <a:pt x="2044703" y="12953"/>
                  </a:lnTo>
                  <a:close/>
                </a:path>
                <a:path w="2207259" h="361950">
                  <a:moveTo>
                    <a:pt x="1994789" y="14097"/>
                  </a:moveTo>
                  <a:lnTo>
                    <a:pt x="1994584" y="14379"/>
                  </a:lnTo>
                  <a:lnTo>
                    <a:pt x="1989713" y="24129"/>
                  </a:lnTo>
                  <a:lnTo>
                    <a:pt x="1989645" y="24266"/>
                  </a:lnTo>
                  <a:lnTo>
                    <a:pt x="1994276" y="33536"/>
                  </a:lnTo>
                  <a:lnTo>
                    <a:pt x="1994629" y="32830"/>
                  </a:lnTo>
                  <a:lnTo>
                    <a:pt x="1994723" y="32643"/>
                  </a:lnTo>
                  <a:lnTo>
                    <a:pt x="1994789" y="14097"/>
                  </a:lnTo>
                  <a:close/>
                </a:path>
                <a:path w="2207259" h="361950">
                  <a:moveTo>
                    <a:pt x="2052326" y="17779"/>
                  </a:moveTo>
                  <a:lnTo>
                    <a:pt x="2052320" y="28174"/>
                  </a:lnTo>
                  <a:lnTo>
                    <a:pt x="2055003" y="33536"/>
                  </a:lnTo>
                  <a:lnTo>
                    <a:pt x="2055114" y="23351"/>
                  </a:lnTo>
                  <a:lnTo>
                    <a:pt x="2052326" y="17779"/>
                  </a:lnTo>
                  <a:close/>
                </a:path>
                <a:path w="2207259" h="361950">
                  <a:moveTo>
                    <a:pt x="1996313" y="14097"/>
                  </a:moveTo>
                  <a:lnTo>
                    <a:pt x="1994789" y="14097"/>
                  </a:lnTo>
                  <a:lnTo>
                    <a:pt x="1994789" y="32643"/>
                  </a:lnTo>
                  <a:lnTo>
                    <a:pt x="1995065" y="31958"/>
                  </a:lnTo>
                  <a:lnTo>
                    <a:pt x="1996313" y="29464"/>
                  </a:lnTo>
                  <a:lnTo>
                    <a:pt x="1996313" y="14097"/>
                  </a:lnTo>
                  <a:close/>
                </a:path>
                <a:path w="2207259" h="361950">
                  <a:moveTo>
                    <a:pt x="2005206" y="14097"/>
                  </a:moveTo>
                  <a:lnTo>
                    <a:pt x="2004060" y="14097"/>
                  </a:lnTo>
                  <a:lnTo>
                    <a:pt x="2004158" y="27158"/>
                  </a:lnTo>
                  <a:lnTo>
                    <a:pt x="2006893" y="32643"/>
                  </a:lnTo>
                  <a:lnTo>
                    <a:pt x="2007130" y="31958"/>
                  </a:lnTo>
                  <a:lnTo>
                    <a:pt x="2007743" y="30734"/>
                  </a:lnTo>
                  <a:lnTo>
                    <a:pt x="2007743" y="14379"/>
                  </a:lnTo>
                  <a:lnTo>
                    <a:pt x="2005206" y="14097"/>
                  </a:lnTo>
                  <a:close/>
                </a:path>
                <a:path w="2207259" h="361950">
                  <a:moveTo>
                    <a:pt x="2018792" y="8889"/>
                  </a:moveTo>
                  <a:lnTo>
                    <a:pt x="2007743" y="10160"/>
                  </a:lnTo>
                  <a:lnTo>
                    <a:pt x="2009850" y="14379"/>
                  </a:lnTo>
                  <a:lnTo>
                    <a:pt x="2009974" y="14627"/>
                  </a:lnTo>
                  <a:lnTo>
                    <a:pt x="2015713" y="15264"/>
                  </a:lnTo>
                  <a:lnTo>
                    <a:pt x="2015490" y="15264"/>
                  </a:lnTo>
                  <a:lnTo>
                    <a:pt x="2015490" y="25666"/>
                  </a:lnTo>
                  <a:lnTo>
                    <a:pt x="2018975" y="32643"/>
                  </a:lnTo>
                  <a:lnTo>
                    <a:pt x="2018792" y="32643"/>
                  </a:lnTo>
                  <a:lnTo>
                    <a:pt x="2018792" y="8889"/>
                  </a:lnTo>
                  <a:close/>
                </a:path>
                <a:path w="2207259" h="361950">
                  <a:moveTo>
                    <a:pt x="2018792" y="8889"/>
                  </a:moveTo>
                  <a:lnTo>
                    <a:pt x="2018792" y="32643"/>
                  </a:lnTo>
                  <a:lnTo>
                    <a:pt x="2019061" y="31958"/>
                  </a:lnTo>
                  <a:lnTo>
                    <a:pt x="2024638" y="20814"/>
                  </a:lnTo>
                  <a:lnTo>
                    <a:pt x="2024511" y="20320"/>
                  </a:lnTo>
                  <a:lnTo>
                    <a:pt x="2018792" y="8889"/>
                  </a:lnTo>
                  <a:close/>
                </a:path>
                <a:path w="2207259" h="361950">
                  <a:moveTo>
                    <a:pt x="2031366" y="15264"/>
                  </a:moveTo>
                  <a:lnTo>
                    <a:pt x="2027427" y="15264"/>
                  </a:lnTo>
                  <a:lnTo>
                    <a:pt x="2027427" y="26147"/>
                  </a:lnTo>
                  <a:lnTo>
                    <a:pt x="2030678" y="32643"/>
                  </a:lnTo>
                  <a:lnTo>
                    <a:pt x="2034161" y="25666"/>
                  </a:lnTo>
                  <a:lnTo>
                    <a:pt x="2034286" y="21118"/>
                  </a:lnTo>
                  <a:lnTo>
                    <a:pt x="2031478" y="15490"/>
                  </a:lnTo>
                  <a:lnTo>
                    <a:pt x="2031366" y="15264"/>
                  </a:lnTo>
                  <a:close/>
                </a:path>
                <a:path w="2207259" h="361950">
                  <a:moveTo>
                    <a:pt x="2039478" y="15490"/>
                  </a:moveTo>
                  <a:lnTo>
                    <a:pt x="2039366" y="31302"/>
                  </a:lnTo>
                  <a:lnTo>
                    <a:pt x="2040034" y="32643"/>
                  </a:lnTo>
                  <a:lnTo>
                    <a:pt x="2040127" y="16792"/>
                  </a:lnTo>
                  <a:lnTo>
                    <a:pt x="2039478" y="15490"/>
                  </a:lnTo>
                  <a:close/>
                </a:path>
                <a:path w="2207259" h="361950">
                  <a:moveTo>
                    <a:pt x="1975612" y="23622"/>
                  </a:moveTo>
                  <a:lnTo>
                    <a:pt x="1975612" y="31750"/>
                  </a:lnTo>
                  <a:lnTo>
                    <a:pt x="1975940" y="31302"/>
                  </a:lnTo>
                  <a:lnTo>
                    <a:pt x="1977698" y="27795"/>
                  </a:lnTo>
                  <a:lnTo>
                    <a:pt x="1975612" y="23622"/>
                  </a:lnTo>
                  <a:close/>
                </a:path>
                <a:path w="2207259" h="361950">
                  <a:moveTo>
                    <a:pt x="1786255" y="15264"/>
                  </a:moveTo>
                  <a:lnTo>
                    <a:pt x="1786004" y="15264"/>
                  </a:lnTo>
                  <a:lnTo>
                    <a:pt x="1773427" y="16510"/>
                  </a:lnTo>
                  <a:lnTo>
                    <a:pt x="1780843" y="31302"/>
                  </a:lnTo>
                  <a:lnTo>
                    <a:pt x="1780794" y="26670"/>
                  </a:lnTo>
                  <a:lnTo>
                    <a:pt x="1786255" y="26670"/>
                  </a:lnTo>
                  <a:lnTo>
                    <a:pt x="1786255" y="15264"/>
                  </a:lnTo>
                  <a:close/>
                </a:path>
                <a:path w="2207259" h="361950">
                  <a:moveTo>
                    <a:pt x="2039366" y="15490"/>
                  </a:moveTo>
                  <a:lnTo>
                    <a:pt x="2038859" y="16255"/>
                  </a:lnTo>
                  <a:lnTo>
                    <a:pt x="2035562" y="22860"/>
                  </a:lnTo>
                  <a:lnTo>
                    <a:pt x="2035399" y="23351"/>
                  </a:lnTo>
                  <a:lnTo>
                    <a:pt x="2039366" y="31302"/>
                  </a:lnTo>
                  <a:lnTo>
                    <a:pt x="2039366" y="15490"/>
                  </a:lnTo>
                  <a:close/>
                </a:path>
                <a:path w="2207259" h="361950">
                  <a:moveTo>
                    <a:pt x="2007743" y="14379"/>
                  </a:moveTo>
                  <a:lnTo>
                    <a:pt x="2007743" y="30479"/>
                  </a:lnTo>
                  <a:lnTo>
                    <a:pt x="2008003" y="30212"/>
                  </a:lnTo>
                  <a:lnTo>
                    <a:pt x="2012880" y="20458"/>
                  </a:lnTo>
                  <a:lnTo>
                    <a:pt x="2010090" y="14859"/>
                  </a:lnTo>
                  <a:lnTo>
                    <a:pt x="2009974" y="14627"/>
                  </a:lnTo>
                  <a:lnTo>
                    <a:pt x="2007743" y="14379"/>
                  </a:lnTo>
                  <a:close/>
                </a:path>
                <a:path w="2207259" h="361950">
                  <a:moveTo>
                    <a:pt x="1970786" y="14379"/>
                  </a:moveTo>
                  <a:lnTo>
                    <a:pt x="1967484" y="14379"/>
                  </a:lnTo>
                  <a:lnTo>
                    <a:pt x="1967484" y="30212"/>
                  </a:lnTo>
                  <a:lnTo>
                    <a:pt x="1970781" y="23622"/>
                  </a:lnTo>
                  <a:lnTo>
                    <a:pt x="1970786" y="14379"/>
                  </a:lnTo>
                  <a:close/>
                </a:path>
                <a:path w="2207259" h="361950">
                  <a:moveTo>
                    <a:pt x="1996313" y="11429"/>
                  </a:moveTo>
                  <a:lnTo>
                    <a:pt x="1996313" y="29210"/>
                  </a:lnTo>
                  <a:lnTo>
                    <a:pt x="1996957" y="28174"/>
                  </a:lnTo>
                  <a:lnTo>
                    <a:pt x="2000815" y="20458"/>
                  </a:lnTo>
                  <a:lnTo>
                    <a:pt x="1996313" y="11429"/>
                  </a:lnTo>
                  <a:close/>
                </a:path>
                <a:path w="2207259" h="361950">
                  <a:moveTo>
                    <a:pt x="2163191" y="10160"/>
                  </a:moveTo>
                  <a:lnTo>
                    <a:pt x="2061972" y="10160"/>
                  </a:lnTo>
                  <a:lnTo>
                    <a:pt x="2062057" y="20458"/>
                  </a:lnTo>
                  <a:lnTo>
                    <a:pt x="2066441" y="29210"/>
                  </a:lnTo>
                  <a:lnTo>
                    <a:pt x="2066417" y="15264"/>
                  </a:lnTo>
                  <a:lnTo>
                    <a:pt x="2125091" y="15264"/>
                  </a:lnTo>
                  <a:lnTo>
                    <a:pt x="2125091" y="14097"/>
                  </a:lnTo>
                  <a:lnTo>
                    <a:pt x="2138680" y="14097"/>
                  </a:lnTo>
                  <a:lnTo>
                    <a:pt x="2138680" y="12700"/>
                  </a:lnTo>
                  <a:lnTo>
                    <a:pt x="2151507" y="12700"/>
                  </a:lnTo>
                  <a:lnTo>
                    <a:pt x="2151507" y="11429"/>
                  </a:lnTo>
                  <a:lnTo>
                    <a:pt x="2163191" y="11429"/>
                  </a:lnTo>
                  <a:lnTo>
                    <a:pt x="2163191" y="10160"/>
                  </a:lnTo>
                  <a:close/>
                </a:path>
                <a:path w="2207259" h="361950">
                  <a:moveTo>
                    <a:pt x="2051832" y="16792"/>
                  </a:moveTo>
                  <a:lnTo>
                    <a:pt x="2051812" y="27158"/>
                  </a:lnTo>
                  <a:lnTo>
                    <a:pt x="2052320" y="28174"/>
                  </a:lnTo>
                  <a:lnTo>
                    <a:pt x="2052320" y="17779"/>
                  </a:lnTo>
                  <a:lnTo>
                    <a:pt x="2051832" y="16792"/>
                  </a:lnTo>
                  <a:close/>
                </a:path>
                <a:path w="2207259" h="361950">
                  <a:moveTo>
                    <a:pt x="1983867" y="14097"/>
                  </a:moveTo>
                  <a:lnTo>
                    <a:pt x="1975612" y="14097"/>
                  </a:lnTo>
                  <a:lnTo>
                    <a:pt x="1975612" y="23622"/>
                  </a:lnTo>
                  <a:lnTo>
                    <a:pt x="1977698" y="27795"/>
                  </a:lnTo>
                  <a:lnTo>
                    <a:pt x="1983867" y="15490"/>
                  </a:lnTo>
                  <a:lnTo>
                    <a:pt x="1983867" y="14097"/>
                  </a:lnTo>
                  <a:close/>
                </a:path>
                <a:path w="2207259" h="361950">
                  <a:moveTo>
                    <a:pt x="2004060" y="14097"/>
                  </a:moveTo>
                  <a:lnTo>
                    <a:pt x="2003855" y="14379"/>
                  </a:lnTo>
                  <a:lnTo>
                    <a:pt x="2000885" y="20320"/>
                  </a:lnTo>
                  <a:lnTo>
                    <a:pt x="2000815" y="20458"/>
                  </a:lnTo>
                  <a:lnTo>
                    <a:pt x="2004060" y="26962"/>
                  </a:lnTo>
                  <a:lnTo>
                    <a:pt x="2004060" y="14097"/>
                  </a:lnTo>
                  <a:close/>
                </a:path>
                <a:path w="2207259" h="361950">
                  <a:moveTo>
                    <a:pt x="2048637" y="10407"/>
                  </a:moveTo>
                  <a:lnTo>
                    <a:pt x="2048637" y="20814"/>
                  </a:lnTo>
                  <a:lnTo>
                    <a:pt x="2051713" y="26962"/>
                  </a:lnTo>
                  <a:lnTo>
                    <a:pt x="2051812" y="16510"/>
                  </a:lnTo>
                  <a:lnTo>
                    <a:pt x="2051563" y="16255"/>
                  </a:lnTo>
                  <a:lnTo>
                    <a:pt x="2048637" y="10407"/>
                  </a:lnTo>
                  <a:close/>
                </a:path>
                <a:path w="2207259" h="361950">
                  <a:moveTo>
                    <a:pt x="2055114" y="6593"/>
                  </a:moveTo>
                  <a:lnTo>
                    <a:pt x="2055114" y="12953"/>
                  </a:lnTo>
                  <a:lnTo>
                    <a:pt x="2061972" y="26670"/>
                  </a:lnTo>
                  <a:lnTo>
                    <a:pt x="2061972" y="20320"/>
                  </a:lnTo>
                  <a:lnTo>
                    <a:pt x="2055114" y="6593"/>
                  </a:lnTo>
                  <a:close/>
                </a:path>
                <a:path w="2207259" h="361950">
                  <a:moveTo>
                    <a:pt x="2027427" y="15490"/>
                  </a:moveTo>
                  <a:lnTo>
                    <a:pt x="2026920" y="16255"/>
                  </a:lnTo>
                  <a:lnTo>
                    <a:pt x="2026920" y="25132"/>
                  </a:lnTo>
                  <a:lnTo>
                    <a:pt x="2027333" y="25958"/>
                  </a:lnTo>
                  <a:lnTo>
                    <a:pt x="2027427" y="15490"/>
                  </a:lnTo>
                  <a:close/>
                </a:path>
                <a:path w="2207259" h="361950">
                  <a:moveTo>
                    <a:pt x="2040127" y="3810"/>
                  </a:moveTo>
                  <a:lnTo>
                    <a:pt x="2040127" y="16792"/>
                  </a:lnTo>
                  <a:lnTo>
                    <a:pt x="2044700" y="25958"/>
                  </a:lnTo>
                  <a:lnTo>
                    <a:pt x="2044700" y="12700"/>
                  </a:lnTo>
                  <a:lnTo>
                    <a:pt x="2043941" y="11429"/>
                  </a:lnTo>
                  <a:lnTo>
                    <a:pt x="2040127" y="3810"/>
                  </a:lnTo>
                  <a:close/>
                </a:path>
                <a:path w="2207259" h="361950">
                  <a:moveTo>
                    <a:pt x="2015490" y="15490"/>
                  </a:moveTo>
                  <a:lnTo>
                    <a:pt x="2014982" y="16255"/>
                  </a:lnTo>
                  <a:lnTo>
                    <a:pt x="2012950" y="20320"/>
                  </a:lnTo>
                  <a:lnTo>
                    <a:pt x="2012887" y="20458"/>
                  </a:lnTo>
                  <a:lnTo>
                    <a:pt x="2015365" y="25416"/>
                  </a:lnTo>
                  <a:lnTo>
                    <a:pt x="2015490" y="15490"/>
                  </a:lnTo>
                  <a:close/>
                </a:path>
                <a:path w="2207259" h="361950">
                  <a:moveTo>
                    <a:pt x="2034286" y="21118"/>
                  </a:moveTo>
                  <a:lnTo>
                    <a:pt x="2034286" y="25416"/>
                  </a:lnTo>
                  <a:lnTo>
                    <a:pt x="2035317" y="23351"/>
                  </a:lnTo>
                  <a:lnTo>
                    <a:pt x="2035154" y="22860"/>
                  </a:lnTo>
                  <a:lnTo>
                    <a:pt x="2034286" y="21118"/>
                  </a:lnTo>
                  <a:close/>
                </a:path>
                <a:path w="2207259" h="361950">
                  <a:moveTo>
                    <a:pt x="2026920" y="16255"/>
                  </a:moveTo>
                  <a:lnTo>
                    <a:pt x="2024885" y="20320"/>
                  </a:lnTo>
                  <a:lnTo>
                    <a:pt x="2024758" y="20814"/>
                  </a:lnTo>
                  <a:lnTo>
                    <a:pt x="2026920" y="25132"/>
                  </a:lnTo>
                  <a:lnTo>
                    <a:pt x="2026920" y="16255"/>
                  </a:lnTo>
                  <a:close/>
                </a:path>
                <a:path w="2207259" h="361950">
                  <a:moveTo>
                    <a:pt x="1996313" y="11429"/>
                  </a:moveTo>
                  <a:lnTo>
                    <a:pt x="1983867" y="12700"/>
                  </a:lnTo>
                  <a:lnTo>
                    <a:pt x="1989577" y="24129"/>
                  </a:lnTo>
                  <a:lnTo>
                    <a:pt x="1989645" y="24266"/>
                  </a:lnTo>
                  <a:lnTo>
                    <a:pt x="1994725" y="14097"/>
                  </a:lnTo>
                  <a:lnTo>
                    <a:pt x="1996313" y="14097"/>
                  </a:lnTo>
                  <a:lnTo>
                    <a:pt x="1996313" y="11429"/>
                  </a:lnTo>
                  <a:close/>
                </a:path>
                <a:path w="2207259" h="361950">
                  <a:moveTo>
                    <a:pt x="1970849" y="14097"/>
                  </a:moveTo>
                  <a:lnTo>
                    <a:pt x="1970786" y="23622"/>
                  </a:lnTo>
                  <a:lnTo>
                    <a:pt x="1973197" y="18793"/>
                  </a:lnTo>
                  <a:lnTo>
                    <a:pt x="1970849" y="14097"/>
                  </a:lnTo>
                  <a:close/>
                </a:path>
                <a:path w="2207259" h="361950">
                  <a:moveTo>
                    <a:pt x="1975612" y="14097"/>
                  </a:moveTo>
                  <a:lnTo>
                    <a:pt x="1975407" y="14379"/>
                  </a:lnTo>
                  <a:lnTo>
                    <a:pt x="1973197" y="18793"/>
                  </a:lnTo>
                  <a:lnTo>
                    <a:pt x="1975612" y="23622"/>
                  </a:lnTo>
                  <a:lnTo>
                    <a:pt x="1975612" y="14097"/>
                  </a:lnTo>
                  <a:close/>
                </a:path>
                <a:path w="2207259" h="361950">
                  <a:moveTo>
                    <a:pt x="2034286" y="5079"/>
                  </a:moveTo>
                  <a:lnTo>
                    <a:pt x="2034286" y="21118"/>
                  </a:lnTo>
                  <a:lnTo>
                    <a:pt x="2035399" y="23351"/>
                  </a:lnTo>
                  <a:lnTo>
                    <a:pt x="2035562" y="22860"/>
                  </a:lnTo>
                  <a:lnTo>
                    <a:pt x="2039241" y="15490"/>
                  </a:lnTo>
                  <a:lnTo>
                    <a:pt x="2039353" y="15264"/>
                  </a:lnTo>
                  <a:lnTo>
                    <a:pt x="2034286" y="5079"/>
                  </a:lnTo>
                  <a:close/>
                </a:path>
                <a:path w="2207259" h="361950">
                  <a:moveTo>
                    <a:pt x="2055114" y="15264"/>
                  </a:moveTo>
                  <a:lnTo>
                    <a:pt x="2052320" y="15264"/>
                  </a:lnTo>
                  <a:lnTo>
                    <a:pt x="2052326" y="17779"/>
                  </a:lnTo>
                  <a:lnTo>
                    <a:pt x="2055114" y="23351"/>
                  </a:lnTo>
                  <a:lnTo>
                    <a:pt x="2055114" y="15264"/>
                  </a:lnTo>
                  <a:close/>
                </a:path>
                <a:path w="2207259" h="361950">
                  <a:moveTo>
                    <a:pt x="2034286" y="5079"/>
                  </a:moveTo>
                  <a:lnTo>
                    <a:pt x="2026920" y="6350"/>
                  </a:lnTo>
                  <a:lnTo>
                    <a:pt x="2034286" y="21118"/>
                  </a:lnTo>
                  <a:lnTo>
                    <a:pt x="2034286" y="5079"/>
                  </a:lnTo>
                  <a:close/>
                </a:path>
                <a:path w="2207259" h="361950">
                  <a:moveTo>
                    <a:pt x="2026920" y="6350"/>
                  </a:moveTo>
                  <a:lnTo>
                    <a:pt x="2018792" y="8889"/>
                  </a:lnTo>
                  <a:lnTo>
                    <a:pt x="2024758" y="20814"/>
                  </a:lnTo>
                  <a:lnTo>
                    <a:pt x="2024885" y="20320"/>
                  </a:lnTo>
                  <a:lnTo>
                    <a:pt x="2026920" y="16255"/>
                  </a:lnTo>
                  <a:lnTo>
                    <a:pt x="2026920" y="6350"/>
                  </a:lnTo>
                  <a:close/>
                </a:path>
                <a:path w="2207259" h="361950">
                  <a:moveTo>
                    <a:pt x="2044700" y="2539"/>
                  </a:moveTo>
                  <a:lnTo>
                    <a:pt x="2044576" y="12700"/>
                  </a:lnTo>
                  <a:lnTo>
                    <a:pt x="2048637" y="20814"/>
                  </a:lnTo>
                  <a:lnTo>
                    <a:pt x="2048513" y="10160"/>
                  </a:lnTo>
                  <a:lnTo>
                    <a:pt x="2044700" y="2539"/>
                  </a:lnTo>
                  <a:close/>
                </a:path>
                <a:path w="2207259" h="361950">
                  <a:moveTo>
                    <a:pt x="2007743" y="10160"/>
                  </a:moveTo>
                  <a:lnTo>
                    <a:pt x="1996313" y="11429"/>
                  </a:lnTo>
                  <a:lnTo>
                    <a:pt x="2000747" y="20320"/>
                  </a:lnTo>
                  <a:lnTo>
                    <a:pt x="2000815" y="20458"/>
                  </a:lnTo>
                  <a:lnTo>
                    <a:pt x="2003996" y="14097"/>
                  </a:lnTo>
                  <a:lnTo>
                    <a:pt x="2007743" y="14097"/>
                  </a:lnTo>
                  <a:lnTo>
                    <a:pt x="2007743" y="10160"/>
                  </a:lnTo>
                  <a:close/>
                </a:path>
                <a:path w="2207259" h="361950">
                  <a:moveTo>
                    <a:pt x="2009974" y="14627"/>
                  </a:moveTo>
                  <a:lnTo>
                    <a:pt x="2012818" y="20320"/>
                  </a:lnTo>
                  <a:lnTo>
                    <a:pt x="2012887" y="20458"/>
                  </a:lnTo>
                  <a:lnTo>
                    <a:pt x="2015364" y="15490"/>
                  </a:lnTo>
                  <a:lnTo>
                    <a:pt x="2015477" y="15264"/>
                  </a:lnTo>
                  <a:lnTo>
                    <a:pt x="2015713" y="15264"/>
                  </a:lnTo>
                  <a:lnTo>
                    <a:pt x="2009974" y="14627"/>
                  </a:lnTo>
                  <a:close/>
                </a:path>
                <a:path w="2207259" h="361950">
                  <a:moveTo>
                    <a:pt x="2204212" y="1270"/>
                  </a:moveTo>
                  <a:lnTo>
                    <a:pt x="2055114" y="1270"/>
                  </a:lnTo>
                  <a:lnTo>
                    <a:pt x="2055114" y="6593"/>
                  </a:lnTo>
                  <a:lnTo>
                    <a:pt x="2061988" y="20320"/>
                  </a:lnTo>
                  <a:lnTo>
                    <a:pt x="2061972" y="10160"/>
                  </a:lnTo>
                  <a:lnTo>
                    <a:pt x="2174494" y="10160"/>
                  </a:lnTo>
                  <a:lnTo>
                    <a:pt x="2174494" y="8889"/>
                  </a:lnTo>
                  <a:lnTo>
                    <a:pt x="2182749" y="8889"/>
                  </a:lnTo>
                  <a:lnTo>
                    <a:pt x="2182749" y="6350"/>
                  </a:lnTo>
                  <a:lnTo>
                    <a:pt x="2190115" y="6350"/>
                  </a:lnTo>
                  <a:lnTo>
                    <a:pt x="2190115" y="5079"/>
                  </a:lnTo>
                  <a:lnTo>
                    <a:pt x="2195830" y="5079"/>
                  </a:lnTo>
                  <a:lnTo>
                    <a:pt x="2195830" y="3810"/>
                  </a:lnTo>
                  <a:lnTo>
                    <a:pt x="2200402" y="3810"/>
                  </a:lnTo>
                  <a:lnTo>
                    <a:pt x="2200402" y="2539"/>
                  </a:lnTo>
                  <a:lnTo>
                    <a:pt x="2204212" y="2539"/>
                  </a:lnTo>
                  <a:lnTo>
                    <a:pt x="2204212" y="1270"/>
                  </a:lnTo>
                  <a:close/>
                </a:path>
                <a:path w="2207259" h="361950">
                  <a:moveTo>
                    <a:pt x="1975548" y="14097"/>
                  </a:moveTo>
                  <a:lnTo>
                    <a:pt x="1970849" y="14097"/>
                  </a:lnTo>
                  <a:lnTo>
                    <a:pt x="1973197" y="18793"/>
                  </a:lnTo>
                  <a:lnTo>
                    <a:pt x="1975548" y="14097"/>
                  </a:lnTo>
                  <a:close/>
                </a:path>
                <a:path w="2207259" h="361950">
                  <a:moveTo>
                    <a:pt x="2051933" y="6593"/>
                  </a:moveTo>
                  <a:lnTo>
                    <a:pt x="2051812" y="8889"/>
                  </a:lnTo>
                  <a:lnTo>
                    <a:pt x="2051690" y="16510"/>
                  </a:lnTo>
                  <a:lnTo>
                    <a:pt x="2052326" y="17779"/>
                  </a:lnTo>
                  <a:lnTo>
                    <a:pt x="2052320" y="15264"/>
                  </a:lnTo>
                  <a:lnTo>
                    <a:pt x="2055114" y="15264"/>
                  </a:lnTo>
                  <a:lnTo>
                    <a:pt x="2054987" y="12700"/>
                  </a:lnTo>
                  <a:lnTo>
                    <a:pt x="2051933" y="6593"/>
                  </a:lnTo>
                  <a:close/>
                </a:path>
                <a:path w="2207259" h="361950">
                  <a:moveTo>
                    <a:pt x="2040127" y="3810"/>
                  </a:moveTo>
                  <a:lnTo>
                    <a:pt x="2034286" y="5079"/>
                  </a:lnTo>
                  <a:lnTo>
                    <a:pt x="2040127" y="16792"/>
                  </a:lnTo>
                  <a:lnTo>
                    <a:pt x="2040127" y="3810"/>
                  </a:lnTo>
                  <a:close/>
                </a:path>
                <a:path w="2207259" h="361950">
                  <a:moveTo>
                    <a:pt x="2048637" y="0"/>
                  </a:moveTo>
                  <a:lnTo>
                    <a:pt x="2048637" y="10407"/>
                  </a:lnTo>
                  <a:lnTo>
                    <a:pt x="2051690" y="16510"/>
                  </a:lnTo>
                  <a:lnTo>
                    <a:pt x="2051812" y="6350"/>
                  </a:lnTo>
                  <a:lnTo>
                    <a:pt x="2048637" y="0"/>
                  </a:lnTo>
                  <a:close/>
                </a:path>
                <a:path w="2207259" h="361950">
                  <a:moveTo>
                    <a:pt x="2027041" y="6593"/>
                  </a:moveTo>
                  <a:lnTo>
                    <a:pt x="2026920" y="16255"/>
                  </a:lnTo>
                  <a:lnTo>
                    <a:pt x="2027302" y="15490"/>
                  </a:lnTo>
                  <a:lnTo>
                    <a:pt x="2027415" y="15264"/>
                  </a:lnTo>
                  <a:lnTo>
                    <a:pt x="2031366" y="15264"/>
                  </a:lnTo>
                  <a:lnTo>
                    <a:pt x="2027041" y="6593"/>
                  </a:lnTo>
                  <a:close/>
                </a:path>
                <a:path w="2207259" h="361950">
                  <a:moveTo>
                    <a:pt x="1983993" y="12953"/>
                  </a:moveTo>
                  <a:lnTo>
                    <a:pt x="1983867" y="15264"/>
                  </a:lnTo>
                  <a:lnTo>
                    <a:pt x="1984183" y="14859"/>
                  </a:lnTo>
                  <a:lnTo>
                    <a:pt x="1984565" y="14097"/>
                  </a:lnTo>
                  <a:lnTo>
                    <a:pt x="1983993" y="12953"/>
                  </a:lnTo>
                  <a:close/>
                </a:path>
                <a:path w="2207259" h="361950">
                  <a:moveTo>
                    <a:pt x="1967484" y="14097"/>
                  </a:moveTo>
                  <a:lnTo>
                    <a:pt x="1961007" y="14097"/>
                  </a:lnTo>
                  <a:lnTo>
                    <a:pt x="1961007" y="14859"/>
                  </a:lnTo>
                  <a:lnTo>
                    <a:pt x="1966284" y="14379"/>
                  </a:lnTo>
                  <a:lnTo>
                    <a:pt x="1967484" y="14379"/>
                  </a:lnTo>
                  <a:lnTo>
                    <a:pt x="1967484" y="14097"/>
                  </a:lnTo>
                  <a:close/>
                </a:path>
                <a:path w="2207259" h="361950">
                  <a:moveTo>
                    <a:pt x="2007866" y="10407"/>
                  </a:moveTo>
                  <a:lnTo>
                    <a:pt x="2007743" y="14379"/>
                  </a:lnTo>
                  <a:lnTo>
                    <a:pt x="2009974" y="14627"/>
                  </a:lnTo>
                  <a:lnTo>
                    <a:pt x="2007866" y="10407"/>
                  </a:lnTo>
                  <a:close/>
                </a:path>
                <a:path w="2207259" h="361950">
                  <a:moveTo>
                    <a:pt x="1969384" y="14097"/>
                  </a:moveTo>
                  <a:lnTo>
                    <a:pt x="1967484" y="14097"/>
                  </a:lnTo>
                  <a:lnTo>
                    <a:pt x="1967484" y="14379"/>
                  </a:lnTo>
                  <a:lnTo>
                    <a:pt x="1966284" y="14379"/>
                  </a:lnTo>
                  <a:lnTo>
                    <a:pt x="1969384" y="14097"/>
                  </a:lnTo>
                  <a:close/>
                </a:path>
                <a:path w="2207259" h="361950">
                  <a:moveTo>
                    <a:pt x="2007743" y="14097"/>
                  </a:moveTo>
                  <a:lnTo>
                    <a:pt x="2005206" y="14097"/>
                  </a:lnTo>
                  <a:lnTo>
                    <a:pt x="2007743" y="14379"/>
                  </a:lnTo>
                  <a:lnTo>
                    <a:pt x="2007743" y="14097"/>
                  </a:lnTo>
                  <a:close/>
                </a:path>
                <a:path w="2207259" h="361950">
                  <a:moveTo>
                    <a:pt x="2044700" y="2539"/>
                  </a:moveTo>
                  <a:lnTo>
                    <a:pt x="2040127" y="3810"/>
                  </a:lnTo>
                  <a:lnTo>
                    <a:pt x="2044576" y="12700"/>
                  </a:lnTo>
                  <a:lnTo>
                    <a:pt x="2044700" y="2539"/>
                  </a:lnTo>
                  <a:close/>
                </a:path>
                <a:path w="2207259" h="361950">
                  <a:moveTo>
                    <a:pt x="2051812" y="0"/>
                  </a:moveTo>
                  <a:lnTo>
                    <a:pt x="2051933" y="6593"/>
                  </a:lnTo>
                  <a:lnTo>
                    <a:pt x="2054987" y="12700"/>
                  </a:lnTo>
                  <a:lnTo>
                    <a:pt x="2054992" y="6350"/>
                  </a:lnTo>
                  <a:lnTo>
                    <a:pt x="2051812" y="0"/>
                  </a:lnTo>
                  <a:close/>
                </a:path>
                <a:path w="2207259" h="361950">
                  <a:moveTo>
                    <a:pt x="2048637" y="0"/>
                  </a:moveTo>
                  <a:lnTo>
                    <a:pt x="2044700" y="2539"/>
                  </a:lnTo>
                  <a:lnTo>
                    <a:pt x="2048513" y="10160"/>
                  </a:lnTo>
                  <a:lnTo>
                    <a:pt x="2048637" y="0"/>
                  </a:lnTo>
                  <a:close/>
                </a:path>
                <a:path w="2207259" h="361950">
                  <a:moveTo>
                    <a:pt x="2051812" y="0"/>
                  </a:moveTo>
                  <a:lnTo>
                    <a:pt x="2048637" y="0"/>
                  </a:lnTo>
                  <a:lnTo>
                    <a:pt x="2051812" y="6350"/>
                  </a:lnTo>
                  <a:lnTo>
                    <a:pt x="2051812" y="0"/>
                  </a:lnTo>
                  <a:close/>
                </a:path>
                <a:path w="2207259" h="361950">
                  <a:moveTo>
                    <a:pt x="2204212" y="0"/>
                  </a:moveTo>
                  <a:lnTo>
                    <a:pt x="2051812" y="0"/>
                  </a:lnTo>
                  <a:lnTo>
                    <a:pt x="2054992" y="6350"/>
                  </a:lnTo>
                  <a:lnTo>
                    <a:pt x="2055114" y="1270"/>
                  </a:lnTo>
                  <a:lnTo>
                    <a:pt x="2204212" y="1270"/>
                  </a:lnTo>
                  <a:lnTo>
                    <a:pt x="2204212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64954E-4C10-D603-7FB7-811CD53B395C}"/>
              </a:ext>
            </a:extLst>
          </p:cNvPr>
          <p:cNvGrpSpPr/>
          <p:nvPr/>
        </p:nvGrpSpPr>
        <p:grpSpPr>
          <a:xfrm>
            <a:off x="380448" y="1092456"/>
            <a:ext cx="993240" cy="306000"/>
            <a:chOff x="380448" y="1092456"/>
            <a:chExt cx="99324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1CCAEC-10C2-283C-1C1D-300FE053BBDB}"/>
                    </a:ext>
                  </a:extLst>
                </p14:cNvPr>
                <p14:cNvContentPartPr/>
                <p14:nvPr/>
              </p14:nvContentPartPr>
              <p14:xfrm>
                <a:off x="380448" y="1141776"/>
                <a:ext cx="84960" cy="179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1CCAEC-10C2-283C-1C1D-300FE053BBD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4328" y="1135656"/>
                  <a:ext cx="97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482367-88DE-AA68-9112-B158251AF8AB}"/>
                    </a:ext>
                  </a:extLst>
                </p14:cNvPr>
                <p14:cNvContentPartPr/>
                <p14:nvPr/>
              </p14:nvContentPartPr>
              <p14:xfrm>
                <a:off x="487728" y="1092456"/>
                <a:ext cx="113400" cy="244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482367-88DE-AA68-9112-B158251AF8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1608" y="1086336"/>
                  <a:ext cx="125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5D8171-9181-467A-BE07-790F37D6CC8C}"/>
                    </a:ext>
                  </a:extLst>
                </p14:cNvPr>
                <p14:cNvContentPartPr/>
                <p14:nvPr/>
              </p14:nvContentPartPr>
              <p14:xfrm>
                <a:off x="631008" y="1238976"/>
                <a:ext cx="68400" cy="87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5D8171-9181-467A-BE07-790F37D6CC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4888" y="1232856"/>
                  <a:ext cx="80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BC194E6-6FD4-1B92-2F72-A731A28CEF19}"/>
                    </a:ext>
                  </a:extLst>
                </p14:cNvPr>
                <p14:cNvContentPartPr/>
                <p14:nvPr/>
              </p14:nvContentPartPr>
              <p14:xfrm>
                <a:off x="532008" y="1116576"/>
                <a:ext cx="75960" cy="34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BC194E6-6FD4-1B92-2F72-A731A28CEF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5888" y="1110456"/>
                  <a:ext cx="88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73CA86-C392-2179-FA54-79F868074720}"/>
                    </a:ext>
                  </a:extLst>
                </p14:cNvPr>
                <p14:cNvContentPartPr/>
                <p14:nvPr/>
              </p14:nvContentPartPr>
              <p14:xfrm>
                <a:off x="808848" y="1166976"/>
                <a:ext cx="87120" cy="196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73CA86-C392-2179-FA54-79F8680747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2728" y="1160856"/>
                  <a:ext cx="99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C1232E6-B58A-9DDB-68FF-A52145F2D0C0}"/>
                    </a:ext>
                  </a:extLst>
                </p14:cNvPr>
                <p14:cNvContentPartPr/>
                <p14:nvPr/>
              </p14:nvContentPartPr>
              <p14:xfrm>
                <a:off x="931248" y="1220976"/>
                <a:ext cx="30600" cy="63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C1232E6-B58A-9DDB-68FF-A52145F2D0C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5128" y="1214856"/>
                  <a:ext cx="42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939149-C71F-B68C-3DC1-5A58EF6E511D}"/>
                    </a:ext>
                  </a:extLst>
                </p14:cNvPr>
                <p14:cNvContentPartPr/>
                <p14:nvPr/>
              </p14:nvContentPartPr>
              <p14:xfrm>
                <a:off x="1054008" y="1189656"/>
                <a:ext cx="9360" cy="118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939149-C71F-B68C-3DC1-5A58EF6E51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7888" y="1183536"/>
                  <a:ext cx="21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2444D8-D248-B745-2808-1D6B5AAD45FB}"/>
                    </a:ext>
                  </a:extLst>
                </p14:cNvPr>
                <p14:cNvContentPartPr/>
                <p14:nvPr/>
              </p14:nvContentPartPr>
              <p14:xfrm>
                <a:off x="1039968" y="1109376"/>
                <a:ext cx="1440" cy="1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2444D8-D248-B745-2808-1D6B5AAD45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3848" y="1103256"/>
                  <a:ext cx="1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767540E-FB2E-F311-713A-5E4221B66492}"/>
                    </a:ext>
                  </a:extLst>
                </p14:cNvPr>
                <p14:cNvContentPartPr/>
                <p14:nvPr/>
              </p14:nvContentPartPr>
              <p14:xfrm>
                <a:off x="1135368" y="1246896"/>
                <a:ext cx="69480" cy="127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767540E-FB2E-F311-713A-5E4221B664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29248" y="1240776"/>
                  <a:ext cx="81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304002-D81E-3923-A53E-47CB798EF48F}"/>
                    </a:ext>
                  </a:extLst>
                </p14:cNvPr>
                <p14:cNvContentPartPr/>
                <p14:nvPr/>
              </p14:nvContentPartPr>
              <p14:xfrm>
                <a:off x="1292328" y="1128456"/>
                <a:ext cx="24480" cy="270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304002-D81E-3923-A53E-47CB798EF4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86208" y="1122336"/>
                  <a:ext cx="36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D48F3E-23D1-57D2-A93F-562B1527A0B0}"/>
                    </a:ext>
                  </a:extLst>
                </p14:cNvPr>
                <p14:cNvContentPartPr/>
                <p14:nvPr/>
              </p14:nvContentPartPr>
              <p14:xfrm>
                <a:off x="1226448" y="1281456"/>
                <a:ext cx="147240" cy="10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D48F3E-23D1-57D2-A93F-562B1527A0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20328" y="1275336"/>
                  <a:ext cx="159480" cy="22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19" y="1080897"/>
            <a:ext cx="434105" cy="2725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4" y="1117219"/>
            <a:ext cx="192455" cy="1866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441" y="1758060"/>
            <a:ext cx="210908" cy="2527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568" y="1761617"/>
            <a:ext cx="108089" cy="2731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7374" y="1832101"/>
            <a:ext cx="202260" cy="187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3609" y="2508376"/>
            <a:ext cx="357814" cy="2705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2855" y="2544064"/>
            <a:ext cx="176769" cy="238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294" y="3276980"/>
            <a:ext cx="356098" cy="29019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5461" y="3332098"/>
            <a:ext cx="151551" cy="2146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2363" y="4016883"/>
            <a:ext cx="340956" cy="2921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6960" y="4052570"/>
            <a:ext cx="179882" cy="226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3654" y="4768088"/>
            <a:ext cx="501904" cy="3826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6971" y="5633453"/>
            <a:ext cx="364226" cy="2501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88644" y="5652211"/>
            <a:ext cx="254711" cy="2303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1111" y="6343586"/>
            <a:ext cx="311874" cy="3050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00735" y="6381712"/>
            <a:ext cx="158774" cy="1854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77691" y="143255"/>
            <a:ext cx="715146" cy="58801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294383" y="572516"/>
            <a:ext cx="24130" cy="11430"/>
          </a:xfrm>
          <a:custGeom>
            <a:avLst/>
            <a:gdLst/>
            <a:ahLst/>
            <a:cxnLst/>
            <a:rect l="l" t="t" r="r" b="b"/>
            <a:pathLst>
              <a:path w="24130" h="11429">
                <a:moveTo>
                  <a:pt x="2793" y="0"/>
                </a:moveTo>
                <a:lnTo>
                  <a:pt x="1015" y="1016"/>
                </a:lnTo>
                <a:lnTo>
                  <a:pt x="181" y="3937"/>
                </a:lnTo>
                <a:lnTo>
                  <a:pt x="72" y="4318"/>
                </a:lnTo>
                <a:lnTo>
                  <a:pt x="0" y="4572"/>
                </a:lnTo>
                <a:lnTo>
                  <a:pt x="1143" y="6476"/>
                </a:lnTo>
                <a:lnTo>
                  <a:pt x="2921" y="6985"/>
                </a:lnTo>
                <a:lnTo>
                  <a:pt x="7619" y="8255"/>
                </a:lnTo>
                <a:lnTo>
                  <a:pt x="7746" y="8255"/>
                </a:lnTo>
                <a:lnTo>
                  <a:pt x="13081" y="9525"/>
                </a:lnTo>
                <a:lnTo>
                  <a:pt x="19431" y="10668"/>
                </a:lnTo>
                <a:lnTo>
                  <a:pt x="21209" y="10922"/>
                </a:lnTo>
                <a:lnTo>
                  <a:pt x="22987" y="9779"/>
                </a:lnTo>
                <a:lnTo>
                  <a:pt x="23190" y="8255"/>
                </a:lnTo>
                <a:lnTo>
                  <a:pt x="23240" y="7874"/>
                </a:lnTo>
                <a:lnTo>
                  <a:pt x="23431" y="6985"/>
                </a:lnTo>
                <a:lnTo>
                  <a:pt x="23540" y="6476"/>
                </a:lnTo>
                <a:lnTo>
                  <a:pt x="23621" y="6096"/>
                </a:lnTo>
                <a:lnTo>
                  <a:pt x="22478" y="4318"/>
                </a:lnTo>
                <a:lnTo>
                  <a:pt x="20700" y="3937"/>
                </a:lnTo>
                <a:lnTo>
                  <a:pt x="14604" y="2794"/>
                </a:lnTo>
                <a:lnTo>
                  <a:pt x="4571" y="381"/>
                </a:lnTo>
                <a:lnTo>
                  <a:pt x="279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30696" y="716470"/>
            <a:ext cx="286765" cy="5816600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459357" y="104647"/>
            <a:ext cx="4512945" cy="6694805"/>
            <a:chOff x="1459357" y="104647"/>
            <a:chExt cx="4512945" cy="6694805"/>
          </a:xfrm>
        </p:grpSpPr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32375" y="164972"/>
              <a:ext cx="828548" cy="5969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59357" y="104647"/>
              <a:ext cx="4512687" cy="6694683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7986776" y="727455"/>
            <a:ext cx="133350" cy="22860"/>
          </a:xfrm>
          <a:custGeom>
            <a:avLst/>
            <a:gdLst/>
            <a:ahLst/>
            <a:cxnLst/>
            <a:rect l="l" t="t" r="r" b="b"/>
            <a:pathLst>
              <a:path w="133350" h="22859">
                <a:moveTo>
                  <a:pt x="72898" y="2159"/>
                </a:moveTo>
                <a:lnTo>
                  <a:pt x="25124" y="2159"/>
                </a:lnTo>
                <a:lnTo>
                  <a:pt x="20574" y="2794"/>
                </a:lnTo>
                <a:lnTo>
                  <a:pt x="20193" y="2794"/>
                </a:lnTo>
                <a:lnTo>
                  <a:pt x="8635" y="4826"/>
                </a:lnTo>
                <a:lnTo>
                  <a:pt x="4445" y="6096"/>
                </a:lnTo>
                <a:lnTo>
                  <a:pt x="1777" y="6858"/>
                </a:lnTo>
                <a:lnTo>
                  <a:pt x="0" y="9398"/>
                </a:lnTo>
                <a:lnTo>
                  <a:pt x="270" y="12446"/>
                </a:lnTo>
                <a:lnTo>
                  <a:pt x="395" y="13843"/>
                </a:lnTo>
                <a:lnTo>
                  <a:pt x="507" y="15113"/>
                </a:lnTo>
                <a:lnTo>
                  <a:pt x="2667" y="17272"/>
                </a:lnTo>
                <a:lnTo>
                  <a:pt x="9778" y="18161"/>
                </a:lnTo>
                <a:lnTo>
                  <a:pt x="10032" y="18161"/>
                </a:lnTo>
                <a:lnTo>
                  <a:pt x="17248" y="18738"/>
                </a:lnTo>
                <a:lnTo>
                  <a:pt x="16373" y="18738"/>
                </a:lnTo>
                <a:lnTo>
                  <a:pt x="20447" y="19304"/>
                </a:lnTo>
                <a:lnTo>
                  <a:pt x="24623" y="19789"/>
                </a:lnTo>
                <a:lnTo>
                  <a:pt x="24937" y="19789"/>
                </a:lnTo>
                <a:lnTo>
                  <a:pt x="31369" y="20574"/>
                </a:lnTo>
                <a:lnTo>
                  <a:pt x="31623" y="20574"/>
                </a:lnTo>
                <a:lnTo>
                  <a:pt x="36956" y="21082"/>
                </a:lnTo>
                <a:lnTo>
                  <a:pt x="49529" y="21844"/>
                </a:lnTo>
                <a:lnTo>
                  <a:pt x="55879" y="22352"/>
                </a:lnTo>
                <a:lnTo>
                  <a:pt x="55625" y="22352"/>
                </a:lnTo>
                <a:lnTo>
                  <a:pt x="62102" y="22860"/>
                </a:lnTo>
                <a:lnTo>
                  <a:pt x="72008" y="22860"/>
                </a:lnTo>
                <a:lnTo>
                  <a:pt x="80391" y="21844"/>
                </a:lnTo>
                <a:lnTo>
                  <a:pt x="89417" y="20112"/>
                </a:lnTo>
                <a:lnTo>
                  <a:pt x="89119" y="20112"/>
                </a:lnTo>
                <a:lnTo>
                  <a:pt x="101092" y="18161"/>
                </a:lnTo>
                <a:lnTo>
                  <a:pt x="115570" y="16002"/>
                </a:lnTo>
                <a:lnTo>
                  <a:pt x="130428" y="14097"/>
                </a:lnTo>
                <a:lnTo>
                  <a:pt x="132079" y="13843"/>
                </a:lnTo>
                <a:lnTo>
                  <a:pt x="133223" y="12446"/>
                </a:lnTo>
                <a:lnTo>
                  <a:pt x="133101" y="9398"/>
                </a:lnTo>
                <a:lnTo>
                  <a:pt x="131825" y="8001"/>
                </a:lnTo>
                <a:lnTo>
                  <a:pt x="130175" y="8001"/>
                </a:lnTo>
                <a:lnTo>
                  <a:pt x="102716" y="6702"/>
                </a:lnTo>
                <a:lnTo>
                  <a:pt x="100446" y="6702"/>
                </a:lnTo>
                <a:lnTo>
                  <a:pt x="90195" y="5588"/>
                </a:lnTo>
                <a:lnTo>
                  <a:pt x="89662" y="5588"/>
                </a:lnTo>
                <a:lnTo>
                  <a:pt x="81025" y="3937"/>
                </a:lnTo>
                <a:lnTo>
                  <a:pt x="72898" y="2159"/>
                </a:lnTo>
                <a:close/>
              </a:path>
              <a:path w="133350" h="22859">
                <a:moveTo>
                  <a:pt x="91103" y="19789"/>
                </a:moveTo>
                <a:lnTo>
                  <a:pt x="89119" y="20112"/>
                </a:lnTo>
                <a:lnTo>
                  <a:pt x="89417" y="20112"/>
                </a:lnTo>
                <a:lnTo>
                  <a:pt x="91103" y="19789"/>
                </a:lnTo>
                <a:close/>
              </a:path>
              <a:path w="133350" h="22859">
                <a:moveTo>
                  <a:pt x="89026" y="5461"/>
                </a:moveTo>
                <a:lnTo>
                  <a:pt x="89662" y="5588"/>
                </a:lnTo>
                <a:lnTo>
                  <a:pt x="90195" y="5588"/>
                </a:lnTo>
                <a:lnTo>
                  <a:pt x="89026" y="5461"/>
                </a:lnTo>
                <a:close/>
              </a:path>
              <a:path w="133350" h="22859">
                <a:moveTo>
                  <a:pt x="65024" y="762"/>
                </a:moveTo>
                <a:lnTo>
                  <a:pt x="36702" y="762"/>
                </a:lnTo>
                <a:lnTo>
                  <a:pt x="24968" y="2159"/>
                </a:lnTo>
                <a:lnTo>
                  <a:pt x="73266" y="2159"/>
                </a:lnTo>
                <a:lnTo>
                  <a:pt x="65024" y="762"/>
                </a:lnTo>
                <a:close/>
              </a:path>
              <a:path w="133350" h="22859">
                <a:moveTo>
                  <a:pt x="57657" y="0"/>
                </a:moveTo>
                <a:lnTo>
                  <a:pt x="47498" y="0"/>
                </a:lnTo>
                <a:lnTo>
                  <a:pt x="43179" y="254"/>
                </a:lnTo>
                <a:lnTo>
                  <a:pt x="42672" y="254"/>
                </a:lnTo>
                <a:lnTo>
                  <a:pt x="36956" y="762"/>
                </a:lnTo>
                <a:lnTo>
                  <a:pt x="65430" y="762"/>
                </a:lnTo>
                <a:lnTo>
                  <a:pt x="57657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65844" y="693166"/>
            <a:ext cx="211454" cy="26034"/>
          </a:xfrm>
          <a:custGeom>
            <a:avLst/>
            <a:gdLst/>
            <a:ahLst/>
            <a:cxnLst/>
            <a:rect l="l" t="t" r="r" b="b"/>
            <a:pathLst>
              <a:path w="211454" h="26034">
                <a:moveTo>
                  <a:pt x="41021" y="25273"/>
                </a:moveTo>
                <a:lnTo>
                  <a:pt x="34543" y="25273"/>
                </a:lnTo>
                <a:lnTo>
                  <a:pt x="63500" y="26035"/>
                </a:lnTo>
                <a:lnTo>
                  <a:pt x="57022" y="26035"/>
                </a:lnTo>
                <a:lnTo>
                  <a:pt x="41021" y="25273"/>
                </a:lnTo>
                <a:close/>
              </a:path>
              <a:path w="211454" h="26034">
                <a:moveTo>
                  <a:pt x="129921" y="23113"/>
                </a:moveTo>
                <a:lnTo>
                  <a:pt x="19176" y="23113"/>
                </a:lnTo>
                <a:lnTo>
                  <a:pt x="25526" y="23875"/>
                </a:lnTo>
                <a:lnTo>
                  <a:pt x="25780" y="24003"/>
                </a:lnTo>
                <a:lnTo>
                  <a:pt x="32893" y="24637"/>
                </a:lnTo>
                <a:lnTo>
                  <a:pt x="33147" y="24637"/>
                </a:lnTo>
                <a:lnTo>
                  <a:pt x="41021" y="25273"/>
                </a:lnTo>
                <a:lnTo>
                  <a:pt x="57022" y="26035"/>
                </a:lnTo>
                <a:lnTo>
                  <a:pt x="81618" y="26035"/>
                </a:lnTo>
                <a:lnTo>
                  <a:pt x="107696" y="25019"/>
                </a:lnTo>
                <a:lnTo>
                  <a:pt x="107950" y="25019"/>
                </a:lnTo>
                <a:lnTo>
                  <a:pt x="118745" y="24257"/>
                </a:lnTo>
                <a:lnTo>
                  <a:pt x="119252" y="24257"/>
                </a:lnTo>
                <a:lnTo>
                  <a:pt x="129921" y="23113"/>
                </a:lnTo>
                <a:close/>
              </a:path>
              <a:path w="211454" h="26034">
                <a:moveTo>
                  <a:pt x="138937" y="2412"/>
                </a:moveTo>
                <a:lnTo>
                  <a:pt x="97027" y="2412"/>
                </a:lnTo>
                <a:lnTo>
                  <a:pt x="76326" y="3556"/>
                </a:lnTo>
                <a:lnTo>
                  <a:pt x="68325" y="4191"/>
                </a:lnTo>
                <a:lnTo>
                  <a:pt x="49022" y="5334"/>
                </a:lnTo>
                <a:lnTo>
                  <a:pt x="19430" y="7366"/>
                </a:lnTo>
                <a:lnTo>
                  <a:pt x="9076" y="8576"/>
                </a:lnTo>
                <a:lnTo>
                  <a:pt x="5206" y="8889"/>
                </a:lnTo>
                <a:lnTo>
                  <a:pt x="2666" y="9144"/>
                </a:lnTo>
                <a:lnTo>
                  <a:pt x="507" y="11175"/>
                </a:lnTo>
                <a:lnTo>
                  <a:pt x="0" y="16510"/>
                </a:lnTo>
                <a:lnTo>
                  <a:pt x="1650" y="18923"/>
                </a:lnTo>
                <a:lnTo>
                  <a:pt x="4190" y="19685"/>
                </a:lnTo>
                <a:lnTo>
                  <a:pt x="8635" y="20955"/>
                </a:lnTo>
                <a:lnTo>
                  <a:pt x="8889" y="20955"/>
                </a:lnTo>
                <a:lnTo>
                  <a:pt x="13461" y="22098"/>
                </a:lnTo>
                <a:lnTo>
                  <a:pt x="18669" y="23113"/>
                </a:lnTo>
                <a:lnTo>
                  <a:pt x="130336" y="23113"/>
                </a:lnTo>
                <a:lnTo>
                  <a:pt x="137540" y="21589"/>
                </a:lnTo>
                <a:lnTo>
                  <a:pt x="149225" y="19304"/>
                </a:lnTo>
                <a:lnTo>
                  <a:pt x="177546" y="13462"/>
                </a:lnTo>
                <a:lnTo>
                  <a:pt x="192404" y="10160"/>
                </a:lnTo>
                <a:lnTo>
                  <a:pt x="209930" y="5714"/>
                </a:lnTo>
                <a:lnTo>
                  <a:pt x="210947" y="4191"/>
                </a:lnTo>
                <a:lnTo>
                  <a:pt x="210841" y="3556"/>
                </a:lnTo>
                <a:lnTo>
                  <a:pt x="210735" y="2921"/>
                </a:lnTo>
                <a:lnTo>
                  <a:pt x="150621" y="2921"/>
                </a:lnTo>
                <a:lnTo>
                  <a:pt x="138937" y="2412"/>
                </a:lnTo>
                <a:close/>
              </a:path>
              <a:path w="211454" h="26034">
                <a:moveTo>
                  <a:pt x="208914" y="0"/>
                </a:moveTo>
                <a:lnTo>
                  <a:pt x="207390" y="254"/>
                </a:lnTo>
                <a:lnTo>
                  <a:pt x="185967" y="2412"/>
                </a:lnTo>
                <a:lnTo>
                  <a:pt x="181186" y="2412"/>
                </a:lnTo>
                <a:lnTo>
                  <a:pt x="171111" y="2921"/>
                </a:lnTo>
                <a:lnTo>
                  <a:pt x="210756" y="2921"/>
                </a:lnTo>
                <a:lnTo>
                  <a:pt x="210311" y="1143"/>
                </a:lnTo>
                <a:lnTo>
                  <a:pt x="208914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65894" y="639191"/>
            <a:ext cx="275590" cy="38100"/>
          </a:xfrm>
          <a:custGeom>
            <a:avLst/>
            <a:gdLst/>
            <a:ahLst/>
            <a:cxnLst/>
            <a:rect l="l" t="t" r="r" b="b"/>
            <a:pathLst>
              <a:path w="275590" h="38100">
                <a:moveTo>
                  <a:pt x="274193" y="7112"/>
                </a:moveTo>
                <a:lnTo>
                  <a:pt x="56514" y="7112"/>
                </a:lnTo>
                <a:lnTo>
                  <a:pt x="43433" y="9779"/>
                </a:lnTo>
                <a:lnTo>
                  <a:pt x="34035" y="12064"/>
                </a:lnTo>
                <a:lnTo>
                  <a:pt x="26884" y="14224"/>
                </a:lnTo>
                <a:lnTo>
                  <a:pt x="26670" y="14224"/>
                </a:lnTo>
                <a:lnTo>
                  <a:pt x="1777" y="28448"/>
                </a:lnTo>
                <a:lnTo>
                  <a:pt x="380" y="29845"/>
                </a:lnTo>
                <a:lnTo>
                  <a:pt x="7874" y="37592"/>
                </a:lnTo>
                <a:lnTo>
                  <a:pt x="8381" y="37592"/>
                </a:lnTo>
                <a:lnTo>
                  <a:pt x="11683" y="37846"/>
                </a:lnTo>
                <a:lnTo>
                  <a:pt x="12953" y="37846"/>
                </a:lnTo>
                <a:lnTo>
                  <a:pt x="17652" y="37337"/>
                </a:lnTo>
                <a:lnTo>
                  <a:pt x="18287" y="37337"/>
                </a:lnTo>
                <a:lnTo>
                  <a:pt x="23749" y="36449"/>
                </a:lnTo>
                <a:lnTo>
                  <a:pt x="23495" y="36449"/>
                </a:lnTo>
                <a:lnTo>
                  <a:pt x="27558" y="35941"/>
                </a:lnTo>
                <a:lnTo>
                  <a:pt x="32003" y="35306"/>
                </a:lnTo>
                <a:lnTo>
                  <a:pt x="31732" y="35306"/>
                </a:lnTo>
                <a:lnTo>
                  <a:pt x="60842" y="29638"/>
                </a:lnTo>
                <a:lnTo>
                  <a:pt x="60580" y="29638"/>
                </a:lnTo>
                <a:lnTo>
                  <a:pt x="75876" y="26754"/>
                </a:lnTo>
                <a:lnTo>
                  <a:pt x="106428" y="22010"/>
                </a:lnTo>
                <a:lnTo>
                  <a:pt x="106121" y="22010"/>
                </a:lnTo>
                <a:lnTo>
                  <a:pt x="133603" y="18479"/>
                </a:lnTo>
                <a:lnTo>
                  <a:pt x="132797" y="18479"/>
                </a:lnTo>
                <a:lnTo>
                  <a:pt x="165524" y="15875"/>
                </a:lnTo>
                <a:lnTo>
                  <a:pt x="163914" y="15875"/>
                </a:lnTo>
                <a:lnTo>
                  <a:pt x="200786" y="14224"/>
                </a:lnTo>
                <a:lnTo>
                  <a:pt x="227266" y="13843"/>
                </a:lnTo>
                <a:lnTo>
                  <a:pt x="273938" y="13843"/>
                </a:lnTo>
                <a:lnTo>
                  <a:pt x="275462" y="12319"/>
                </a:lnTo>
                <a:lnTo>
                  <a:pt x="275589" y="8636"/>
                </a:lnTo>
                <a:lnTo>
                  <a:pt x="274193" y="7112"/>
                </a:lnTo>
                <a:close/>
              </a:path>
              <a:path w="275590" h="38100">
                <a:moveTo>
                  <a:pt x="66957" y="28448"/>
                </a:moveTo>
                <a:lnTo>
                  <a:pt x="60580" y="29638"/>
                </a:lnTo>
                <a:lnTo>
                  <a:pt x="60842" y="29638"/>
                </a:lnTo>
                <a:lnTo>
                  <a:pt x="66957" y="28448"/>
                </a:lnTo>
                <a:close/>
              </a:path>
              <a:path w="275590" h="38100">
                <a:moveTo>
                  <a:pt x="76340" y="26754"/>
                </a:moveTo>
                <a:lnTo>
                  <a:pt x="75913" y="26754"/>
                </a:lnTo>
                <a:lnTo>
                  <a:pt x="73508" y="27201"/>
                </a:lnTo>
                <a:lnTo>
                  <a:pt x="76340" y="26754"/>
                </a:lnTo>
                <a:close/>
              </a:path>
              <a:path w="275590" h="38100">
                <a:moveTo>
                  <a:pt x="107814" y="21795"/>
                </a:moveTo>
                <a:lnTo>
                  <a:pt x="106121" y="22010"/>
                </a:lnTo>
                <a:lnTo>
                  <a:pt x="106428" y="22010"/>
                </a:lnTo>
                <a:lnTo>
                  <a:pt x="107814" y="21795"/>
                </a:lnTo>
                <a:close/>
              </a:path>
              <a:path w="275590" h="38100">
                <a:moveTo>
                  <a:pt x="239614" y="4445"/>
                </a:moveTo>
                <a:lnTo>
                  <a:pt x="72389" y="4445"/>
                </a:lnTo>
                <a:lnTo>
                  <a:pt x="56121" y="7112"/>
                </a:lnTo>
                <a:lnTo>
                  <a:pt x="273921" y="7112"/>
                </a:lnTo>
                <a:lnTo>
                  <a:pt x="239614" y="4445"/>
                </a:lnTo>
                <a:close/>
              </a:path>
              <a:path w="275590" h="38100">
                <a:moveTo>
                  <a:pt x="172550" y="888"/>
                </a:moveTo>
                <a:lnTo>
                  <a:pt x="103885" y="888"/>
                </a:lnTo>
                <a:lnTo>
                  <a:pt x="71882" y="4445"/>
                </a:lnTo>
                <a:lnTo>
                  <a:pt x="240776" y="4445"/>
                </a:lnTo>
                <a:lnTo>
                  <a:pt x="200913" y="2159"/>
                </a:lnTo>
                <a:lnTo>
                  <a:pt x="172550" y="888"/>
                </a:lnTo>
                <a:close/>
              </a:path>
              <a:path w="275590" h="38100">
                <a:moveTo>
                  <a:pt x="132969" y="0"/>
                </a:moveTo>
                <a:lnTo>
                  <a:pt x="99927" y="888"/>
                </a:lnTo>
                <a:lnTo>
                  <a:pt x="180441" y="888"/>
                </a:lnTo>
                <a:lnTo>
                  <a:pt x="132969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773793" y="661923"/>
            <a:ext cx="160655" cy="34925"/>
          </a:xfrm>
          <a:custGeom>
            <a:avLst/>
            <a:gdLst/>
            <a:ahLst/>
            <a:cxnLst/>
            <a:rect l="l" t="t" r="r" b="b"/>
            <a:pathLst>
              <a:path w="160654" h="34925">
                <a:moveTo>
                  <a:pt x="86995" y="0"/>
                </a:moveTo>
                <a:lnTo>
                  <a:pt x="34289" y="8254"/>
                </a:lnTo>
                <a:lnTo>
                  <a:pt x="380" y="26924"/>
                </a:lnTo>
                <a:lnTo>
                  <a:pt x="0" y="29083"/>
                </a:lnTo>
                <a:lnTo>
                  <a:pt x="1524" y="33020"/>
                </a:lnTo>
                <a:lnTo>
                  <a:pt x="3301" y="34416"/>
                </a:lnTo>
                <a:lnTo>
                  <a:pt x="5333" y="34543"/>
                </a:lnTo>
                <a:lnTo>
                  <a:pt x="10286" y="34798"/>
                </a:lnTo>
                <a:lnTo>
                  <a:pt x="18541" y="33020"/>
                </a:lnTo>
                <a:lnTo>
                  <a:pt x="18287" y="33147"/>
                </a:lnTo>
                <a:lnTo>
                  <a:pt x="47371" y="27559"/>
                </a:lnTo>
                <a:lnTo>
                  <a:pt x="75564" y="21589"/>
                </a:lnTo>
                <a:lnTo>
                  <a:pt x="75310" y="21589"/>
                </a:lnTo>
                <a:lnTo>
                  <a:pt x="89280" y="19050"/>
                </a:lnTo>
                <a:lnTo>
                  <a:pt x="89026" y="19050"/>
                </a:lnTo>
                <a:lnTo>
                  <a:pt x="102615" y="17145"/>
                </a:lnTo>
                <a:lnTo>
                  <a:pt x="102234" y="17145"/>
                </a:lnTo>
                <a:lnTo>
                  <a:pt x="117601" y="15875"/>
                </a:lnTo>
                <a:lnTo>
                  <a:pt x="117221" y="15875"/>
                </a:lnTo>
                <a:lnTo>
                  <a:pt x="134874" y="15239"/>
                </a:lnTo>
                <a:lnTo>
                  <a:pt x="158496" y="15112"/>
                </a:lnTo>
                <a:lnTo>
                  <a:pt x="160274" y="13335"/>
                </a:lnTo>
                <a:lnTo>
                  <a:pt x="160527" y="9143"/>
                </a:lnTo>
                <a:lnTo>
                  <a:pt x="158876" y="7238"/>
                </a:lnTo>
                <a:lnTo>
                  <a:pt x="135508" y="4699"/>
                </a:lnTo>
                <a:lnTo>
                  <a:pt x="117728" y="2412"/>
                </a:lnTo>
                <a:lnTo>
                  <a:pt x="101853" y="762"/>
                </a:lnTo>
                <a:lnTo>
                  <a:pt x="86995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267568" y="661797"/>
            <a:ext cx="139065" cy="28575"/>
          </a:xfrm>
          <a:custGeom>
            <a:avLst/>
            <a:gdLst/>
            <a:ahLst/>
            <a:cxnLst/>
            <a:rect l="l" t="t" r="r" b="b"/>
            <a:pathLst>
              <a:path w="139065" h="28575">
                <a:moveTo>
                  <a:pt x="73437" y="0"/>
                </a:moveTo>
                <a:lnTo>
                  <a:pt x="56006" y="0"/>
                </a:lnTo>
                <a:lnTo>
                  <a:pt x="47116" y="1015"/>
                </a:lnTo>
                <a:lnTo>
                  <a:pt x="35753" y="3555"/>
                </a:lnTo>
                <a:lnTo>
                  <a:pt x="35559" y="3555"/>
                </a:lnTo>
                <a:lnTo>
                  <a:pt x="28321" y="5841"/>
                </a:lnTo>
                <a:lnTo>
                  <a:pt x="21844" y="8254"/>
                </a:lnTo>
                <a:lnTo>
                  <a:pt x="16509" y="10540"/>
                </a:lnTo>
                <a:lnTo>
                  <a:pt x="15748" y="10794"/>
                </a:lnTo>
                <a:lnTo>
                  <a:pt x="12398" y="12599"/>
                </a:lnTo>
                <a:lnTo>
                  <a:pt x="8762" y="14604"/>
                </a:lnTo>
                <a:lnTo>
                  <a:pt x="1015" y="19176"/>
                </a:lnTo>
                <a:lnTo>
                  <a:pt x="219" y="21169"/>
                </a:lnTo>
                <a:lnTo>
                  <a:pt x="124" y="21404"/>
                </a:lnTo>
                <a:lnTo>
                  <a:pt x="3555" y="28193"/>
                </a:lnTo>
                <a:lnTo>
                  <a:pt x="13207" y="28193"/>
                </a:lnTo>
                <a:lnTo>
                  <a:pt x="20827" y="27431"/>
                </a:lnTo>
                <a:lnTo>
                  <a:pt x="20969" y="27431"/>
                </a:lnTo>
                <a:lnTo>
                  <a:pt x="27177" y="26162"/>
                </a:lnTo>
                <a:lnTo>
                  <a:pt x="33781" y="24891"/>
                </a:lnTo>
                <a:lnTo>
                  <a:pt x="40639" y="23367"/>
                </a:lnTo>
                <a:lnTo>
                  <a:pt x="49925" y="21535"/>
                </a:lnTo>
                <a:lnTo>
                  <a:pt x="50282" y="21404"/>
                </a:lnTo>
                <a:lnTo>
                  <a:pt x="58500" y="20104"/>
                </a:lnTo>
                <a:lnTo>
                  <a:pt x="58262" y="20104"/>
                </a:lnTo>
                <a:lnTo>
                  <a:pt x="70611" y="18414"/>
                </a:lnTo>
                <a:lnTo>
                  <a:pt x="85216" y="16128"/>
                </a:lnTo>
                <a:lnTo>
                  <a:pt x="100837" y="14224"/>
                </a:lnTo>
                <a:lnTo>
                  <a:pt x="116461" y="12599"/>
                </a:lnTo>
                <a:lnTo>
                  <a:pt x="116074" y="12599"/>
                </a:lnTo>
                <a:lnTo>
                  <a:pt x="135127" y="11302"/>
                </a:lnTo>
                <a:lnTo>
                  <a:pt x="137042" y="11302"/>
                </a:lnTo>
                <a:lnTo>
                  <a:pt x="138683" y="9525"/>
                </a:lnTo>
                <a:lnTo>
                  <a:pt x="138683" y="5841"/>
                </a:lnTo>
                <a:lnTo>
                  <a:pt x="138918" y="5841"/>
                </a:lnTo>
                <a:lnTo>
                  <a:pt x="137159" y="3937"/>
                </a:lnTo>
                <a:lnTo>
                  <a:pt x="84581" y="380"/>
                </a:lnTo>
                <a:lnTo>
                  <a:pt x="73437" y="0"/>
                </a:lnTo>
                <a:close/>
              </a:path>
              <a:path w="139065" h="28575">
                <a:moveTo>
                  <a:pt x="51780" y="21169"/>
                </a:moveTo>
                <a:lnTo>
                  <a:pt x="50282" y="21404"/>
                </a:lnTo>
                <a:lnTo>
                  <a:pt x="49925" y="21535"/>
                </a:lnTo>
                <a:lnTo>
                  <a:pt x="51780" y="21169"/>
                </a:lnTo>
                <a:close/>
              </a:path>
              <a:path w="139065" h="28575">
                <a:moveTo>
                  <a:pt x="60011" y="19865"/>
                </a:moveTo>
                <a:lnTo>
                  <a:pt x="58262" y="20104"/>
                </a:lnTo>
                <a:lnTo>
                  <a:pt x="58500" y="20104"/>
                </a:lnTo>
                <a:lnTo>
                  <a:pt x="60011" y="19865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702163" y="651637"/>
            <a:ext cx="155575" cy="34925"/>
          </a:xfrm>
          <a:custGeom>
            <a:avLst/>
            <a:gdLst/>
            <a:ahLst/>
            <a:cxnLst/>
            <a:rect l="l" t="t" r="r" b="b"/>
            <a:pathLst>
              <a:path w="155575" h="34925">
                <a:moveTo>
                  <a:pt x="104647" y="0"/>
                </a:moveTo>
                <a:lnTo>
                  <a:pt x="90297" y="0"/>
                </a:lnTo>
                <a:lnTo>
                  <a:pt x="79121" y="1015"/>
                </a:lnTo>
                <a:lnTo>
                  <a:pt x="79687" y="1015"/>
                </a:lnTo>
                <a:lnTo>
                  <a:pt x="68892" y="2666"/>
                </a:lnTo>
                <a:lnTo>
                  <a:pt x="69341" y="2666"/>
                </a:lnTo>
                <a:lnTo>
                  <a:pt x="58546" y="4699"/>
                </a:lnTo>
                <a:lnTo>
                  <a:pt x="47497" y="7365"/>
                </a:lnTo>
                <a:lnTo>
                  <a:pt x="38607" y="10033"/>
                </a:lnTo>
                <a:lnTo>
                  <a:pt x="29590" y="13080"/>
                </a:lnTo>
                <a:lnTo>
                  <a:pt x="28828" y="13462"/>
                </a:lnTo>
                <a:lnTo>
                  <a:pt x="23262" y="15905"/>
                </a:lnTo>
                <a:lnTo>
                  <a:pt x="0" y="28448"/>
                </a:lnTo>
                <a:lnTo>
                  <a:pt x="634" y="30861"/>
                </a:lnTo>
                <a:lnTo>
                  <a:pt x="1396" y="33274"/>
                </a:lnTo>
                <a:lnTo>
                  <a:pt x="3682" y="34798"/>
                </a:lnTo>
                <a:lnTo>
                  <a:pt x="2540" y="34798"/>
                </a:lnTo>
                <a:lnTo>
                  <a:pt x="9905" y="34543"/>
                </a:lnTo>
                <a:lnTo>
                  <a:pt x="10159" y="34543"/>
                </a:lnTo>
                <a:lnTo>
                  <a:pt x="20954" y="33782"/>
                </a:lnTo>
                <a:lnTo>
                  <a:pt x="21589" y="33654"/>
                </a:lnTo>
                <a:lnTo>
                  <a:pt x="28575" y="32638"/>
                </a:lnTo>
                <a:lnTo>
                  <a:pt x="28130" y="32638"/>
                </a:lnTo>
                <a:lnTo>
                  <a:pt x="34416" y="31496"/>
                </a:lnTo>
                <a:lnTo>
                  <a:pt x="43575" y="29664"/>
                </a:lnTo>
                <a:lnTo>
                  <a:pt x="43930" y="29526"/>
                </a:lnTo>
                <a:lnTo>
                  <a:pt x="52323" y="28066"/>
                </a:lnTo>
                <a:lnTo>
                  <a:pt x="73278" y="24637"/>
                </a:lnTo>
                <a:lnTo>
                  <a:pt x="83311" y="22860"/>
                </a:lnTo>
                <a:lnTo>
                  <a:pt x="83565" y="22860"/>
                </a:lnTo>
                <a:lnTo>
                  <a:pt x="94614" y="20574"/>
                </a:lnTo>
                <a:lnTo>
                  <a:pt x="94868" y="20574"/>
                </a:lnTo>
                <a:lnTo>
                  <a:pt x="117728" y="15239"/>
                </a:lnTo>
                <a:lnTo>
                  <a:pt x="128308" y="12902"/>
                </a:lnTo>
                <a:lnTo>
                  <a:pt x="128665" y="12902"/>
                </a:lnTo>
                <a:lnTo>
                  <a:pt x="140334" y="10667"/>
                </a:lnTo>
                <a:lnTo>
                  <a:pt x="151891" y="8889"/>
                </a:lnTo>
                <a:lnTo>
                  <a:pt x="153669" y="8636"/>
                </a:lnTo>
                <a:lnTo>
                  <a:pt x="154728" y="7365"/>
                </a:lnTo>
                <a:lnTo>
                  <a:pt x="154958" y="7365"/>
                </a:lnTo>
                <a:lnTo>
                  <a:pt x="154812" y="5334"/>
                </a:lnTo>
                <a:lnTo>
                  <a:pt x="154685" y="3555"/>
                </a:lnTo>
                <a:lnTo>
                  <a:pt x="153288" y="2159"/>
                </a:lnTo>
                <a:lnTo>
                  <a:pt x="153873" y="2159"/>
                </a:lnTo>
                <a:lnTo>
                  <a:pt x="139700" y="1397"/>
                </a:lnTo>
                <a:lnTo>
                  <a:pt x="127507" y="1015"/>
                </a:lnTo>
                <a:lnTo>
                  <a:pt x="104647" y="0"/>
                </a:lnTo>
                <a:close/>
              </a:path>
              <a:path w="155575" h="34925">
                <a:moveTo>
                  <a:pt x="46481" y="29083"/>
                </a:moveTo>
                <a:lnTo>
                  <a:pt x="43930" y="29526"/>
                </a:lnTo>
                <a:lnTo>
                  <a:pt x="43575" y="29664"/>
                </a:lnTo>
                <a:lnTo>
                  <a:pt x="46481" y="29083"/>
                </a:lnTo>
                <a:close/>
              </a:path>
              <a:path w="155575" h="34925">
                <a:moveTo>
                  <a:pt x="128665" y="12902"/>
                </a:moveTo>
                <a:lnTo>
                  <a:pt x="128308" y="12902"/>
                </a:lnTo>
                <a:lnTo>
                  <a:pt x="125776" y="13462"/>
                </a:lnTo>
                <a:lnTo>
                  <a:pt x="128665" y="12902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090782" y="646430"/>
            <a:ext cx="58419" cy="20320"/>
          </a:xfrm>
          <a:custGeom>
            <a:avLst/>
            <a:gdLst/>
            <a:ahLst/>
            <a:cxnLst/>
            <a:rect l="l" t="t" r="r" b="b"/>
            <a:pathLst>
              <a:path w="58420" h="20320">
                <a:moveTo>
                  <a:pt x="56134" y="0"/>
                </a:moveTo>
                <a:lnTo>
                  <a:pt x="54228" y="127"/>
                </a:lnTo>
                <a:lnTo>
                  <a:pt x="42925" y="508"/>
                </a:lnTo>
                <a:lnTo>
                  <a:pt x="42418" y="508"/>
                </a:lnTo>
                <a:lnTo>
                  <a:pt x="32003" y="1650"/>
                </a:lnTo>
                <a:lnTo>
                  <a:pt x="23114" y="2794"/>
                </a:lnTo>
                <a:lnTo>
                  <a:pt x="15318" y="4572"/>
                </a:lnTo>
                <a:lnTo>
                  <a:pt x="15113" y="4572"/>
                </a:lnTo>
                <a:lnTo>
                  <a:pt x="9398" y="6477"/>
                </a:lnTo>
                <a:lnTo>
                  <a:pt x="8763" y="6731"/>
                </a:lnTo>
                <a:lnTo>
                  <a:pt x="830" y="10287"/>
                </a:lnTo>
                <a:lnTo>
                  <a:pt x="1270" y="10287"/>
                </a:lnTo>
                <a:lnTo>
                  <a:pt x="0" y="12827"/>
                </a:lnTo>
                <a:lnTo>
                  <a:pt x="889" y="15494"/>
                </a:lnTo>
                <a:lnTo>
                  <a:pt x="1650" y="18161"/>
                </a:lnTo>
                <a:lnTo>
                  <a:pt x="4318" y="19812"/>
                </a:lnTo>
                <a:lnTo>
                  <a:pt x="6985" y="19304"/>
                </a:lnTo>
                <a:lnTo>
                  <a:pt x="12319" y="18415"/>
                </a:lnTo>
                <a:lnTo>
                  <a:pt x="18288" y="17653"/>
                </a:lnTo>
                <a:lnTo>
                  <a:pt x="18542" y="17525"/>
                </a:lnTo>
                <a:lnTo>
                  <a:pt x="25273" y="16256"/>
                </a:lnTo>
                <a:lnTo>
                  <a:pt x="25460" y="16256"/>
                </a:lnTo>
                <a:lnTo>
                  <a:pt x="34417" y="13716"/>
                </a:lnTo>
                <a:lnTo>
                  <a:pt x="34798" y="13716"/>
                </a:lnTo>
                <a:lnTo>
                  <a:pt x="44350" y="10287"/>
                </a:lnTo>
                <a:lnTo>
                  <a:pt x="55245" y="7493"/>
                </a:lnTo>
                <a:lnTo>
                  <a:pt x="57150" y="6985"/>
                </a:lnTo>
                <a:lnTo>
                  <a:pt x="58293" y="5207"/>
                </a:lnTo>
                <a:lnTo>
                  <a:pt x="57818" y="1650"/>
                </a:lnTo>
                <a:lnTo>
                  <a:pt x="57785" y="1397"/>
                </a:lnTo>
                <a:lnTo>
                  <a:pt x="56134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780141" y="1707769"/>
            <a:ext cx="149225" cy="30480"/>
          </a:xfrm>
          <a:custGeom>
            <a:avLst/>
            <a:gdLst/>
            <a:ahLst/>
            <a:cxnLst/>
            <a:rect l="l" t="t" r="r" b="b"/>
            <a:pathLst>
              <a:path w="149225" h="30480">
                <a:moveTo>
                  <a:pt x="148986" y="2920"/>
                </a:moveTo>
                <a:lnTo>
                  <a:pt x="139953" y="2920"/>
                </a:lnTo>
                <a:lnTo>
                  <a:pt x="138429" y="3555"/>
                </a:lnTo>
                <a:lnTo>
                  <a:pt x="136757" y="3555"/>
                </a:lnTo>
                <a:lnTo>
                  <a:pt x="133349" y="4108"/>
                </a:lnTo>
                <a:lnTo>
                  <a:pt x="132836" y="4108"/>
                </a:lnTo>
                <a:lnTo>
                  <a:pt x="126195" y="4571"/>
                </a:lnTo>
                <a:lnTo>
                  <a:pt x="127507" y="4571"/>
                </a:lnTo>
                <a:lnTo>
                  <a:pt x="119507" y="5460"/>
                </a:lnTo>
                <a:lnTo>
                  <a:pt x="120395" y="5460"/>
                </a:lnTo>
                <a:lnTo>
                  <a:pt x="111632" y="6857"/>
                </a:lnTo>
                <a:lnTo>
                  <a:pt x="111251" y="6857"/>
                </a:lnTo>
                <a:lnTo>
                  <a:pt x="95236" y="9962"/>
                </a:lnTo>
                <a:lnTo>
                  <a:pt x="36067" y="16128"/>
                </a:lnTo>
                <a:lnTo>
                  <a:pt x="5079" y="16890"/>
                </a:lnTo>
                <a:lnTo>
                  <a:pt x="2285" y="16890"/>
                </a:lnTo>
                <a:lnTo>
                  <a:pt x="126" y="19050"/>
                </a:lnTo>
                <a:lnTo>
                  <a:pt x="47243" y="29717"/>
                </a:lnTo>
                <a:lnTo>
                  <a:pt x="68325" y="30352"/>
                </a:lnTo>
                <a:lnTo>
                  <a:pt x="78612" y="30352"/>
                </a:lnTo>
                <a:lnTo>
                  <a:pt x="85047" y="30098"/>
                </a:lnTo>
                <a:lnTo>
                  <a:pt x="87291" y="30098"/>
                </a:lnTo>
                <a:lnTo>
                  <a:pt x="97662" y="29209"/>
                </a:lnTo>
                <a:lnTo>
                  <a:pt x="98170" y="29209"/>
                </a:lnTo>
                <a:lnTo>
                  <a:pt x="107314" y="27939"/>
                </a:lnTo>
                <a:lnTo>
                  <a:pt x="113749" y="26923"/>
                </a:lnTo>
                <a:lnTo>
                  <a:pt x="114011" y="26923"/>
                </a:lnTo>
                <a:lnTo>
                  <a:pt x="123570" y="25400"/>
                </a:lnTo>
                <a:lnTo>
                  <a:pt x="145795" y="10540"/>
                </a:lnTo>
                <a:lnTo>
                  <a:pt x="145910" y="10392"/>
                </a:lnTo>
                <a:lnTo>
                  <a:pt x="148335" y="6350"/>
                </a:lnTo>
                <a:lnTo>
                  <a:pt x="149225" y="4825"/>
                </a:lnTo>
                <a:lnTo>
                  <a:pt x="149135" y="4108"/>
                </a:lnTo>
                <a:lnTo>
                  <a:pt x="149066" y="3555"/>
                </a:lnTo>
                <a:lnTo>
                  <a:pt x="148986" y="2920"/>
                </a:lnTo>
                <a:close/>
              </a:path>
              <a:path w="149225" h="30480">
                <a:moveTo>
                  <a:pt x="95236" y="9962"/>
                </a:moveTo>
                <a:lnTo>
                  <a:pt x="92992" y="10392"/>
                </a:lnTo>
                <a:lnTo>
                  <a:pt x="94878" y="10092"/>
                </a:lnTo>
                <a:lnTo>
                  <a:pt x="95236" y="9962"/>
                </a:lnTo>
                <a:close/>
              </a:path>
              <a:path w="149225" h="30480">
                <a:moveTo>
                  <a:pt x="139188" y="3087"/>
                </a:moveTo>
                <a:lnTo>
                  <a:pt x="137032" y="3555"/>
                </a:lnTo>
                <a:lnTo>
                  <a:pt x="138429" y="3555"/>
                </a:lnTo>
                <a:lnTo>
                  <a:pt x="139188" y="3087"/>
                </a:lnTo>
                <a:close/>
              </a:path>
              <a:path w="149225" h="30480">
                <a:moveTo>
                  <a:pt x="139953" y="2920"/>
                </a:moveTo>
                <a:lnTo>
                  <a:pt x="139188" y="3087"/>
                </a:lnTo>
                <a:lnTo>
                  <a:pt x="138429" y="3555"/>
                </a:lnTo>
                <a:lnTo>
                  <a:pt x="139953" y="2920"/>
                </a:lnTo>
                <a:close/>
              </a:path>
              <a:path w="149225" h="30480">
                <a:moveTo>
                  <a:pt x="144399" y="0"/>
                </a:moveTo>
                <a:lnTo>
                  <a:pt x="142748" y="888"/>
                </a:lnTo>
                <a:lnTo>
                  <a:pt x="139188" y="3087"/>
                </a:lnTo>
                <a:lnTo>
                  <a:pt x="139953" y="2920"/>
                </a:lnTo>
                <a:lnTo>
                  <a:pt x="149097" y="2920"/>
                </a:lnTo>
                <a:lnTo>
                  <a:pt x="146430" y="253"/>
                </a:lnTo>
                <a:lnTo>
                  <a:pt x="144399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138044" y="1669795"/>
            <a:ext cx="195580" cy="22225"/>
          </a:xfrm>
          <a:custGeom>
            <a:avLst/>
            <a:gdLst/>
            <a:ahLst/>
            <a:cxnLst/>
            <a:rect l="l" t="t" r="r" b="b"/>
            <a:pathLst>
              <a:path w="195579" h="22225">
                <a:moveTo>
                  <a:pt x="65770" y="0"/>
                </a:moveTo>
                <a:lnTo>
                  <a:pt x="65262" y="0"/>
                </a:lnTo>
                <a:lnTo>
                  <a:pt x="45111" y="888"/>
                </a:lnTo>
                <a:lnTo>
                  <a:pt x="47355" y="888"/>
                </a:lnTo>
                <a:lnTo>
                  <a:pt x="34937" y="2158"/>
                </a:lnTo>
                <a:lnTo>
                  <a:pt x="35798" y="2158"/>
                </a:lnTo>
                <a:lnTo>
                  <a:pt x="22412" y="4317"/>
                </a:lnTo>
                <a:lnTo>
                  <a:pt x="22879" y="4317"/>
                </a:lnTo>
                <a:lnTo>
                  <a:pt x="0" y="13842"/>
                </a:lnTo>
                <a:lnTo>
                  <a:pt x="506" y="17925"/>
                </a:lnTo>
                <a:lnTo>
                  <a:pt x="1762" y="19684"/>
                </a:lnTo>
                <a:lnTo>
                  <a:pt x="6461" y="21462"/>
                </a:lnTo>
                <a:lnTo>
                  <a:pt x="9255" y="21970"/>
                </a:lnTo>
                <a:lnTo>
                  <a:pt x="25765" y="21462"/>
                </a:lnTo>
                <a:lnTo>
                  <a:pt x="24654" y="21462"/>
                </a:lnTo>
                <a:lnTo>
                  <a:pt x="36592" y="20446"/>
                </a:lnTo>
                <a:lnTo>
                  <a:pt x="36842" y="20446"/>
                </a:lnTo>
                <a:lnTo>
                  <a:pt x="49260" y="19176"/>
                </a:lnTo>
                <a:lnTo>
                  <a:pt x="66026" y="17925"/>
                </a:lnTo>
                <a:lnTo>
                  <a:pt x="65641" y="17925"/>
                </a:lnTo>
                <a:lnTo>
                  <a:pt x="104719" y="16001"/>
                </a:lnTo>
                <a:lnTo>
                  <a:pt x="99679" y="16001"/>
                </a:lnTo>
                <a:lnTo>
                  <a:pt x="130159" y="15493"/>
                </a:lnTo>
                <a:lnTo>
                  <a:pt x="195310" y="15493"/>
                </a:lnTo>
                <a:lnTo>
                  <a:pt x="195437" y="13842"/>
                </a:lnTo>
                <a:lnTo>
                  <a:pt x="195564" y="12191"/>
                </a:lnTo>
                <a:lnTo>
                  <a:pt x="194294" y="10794"/>
                </a:lnTo>
                <a:lnTo>
                  <a:pt x="193862" y="10794"/>
                </a:lnTo>
                <a:lnTo>
                  <a:pt x="107680" y="2158"/>
                </a:lnTo>
                <a:lnTo>
                  <a:pt x="86852" y="507"/>
                </a:lnTo>
                <a:lnTo>
                  <a:pt x="65770" y="0"/>
                </a:lnTo>
                <a:close/>
              </a:path>
              <a:path w="195579" h="22225">
                <a:moveTo>
                  <a:pt x="195310" y="15493"/>
                </a:moveTo>
                <a:lnTo>
                  <a:pt x="130159" y="15493"/>
                </a:lnTo>
                <a:lnTo>
                  <a:pt x="192262" y="16763"/>
                </a:lnTo>
                <a:lnTo>
                  <a:pt x="193913" y="16763"/>
                </a:lnTo>
                <a:lnTo>
                  <a:pt x="195310" y="15493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460483" y="1682242"/>
            <a:ext cx="49530" cy="12065"/>
          </a:xfrm>
          <a:custGeom>
            <a:avLst/>
            <a:gdLst/>
            <a:ahLst/>
            <a:cxnLst/>
            <a:rect l="l" t="t" r="r" b="b"/>
            <a:pathLst>
              <a:path w="49529" h="12064">
                <a:moveTo>
                  <a:pt x="2286" y="11175"/>
                </a:moveTo>
                <a:lnTo>
                  <a:pt x="0" y="11175"/>
                </a:lnTo>
                <a:lnTo>
                  <a:pt x="4826" y="11430"/>
                </a:lnTo>
                <a:lnTo>
                  <a:pt x="9906" y="11811"/>
                </a:lnTo>
                <a:lnTo>
                  <a:pt x="16256" y="11811"/>
                </a:lnTo>
                <a:lnTo>
                  <a:pt x="19608" y="11430"/>
                </a:lnTo>
                <a:lnTo>
                  <a:pt x="2540" y="11430"/>
                </a:lnTo>
                <a:lnTo>
                  <a:pt x="2286" y="11175"/>
                </a:lnTo>
                <a:close/>
              </a:path>
              <a:path w="49529" h="12064">
                <a:moveTo>
                  <a:pt x="45085" y="762"/>
                </a:moveTo>
                <a:lnTo>
                  <a:pt x="9271" y="762"/>
                </a:lnTo>
                <a:lnTo>
                  <a:pt x="4318" y="1650"/>
                </a:lnTo>
                <a:lnTo>
                  <a:pt x="1905" y="2159"/>
                </a:lnTo>
                <a:lnTo>
                  <a:pt x="127" y="4318"/>
                </a:lnTo>
                <a:lnTo>
                  <a:pt x="190" y="5587"/>
                </a:lnTo>
                <a:lnTo>
                  <a:pt x="287" y="7493"/>
                </a:lnTo>
                <a:lnTo>
                  <a:pt x="508" y="9398"/>
                </a:lnTo>
                <a:lnTo>
                  <a:pt x="2540" y="11430"/>
                </a:lnTo>
                <a:lnTo>
                  <a:pt x="19608" y="11430"/>
                </a:lnTo>
                <a:lnTo>
                  <a:pt x="21844" y="11175"/>
                </a:lnTo>
                <a:lnTo>
                  <a:pt x="22225" y="11175"/>
                </a:lnTo>
                <a:lnTo>
                  <a:pt x="43561" y="7493"/>
                </a:lnTo>
                <a:lnTo>
                  <a:pt x="45339" y="7112"/>
                </a:lnTo>
                <a:lnTo>
                  <a:pt x="46609" y="5587"/>
                </a:lnTo>
                <a:lnTo>
                  <a:pt x="46482" y="3810"/>
                </a:lnTo>
                <a:lnTo>
                  <a:pt x="46364" y="2159"/>
                </a:lnTo>
                <a:lnTo>
                  <a:pt x="45974" y="1650"/>
                </a:lnTo>
                <a:lnTo>
                  <a:pt x="45085" y="762"/>
                </a:lnTo>
                <a:close/>
              </a:path>
              <a:path w="49529" h="12064">
                <a:moveTo>
                  <a:pt x="31623" y="0"/>
                </a:moveTo>
                <a:lnTo>
                  <a:pt x="15494" y="0"/>
                </a:lnTo>
                <a:lnTo>
                  <a:pt x="14859" y="127"/>
                </a:lnTo>
                <a:lnTo>
                  <a:pt x="9525" y="762"/>
                </a:lnTo>
                <a:lnTo>
                  <a:pt x="48958" y="762"/>
                </a:lnTo>
                <a:lnTo>
                  <a:pt x="31623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12151" y="1674622"/>
            <a:ext cx="1165860" cy="74930"/>
          </a:xfrm>
          <a:custGeom>
            <a:avLst/>
            <a:gdLst/>
            <a:ahLst/>
            <a:cxnLst/>
            <a:rect l="l" t="t" r="r" b="b"/>
            <a:pathLst>
              <a:path w="1165859" h="74930">
                <a:moveTo>
                  <a:pt x="1164081" y="0"/>
                </a:moveTo>
                <a:lnTo>
                  <a:pt x="1022350" y="0"/>
                </a:lnTo>
                <a:lnTo>
                  <a:pt x="987298" y="507"/>
                </a:lnTo>
                <a:lnTo>
                  <a:pt x="951738" y="1777"/>
                </a:lnTo>
                <a:lnTo>
                  <a:pt x="951356" y="1777"/>
                </a:lnTo>
                <a:lnTo>
                  <a:pt x="918972" y="3937"/>
                </a:lnTo>
                <a:lnTo>
                  <a:pt x="918718" y="3937"/>
                </a:lnTo>
                <a:lnTo>
                  <a:pt x="886587" y="6857"/>
                </a:lnTo>
                <a:lnTo>
                  <a:pt x="886459" y="6857"/>
                </a:lnTo>
                <a:lnTo>
                  <a:pt x="864870" y="9143"/>
                </a:lnTo>
                <a:lnTo>
                  <a:pt x="769112" y="20574"/>
                </a:lnTo>
                <a:lnTo>
                  <a:pt x="707135" y="27050"/>
                </a:lnTo>
                <a:lnTo>
                  <a:pt x="663321" y="30987"/>
                </a:lnTo>
                <a:lnTo>
                  <a:pt x="561213" y="37973"/>
                </a:lnTo>
                <a:lnTo>
                  <a:pt x="484758" y="41148"/>
                </a:lnTo>
                <a:lnTo>
                  <a:pt x="318389" y="43561"/>
                </a:lnTo>
                <a:lnTo>
                  <a:pt x="251587" y="45338"/>
                </a:lnTo>
                <a:lnTo>
                  <a:pt x="190626" y="48132"/>
                </a:lnTo>
                <a:lnTo>
                  <a:pt x="136525" y="51307"/>
                </a:lnTo>
                <a:lnTo>
                  <a:pt x="62483" y="57530"/>
                </a:lnTo>
                <a:lnTo>
                  <a:pt x="40513" y="60070"/>
                </a:lnTo>
                <a:lnTo>
                  <a:pt x="30141" y="60960"/>
                </a:lnTo>
                <a:lnTo>
                  <a:pt x="27463" y="60960"/>
                </a:lnTo>
                <a:lnTo>
                  <a:pt x="13843" y="61340"/>
                </a:lnTo>
                <a:lnTo>
                  <a:pt x="2413" y="61975"/>
                </a:lnTo>
                <a:lnTo>
                  <a:pt x="2158" y="61975"/>
                </a:lnTo>
                <a:lnTo>
                  <a:pt x="253" y="64007"/>
                </a:lnTo>
                <a:lnTo>
                  <a:pt x="126" y="66548"/>
                </a:lnTo>
                <a:lnTo>
                  <a:pt x="0" y="69087"/>
                </a:lnTo>
                <a:lnTo>
                  <a:pt x="1904" y="71247"/>
                </a:lnTo>
                <a:lnTo>
                  <a:pt x="4445" y="71500"/>
                </a:lnTo>
                <a:lnTo>
                  <a:pt x="13462" y="72516"/>
                </a:lnTo>
                <a:lnTo>
                  <a:pt x="13334" y="72516"/>
                </a:lnTo>
                <a:lnTo>
                  <a:pt x="22225" y="73532"/>
                </a:lnTo>
                <a:lnTo>
                  <a:pt x="31623" y="74422"/>
                </a:lnTo>
                <a:lnTo>
                  <a:pt x="32003" y="74422"/>
                </a:lnTo>
                <a:lnTo>
                  <a:pt x="41021" y="74802"/>
                </a:lnTo>
                <a:lnTo>
                  <a:pt x="45021" y="74802"/>
                </a:lnTo>
                <a:lnTo>
                  <a:pt x="78485" y="74040"/>
                </a:lnTo>
                <a:lnTo>
                  <a:pt x="115316" y="72136"/>
                </a:lnTo>
                <a:lnTo>
                  <a:pt x="137795" y="70738"/>
                </a:lnTo>
                <a:lnTo>
                  <a:pt x="252475" y="62737"/>
                </a:lnTo>
                <a:lnTo>
                  <a:pt x="318897" y="59436"/>
                </a:lnTo>
                <a:lnTo>
                  <a:pt x="415840" y="56133"/>
                </a:lnTo>
                <a:lnTo>
                  <a:pt x="416267" y="56133"/>
                </a:lnTo>
                <a:lnTo>
                  <a:pt x="636890" y="48132"/>
                </a:lnTo>
                <a:lnTo>
                  <a:pt x="637243" y="48132"/>
                </a:lnTo>
                <a:lnTo>
                  <a:pt x="708405" y="44576"/>
                </a:lnTo>
                <a:lnTo>
                  <a:pt x="771017" y="40512"/>
                </a:lnTo>
                <a:lnTo>
                  <a:pt x="806830" y="37718"/>
                </a:lnTo>
                <a:lnTo>
                  <a:pt x="920876" y="26797"/>
                </a:lnTo>
                <a:lnTo>
                  <a:pt x="1162303" y="7365"/>
                </a:lnTo>
                <a:lnTo>
                  <a:pt x="1164227" y="7365"/>
                </a:lnTo>
                <a:lnTo>
                  <a:pt x="1165859" y="5461"/>
                </a:lnTo>
                <a:lnTo>
                  <a:pt x="1165732" y="3555"/>
                </a:lnTo>
                <a:lnTo>
                  <a:pt x="1165605" y="1524"/>
                </a:lnTo>
                <a:lnTo>
                  <a:pt x="1164081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74027" y="1753107"/>
            <a:ext cx="53975" cy="17145"/>
          </a:xfrm>
          <a:custGeom>
            <a:avLst/>
            <a:gdLst/>
            <a:ahLst/>
            <a:cxnLst/>
            <a:rect l="l" t="t" r="r" b="b"/>
            <a:pathLst>
              <a:path w="53975" h="17144">
                <a:moveTo>
                  <a:pt x="51180" y="0"/>
                </a:moveTo>
                <a:lnTo>
                  <a:pt x="39750" y="888"/>
                </a:lnTo>
                <a:lnTo>
                  <a:pt x="39243" y="888"/>
                </a:lnTo>
                <a:lnTo>
                  <a:pt x="27050" y="3047"/>
                </a:lnTo>
                <a:lnTo>
                  <a:pt x="26797" y="3047"/>
                </a:lnTo>
                <a:lnTo>
                  <a:pt x="1397" y="8762"/>
                </a:lnTo>
                <a:lnTo>
                  <a:pt x="0" y="10921"/>
                </a:lnTo>
                <a:lnTo>
                  <a:pt x="507" y="13207"/>
                </a:lnTo>
                <a:lnTo>
                  <a:pt x="889" y="15493"/>
                </a:lnTo>
                <a:lnTo>
                  <a:pt x="41021" y="9778"/>
                </a:lnTo>
                <a:lnTo>
                  <a:pt x="53594" y="5079"/>
                </a:lnTo>
                <a:lnTo>
                  <a:pt x="53213" y="3175"/>
                </a:lnTo>
                <a:lnTo>
                  <a:pt x="52958" y="1269"/>
                </a:lnTo>
                <a:lnTo>
                  <a:pt x="51180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734936" y="216661"/>
            <a:ext cx="665353" cy="64261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8A1D577F-FDAF-DC89-8E50-8632FF12D44E}"/>
              </a:ext>
            </a:extLst>
          </p:cNvPr>
          <p:cNvGrpSpPr/>
          <p:nvPr/>
        </p:nvGrpSpPr>
        <p:grpSpPr>
          <a:xfrm>
            <a:off x="2413008" y="2604816"/>
            <a:ext cx="493560" cy="212400"/>
            <a:chOff x="2413008" y="2604816"/>
            <a:chExt cx="49356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69F5C7-1BCB-4641-82E6-292FD7EEC5D3}"/>
                    </a:ext>
                  </a:extLst>
                </p14:cNvPr>
                <p14:cNvContentPartPr/>
                <p14:nvPr/>
              </p14:nvContentPartPr>
              <p14:xfrm>
                <a:off x="2413008" y="2636136"/>
                <a:ext cx="170280" cy="23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69F5C7-1BCB-4641-82E6-292FD7EEC5D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06888" y="2630016"/>
                  <a:ext cx="182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F97AB9-047F-C688-96DE-F8D7C8DF3995}"/>
                    </a:ext>
                  </a:extLst>
                </p14:cNvPr>
                <p14:cNvContentPartPr/>
                <p14:nvPr/>
              </p14:nvContentPartPr>
              <p14:xfrm>
                <a:off x="2491848" y="2662056"/>
                <a:ext cx="48600" cy="10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F97AB9-047F-C688-96DE-F8D7C8DF399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85728" y="2655936"/>
                  <a:ext cx="60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1DAA57-47A7-4AF5-D781-F850AF9EDF0C}"/>
                    </a:ext>
                  </a:extLst>
                </p14:cNvPr>
                <p14:cNvContentPartPr/>
                <p14:nvPr/>
              </p14:nvContentPartPr>
              <p14:xfrm>
                <a:off x="2597688" y="2729016"/>
                <a:ext cx="31680" cy="5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1DAA57-47A7-4AF5-D781-F850AF9EDF0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91568" y="2722896"/>
                  <a:ext cx="43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553451D-D078-0FD5-2416-C74219F62081}"/>
                    </a:ext>
                  </a:extLst>
                </p14:cNvPr>
                <p14:cNvContentPartPr/>
                <p14:nvPr/>
              </p14:nvContentPartPr>
              <p14:xfrm>
                <a:off x="2697768" y="2718216"/>
                <a:ext cx="43560" cy="99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553451D-D078-0FD5-2416-C74219F6208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91648" y="2712096"/>
                  <a:ext cx="55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C85B8B-00DD-1825-F03F-C180D7571034}"/>
                    </a:ext>
                  </a:extLst>
                </p14:cNvPr>
                <p14:cNvContentPartPr/>
                <p14:nvPr/>
              </p14:nvContentPartPr>
              <p14:xfrm>
                <a:off x="2866968" y="2604816"/>
                <a:ext cx="39600" cy="149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C85B8B-00DD-1825-F03F-C180D75710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60848" y="2598696"/>
                  <a:ext cx="51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AE1EA6-BC6B-B4DE-9825-34037406B202}"/>
                    </a:ext>
                  </a:extLst>
                </p14:cNvPr>
                <p14:cNvContentPartPr/>
                <p14:nvPr/>
              </p14:nvContentPartPr>
              <p14:xfrm>
                <a:off x="2792448" y="2712456"/>
                <a:ext cx="113400" cy="25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AE1EA6-BC6B-B4DE-9825-34037406B20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86328" y="2706336"/>
                  <a:ext cx="1256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13DD477-C27A-0B1A-FE43-31EDFB78344A}"/>
              </a:ext>
            </a:extLst>
          </p:cNvPr>
          <p:cNvGrpSpPr/>
          <p:nvPr/>
        </p:nvGrpSpPr>
        <p:grpSpPr>
          <a:xfrm>
            <a:off x="2339208" y="3388896"/>
            <a:ext cx="538920" cy="160200"/>
            <a:chOff x="2339208" y="3388896"/>
            <a:chExt cx="53892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75FF6D-C8B6-E43C-5172-19A2CFC609A3}"/>
                    </a:ext>
                  </a:extLst>
                </p14:cNvPr>
                <p14:cNvContentPartPr/>
                <p14:nvPr/>
              </p14:nvContentPartPr>
              <p14:xfrm>
                <a:off x="2339208" y="3406536"/>
                <a:ext cx="156240" cy="24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75FF6D-C8B6-E43C-5172-19A2CFC609A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33088" y="3400416"/>
                  <a:ext cx="168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824DEEC-7F35-B356-23CF-0CB31EC9A4E1}"/>
                    </a:ext>
                  </a:extLst>
                </p14:cNvPr>
                <p14:cNvContentPartPr/>
                <p14:nvPr/>
              </p14:nvContentPartPr>
              <p14:xfrm>
                <a:off x="2412648" y="3414456"/>
                <a:ext cx="41040" cy="128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824DEEC-7F35-B356-23CF-0CB31EC9A4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06528" y="3408336"/>
                  <a:ext cx="53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9DFF89-137F-9971-4AEF-D65EC921EFF8}"/>
                    </a:ext>
                  </a:extLst>
                </p14:cNvPr>
                <p14:cNvContentPartPr/>
                <p14:nvPr/>
              </p14:nvContentPartPr>
              <p14:xfrm>
                <a:off x="2516688" y="3466656"/>
                <a:ext cx="64440" cy="52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9DFF89-137F-9971-4AEF-D65EC921EF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10568" y="3460536"/>
                  <a:ext cx="76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FFA4E5-2E8C-AA3C-D5EF-597C6F02DAE7}"/>
                    </a:ext>
                  </a:extLst>
                </p14:cNvPr>
                <p14:cNvContentPartPr/>
                <p14:nvPr/>
              </p14:nvContentPartPr>
              <p14:xfrm>
                <a:off x="2617128" y="3432096"/>
                <a:ext cx="49320" cy="117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FFA4E5-2E8C-AA3C-D5EF-597C6F02DAE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611008" y="3425976"/>
                  <a:ext cx="61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7C23F82-2EF7-D9A7-20F5-3563F84FE684}"/>
                    </a:ext>
                  </a:extLst>
                </p14:cNvPr>
                <p14:cNvContentPartPr/>
                <p14:nvPr/>
              </p14:nvContentPartPr>
              <p14:xfrm>
                <a:off x="2764008" y="3388896"/>
                <a:ext cx="29880" cy="129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7C23F82-2EF7-D9A7-20F5-3563F84FE6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757888" y="3382776"/>
                  <a:ext cx="42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F6FE0AB-CD17-6336-1506-48E22B3A245C}"/>
                    </a:ext>
                  </a:extLst>
                </p14:cNvPr>
                <p14:cNvContentPartPr/>
                <p14:nvPr/>
              </p14:nvContentPartPr>
              <p14:xfrm>
                <a:off x="2692368" y="3459816"/>
                <a:ext cx="185760" cy="2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F6FE0AB-CD17-6336-1506-48E22B3A245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86248" y="3453696"/>
                  <a:ext cx="1980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DDE6309-5AC1-57CD-395D-99FFB3332C51}"/>
              </a:ext>
            </a:extLst>
          </p:cNvPr>
          <p:cNvGrpSpPr/>
          <p:nvPr/>
        </p:nvGrpSpPr>
        <p:grpSpPr>
          <a:xfrm>
            <a:off x="4149648" y="4024656"/>
            <a:ext cx="546840" cy="200880"/>
            <a:chOff x="4149648" y="4024656"/>
            <a:chExt cx="54684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FF8F01-6C41-C108-7023-B19F0DA2084C}"/>
                    </a:ext>
                  </a:extLst>
                </p14:cNvPr>
                <p14:cNvContentPartPr/>
                <p14:nvPr/>
              </p14:nvContentPartPr>
              <p14:xfrm>
                <a:off x="4149648" y="4038696"/>
                <a:ext cx="170280" cy="25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FF8F01-6C41-C108-7023-B19F0DA2084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43528" y="4032576"/>
                  <a:ext cx="182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23EAC5-A51A-FFEF-FDC2-BF9DFBABFDF3}"/>
                    </a:ext>
                  </a:extLst>
                </p14:cNvPr>
                <p14:cNvContentPartPr/>
                <p14:nvPr/>
              </p14:nvContentPartPr>
              <p14:xfrm>
                <a:off x="4219848" y="4055256"/>
                <a:ext cx="31320" cy="149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23EAC5-A51A-FFEF-FDC2-BF9DFBABFDF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13728" y="4049136"/>
                  <a:ext cx="43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A120998-6CF4-020D-F4A5-4658918162AA}"/>
                    </a:ext>
                  </a:extLst>
                </p14:cNvPr>
                <p14:cNvContentPartPr/>
                <p14:nvPr/>
              </p14:nvContentPartPr>
              <p14:xfrm>
                <a:off x="4362048" y="4131936"/>
                <a:ext cx="62280" cy="70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A120998-6CF4-020D-F4A5-4658918162A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55928" y="4125816"/>
                  <a:ext cx="74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34074F-8B5E-151A-20A1-34ED55F4B394}"/>
                    </a:ext>
                  </a:extLst>
                </p14:cNvPr>
                <p14:cNvContentPartPr/>
                <p14:nvPr/>
              </p14:nvContentPartPr>
              <p14:xfrm>
                <a:off x="4517208" y="4097016"/>
                <a:ext cx="49680" cy="128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34074F-8B5E-151A-20A1-34ED55F4B39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11088" y="4090896"/>
                  <a:ext cx="61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80DAAF7-9C67-3199-2832-D1B6D2AA4A9A}"/>
                    </a:ext>
                  </a:extLst>
                </p14:cNvPr>
                <p14:cNvContentPartPr/>
                <p14:nvPr/>
              </p14:nvContentPartPr>
              <p14:xfrm>
                <a:off x="4605048" y="4024656"/>
                <a:ext cx="49680" cy="116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80DAAF7-9C67-3199-2832-D1B6D2AA4A9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98928" y="4018536"/>
                  <a:ext cx="61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74D7E4-D581-7630-CDC7-7BDA38BA253E}"/>
                    </a:ext>
                  </a:extLst>
                </p14:cNvPr>
                <p14:cNvContentPartPr/>
                <p14:nvPr/>
              </p14:nvContentPartPr>
              <p14:xfrm>
                <a:off x="4575528" y="4095936"/>
                <a:ext cx="120960" cy="37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74D7E4-D581-7630-CDC7-7BDA38BA25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69408" y="4089816"/>
                  <a:ext cx="1332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F662D24-CB54-1153-B61F-00CB417B3FB5}"/>
              </a:ext>
            </a:extLst>
          </p:cNvPr>
          <p:cNvGrpSpPr/>
          <p:nvPr/>
        </p:nvGrpSpPr>
        <p:grpSpPr>
          <a:xfrm>
            <a:off x="4167288" y="5444856"/>
            <a:ext cx="600480" cy="264960"/>
            <a:chOff x="4167288" y="5444856"/>
            <a:chExt cx="60048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B344C03-DCE2-3A87-86E0-43FDE44E88F8}"/>
                    </a:ext>
                  </a:extLst>
                </p14:cNvPr>
                <p14:cNvContentPartPr/>
                <p14:nvPr/>
              </p14:nvContentPartPr>
              <p14:xfrm>
                <a:off x="4167288" y="5481936"/>
                <a:ext cx="133920" cy="9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B344C03-DCE2-3A87-86E0-43FDE44E88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61168" y="5475816"/>
                  <a:ext cx="146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2E1820-1815-446F-0BAF-8F70DD8EDE29}"/>
                    </a:ext>
                  </a:extLst>
                </p14:cNvPr>
                <p14:cNvContentPartPr/>
                <p14:nvPr/>
              </p14:nvContentPartPr>
              <p14:xfrm>
                <a:off x="4218408" y="5495256"/>
                <a:ext cx="29160" cy="212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2E1820-1815-446F-0BAF-8F70DD8EDE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12288" y="5489136"/>
                  <a:ext cx="41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3C4AC1-15E4-2257-4244-40C32EDE7D18}"/>
                    </a:ext>
                  </a:extLst>
                </p14:cNvPr>
                <p14:cNvContentPartPr/>
                <p14:nvPr/>
              </p14:nvContentPartPr>
              <p14:xfrm>
                <a:off x="4303368" y="5597136"/>
                <a:ext cx="61920" cy="96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3C4AC1-15E4-2257-4244-40C32EDE7D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97248" y="5591016"/>
                  <a:ext cx="74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07945F-E703-4E8B-1632-B2CC14C12AF8}"/>
                    </a:ext>
                  </a:extLst>
                </p14:cNvPr>
                <p14:cNvContentPartPr/>
                <p14:nvPr/>
              </p14:nvContentPartPr>
              <p14:xfrm>
                <a:off x="4473288" y="5560416"/>
                <a:ext cx="25560" cy="149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07945F-E703-4E8B-1632-B2CC14C12A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467168" y="5554296"/>
                  <a:ext cx="37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A1B4A30-0FE7-6499-E79A-39378DAE58C5}"/>
                    </a:ext>
                  </a:extLst>
                </p14:cNvPr>
                <p14:cNvContentPartPr/>
                <p14:nvPr/>
              </p14:nvContentPartPr>
              <p14:xfrm>
                <a:off x="4555728" y="5455656"/>
                <a:ext cx="50760" cy="217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A1B4A30-0FE7-6499-E79A-39378DAE58C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49608" y="5449536"/>
                  <a:ext cx="63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CE163A-8E41-1CB7-8A88-5F38C98E2DFF}"/>
                    </a:ext>
                  </a:extLst>
                </p14:cNvPr>
                <p14:cNvContentPartPr/>
                <p14:nvPr/>
              </p14:nvContentPartPr>
              <p14:xfrm>
                <a:off x="4552488" y="5444856"/>
                <a:ext cx="215280" cy="102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CE163A-8E41-1CB7-8A88-5F38C98E2DF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46368" y="5438736"/>
                  <a:ext cx="2275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B8E7235-7850-90F9-029B-A2427A796B0F}"/>
              </a:ext>
            </a:extLst>
          </p:cNvPr>
          <p:cNvGrpSpPr/>
          <p:nvPr/>
        </p:nvGrpSpPr>
        <p:grpSpPr>
          <a:xfrm>
            <a:off x="5690448" y="1784016"/>
            <a:ext cx="623520" cy="287280"/>
            <a:chOff x="5690448" y="1784016"/>
            <a:chExt cx="62352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7A1ACD-1617-269C-5A97-BC3F47B19512}"/>
                    </a:ext>
                  </a:extLst>
                </p14:cNvPr>
                <p14:cNvContentPartPr/>
                <p14:nvPr/>
              </p14:nvContentPartPr>
              <p14:xfrm>
                <a:off x="5690448" y="1784016"/>
                <a:ext cx="160560" cy="32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7A1ACD-1617-269C-5A97-BC3F47B1951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84328" y="1777896"/>
                  <a:ext cx="172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1E15619-F663-C49E-7C2F-7904D9F6D38C}"/>
                    </a:ext>
                  </a:extLst>
                </p14:cNvPr>
                <p14:cNvContentPartPr/>
                <p14:nvPr/>
              </p14:nvContentPartPr>
              <p14:xfrm>
                <a:off x="5803488" y="1813536"/>
                <a:ext cx="78120" cy="202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1E15619-F663-C49E-7C2F-7904D9F6D38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97368" y="1807416"/>
                  <a:ext cx="90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5C8629-33DC-2DD7-D46E-8B6669B9E0A8}"/>
                    </a:ext>
                  </a:extLst>
                </p14:cNvPr>
                <p14:cNvContentPartPr/>
                <p14:nvPr/>
              </p14:nvContentPartPr>
              <p14:xfrm>
                <a:off x="5962608" y="1896336"/>
                <a:ext cx="123120" cy="147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5C8629-33DC-2DD7-D46E-8B6669B9E0A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56488" y="1890216"/>
                  <a:ext cx="135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DA8534-F3D5-4324-B1BB-0051FACD1EE3}"/>
                    </a:ext>
                  </a:extLst>
                </p14:cNvPr>
                <p14:cNvContentPartPr/>
                <p14:nvPr/>
              </p14:nvContentPartPr>
              <p14:xfrm>
                <a:off x="6110568" y="1891656"/>
                <a:ext cx="72360" cy="179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DA8534-F3D5-4324-B1BB-0051FACD1EE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104448" y="1885536"/>
                  <a:ext cx="84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E351870-1DD1-554C-84B1-0806AB11EEA8}"/>
                    </a:ext>
                  </a:extLst>
                </p14:cNvPr>
                <p14:cNvContentPartPr/>
                <p14:nvPr/>
              </p14:nvContentPartPr>
              <p14:xfrm>
                <a:off x="6220368" y="1794816"/>
                <a:ext cx="45360" cy="222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E351870-1DD1-554C-84B1-0806AB11EEA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14248" y="1788696"/>
                  <a:ext cx="57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36B81A8-7E80-BD51-C2D5-D6F96FA6169F}"/>
                    </a:ext>
                  </a:extLst>
                </p14:cNvPr>
                <p14:cNvContentPartPr/>
                <p14:nvPr/>
              </p14:nvContentPartPr>
              <p14:xfrm>
                <a:off x="6193008" y="1953936"/>
                <a:ext cx="120960" cy="33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36B81A8-7E80-BD51-C2D5-D6F96FA6169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86888" y="1947816"/>
                  <a:ext cx="133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9C3C9D7-6945-2231-5A0A-0DCC3A800A9D}"/>
              </a:ext>
            </a:extLst>
          </p:cNvPr>
          <p:cNvGrpSpPr/>
          <p:nvPr/>
        </p:nvGrpSpPr>
        <p:grpSpPr>
          <a:xfrm>
            <a:off x="5772528" y="4008816"/>
            <a:ext cx="275040" cy="267840"/>
            <a:chOff x="5772528" y="4008816"/>
            <a:chExt cx="27504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3CC4CF1-AC43-BC59-4006-B9C00BF5F0BB}"/>
                    </a:ext>
                  </a:extLst>
                </p14:cNvPr>
                <p14:cNvContentPartPr/>
                <p14:nvPr/>
              </p14:nvContentPartPr>
              <p14:xfrm>
                <a:off x="5772528" y="4008816"/>
                <a:ext cx="119520" cy="182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3CC4CF1-AC43-BC59-4006-B9C00BF5F0B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66408" y="4002696"/>
                  <a:ext cx="131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7B6FDE4-F159-077E-38C3-A357EF7282FB}"/>
                    </a:ext>
                  </a:extLst>
                </p14:cNvPr>
                <p14:cNvContentPartPr/>
                <p14:nvPr/>
              </p14:nvContentPartPr>
              <p14:xfrm>
                <a:off x="5888808" y="4136976"/>
                <a:ext cx="69480" cy="96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7B6FDE4-F159-077E-38C3-A357EF7282F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882688" y="4130856"/>
                  <a:ext cx="81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2645101-B12E-18FD-E78A-E85CACDD3C5E}"/>
                    </a:ext>
                  </a:extLst>
                </p14:cNvPr>
                <p14:cNvContentPartPr/>
                <p14:nvPr/>
              </p14:nvContentPartPr>
              <p14:xfrm>
                <a:off x="5964768" y="4132296"/>
                <a:ext cx="82800" cy="144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2645101-B12E-18FD-E78A-E85CACDD3C5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58648" y="4126176"/>
                  <a:ext cx="9504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ABF65B9-E77E-65DA-00A7-86B8DFDAA0BF}"/>
              </a:ext>
            </a:extLst>
          </p:cNvPr>
          <p:cNvGrpSpPr/>
          <p:nvPr/>
        </p:nvGrpSpPr>
        <p:grpSpPr>
          <a:xfrm>
            <a:off x="6186168" y="4017816"/>
            <a:ext cx="123480" cy="145440"/>
            <a:chOff x="6186168" y="4017816"/>
            <a:chExt cx="123480" cy="1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3E7490-6592-D124-9035-11EC82BDF602}"/>
                    </a:ext>
                  </a:extLst>
                </p14:cNvPr>
                <p14:cNvContentPartPr/>
                <p14:nvPr/>
              </p14:nvContentPartPr>
              <p14:xfrm>
                <a:off x="6186168" y="4017816"/>
                <a:ext cx="18720" cy="145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3E7490-6592-D124-9035-11EC82BDF60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180048" y="4011696"/>
                  <a:ext cx="30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8D58E37-928C-E8A2-B031-BC2BBB5B36E1}"/>
                    </a:ext>
                  </a:extLst>
                </p14:cNvPr>
                <p14:cNvContentPartPr/>
                <p14:nvPr/>
              </p14:nvContentPartPr>
              <p14:xfrm>
                <a:off x="6205968" y="4050576"/>
                <a:ext cx="103680" cy="50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8D58E37-928C-E8A2-B031-BC2BBB5B36E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99848" y="4044456"/>
                  <a:ext cx="115920" cy="63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572262"/>
            <a:ext cx="24130" cy="11430"/>
          </a:xfrm>
          <a:custGeom>
            <a:avLst/>
            <a:gdLst/>
            <a:ahLst/>
            <a:cxnLst/>
            <a:rect l="l" t="t" r="r" b="b"/>
            <a:pathLst>
              <a:path w="24130" h="11429">
                <a:moveTo>
                  <a:pt x="2666" y="0"/>
                </a:moveTo>
                <a:lnTo>
                  <a:pt x="888" y="1142"/>
                </a:lnTo>
                <a:lnTo>
                  <a:pt x="417" y="2793"/>
                </a:lnTo>
                <a:lnTo>
                  <a:pt x="136" y="4063"/>
                </a:lnTo>
                <a:lnTo>
                  <a:pt x="54" y="4445"/>
                </a:lnTo>
                <a:lnTo>
                  <a:pt x="0" y="4699"/>
                </a:lnTo>
                <a:lnTo>
                  <a:pt x="1015" y="6476"/>
                </a:lnTo>
                <a:lnTo>
                  <a:pt x="2793" y="6985"/>
                </a:lnTo>
                <a:lnTo>
                  <a:pt x="7493" y="8254"/>
                </a:lnTo>
                <a:lnTo>
                  <a:pt x="7746" y="8382"/>
                </a:lnTo>
                <a:lnTo>
                  <a:pt x="13081" y="9525"/>
                </a:lnTo>
                <a:lnTo>
                  <a:pt x="13208" y="9525"/>
                </a:lnTo>
                <a:lnTo>
                  <a:pt x="19303" y="10667"/>
                </a:lnTo>
                <a:lnTo>
                  <a:pt x="21081" y="10922"/>
                </a:lnTo>
                <a:lnTo>
                  <a:pt x="22859" y="9778"/>
                </a:lnTo>
                <a:lnTo>
                  <a:pt x="23444" y="6985"/>
                </a:lnTo>
                <a:lnTo>
                  <a:pt x="23545" y="6476"/>
                </a:lnTo>
                <a:lnTo>
                  <a:pt x="23621" y="6096"/>
                </a:lnTo>
                <a:lnTo>
                  <a:pt x="22352" y="4445"/>
                </a:lnTo>
                <a:lnTo>
                  <a:pt x="9271" y="1650"/>
                </a:lnTo>
                <a:lnTo>
                  <a:pt x="4444" y="508"/>
                </a:lnTo>
                <a:lnTo>
                  <a:pt x="2666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0696" y="716470"/>
            <a:ext cx="286765" cy="58166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65813" y="638809"/>
            <a:ext cx="275590" cy="38100"/>
          </a:xfrm>
          <a:custGeom>
            <a:avLst/>
            <a:gdLst/>
            <a:ahLst/>
            <a:cxnLst/>
            <a:rect l="l" t="t" r="r" b="b"/>
            <a:pathLst>
              <a:path w="275590" h="38100">
                <a:moveTo>
                  <a:pt x="238013" y="4317"/>
                </a:moveTo>
                <a:lnTo>
                  <a:pt x="72471" y="4317"/>
                </a:lnTo>
                <a:lnTo>
                  <a:pt x="56850" y="6857"/>
                </a:lnTo>
                <a:lnTo>
                  <a:pt x="56469" y="6985"/>
                </a:lnTo>
                <a:lnTo>
                  <a:pt x="43388" y="9651"/>
                </a:lnTo>
                <a:lnTo>
                  <a:pt x="33990" y="11937"/>
                </a:lnTo>
                <a:lnTo>
                  <a:pt x="27259" y="13969"/>
                </a:lnTo>
                <a:lnTo>
                  <a:pt x="25989" y="14224"/>
                </a:lnTo>
                <a:lnTo>
                  <a:pt x="26285" y="14224"/>
                </a:lnTo>
                <a:lnTo>
                  <a:pt x="18496" y="17144"/>
                </a:lnTo>
                <a:lnTo>
                  <a:pt x="18242" y="17272"/>
                </a:lnTo>
                <a:lnTo>
                  <a:pt x="1732" y="28320"/>
                </a:lnTo>
                <a:lnTo>
                  <a:pt x="335" y="29844"/>
                </a:lnTo>
                <a:lnTo>
                  <a:pt x="0" y="32003"/>
                </a:lnTo>
                <a:lnTo>
                  <a:pt x="589" y="33654"/>
                </a:lnTo>
                <a:lnTo>
                  <a:pt x="1351" y="35560"/>
                </a:lnTo>
                <a:lnTo>
                  <a:pt x="2342" y="36322"/>
                </a:lnTo>
                <a:lnTo>
                  <a:pt x="2960" y="36829"/>
                </a:lnTo>
                <a:lnTo>
                  <a:pt x="9775" y="37718"/>
                </a:lnTo>
                <a:lnTo>
                  <a:pt x="15702" y="37718"/>
                </a:lnTo>
                <a:lnTo>
                  <a:pt x="20147" y="36829"/>
                </a:lnTo>
                <a:lnTo>
                  <a:pt x="20583" y="36829"/>
                </a:lnTo>
                <a:lnTo>
                  <a:pt x="23703" y="36322"/>
                </a:lnTo>
                <a:lnTo>
                  <a:pt x="31958" y="35178"/>
                </a:lnTo>
                <a:lnTo>
                  <a:pt x="31619" y="35178"/>
                </a:lnTo>
                <a:lnTo>
                  <a:pt x="38816" y="33909"/>
                </a:lnTo>
                <a:lnTo>
                  <a:pt x="47960" y="32003"/>
                </a:lnTo>
                <a:lnTo>
                  <a:pt x="61041" y="29463"/>
                </a:lnTo>
                <a:lnTo>
                  <a:pt x="76035" y="26715"/>
                </a:lnTo>
                <a:lnTo>
                  <a:pt x="75741" y="26715"/>
                </a:lnTo>
                <a:lnTo>
                  <a:pt x="106091" y="21935"/>
                </a:lnTo>
                <a:lnTo>
                  <a:pt x="133555" y="18354"/>
                </a:lnTo>
                <a:lnTo>
                  <a:pt x="132724" y="18354"/>
                </a:lnTo>
                <a:lnTo>
                  <a:pt x="165483" y="15748"/>
                </a:lnTo>
                <a:lnTo>
                  <a:pt x="163750" y="15748"/>
                </a:lnTo>
                <a:lnTo>
                  <a:pt x="200741" y="14224"/>
                </a:lnTo>
                <a:lnTo>
                  <a:pt x="228986" y="13715"/>
                </a:lnTo>
                <a:lnTo>
                  <a:pt x="273893" y="13715"/>
                </a:lnTo>
                <a:lnTo>
                  <a:pt x="275417" y="12318"/>
                </a:lnTo>
                <a:lnTo>
                  <a:pt x="275544" y="8509"/>
                </a:lnTo>
                <a:lnTo>
                  <a:pt x="274147" y="6985"/>
                </a:lnTo>
                <a:lnTo>
                  <a:pt x="238013" y="4317"/>
                </a:lnTo>
                <a:close/>
              </a:path>
              <a:path w="275590" h="38100">
                <a:moveTo>
                  <a:pt x="77842" y="26383"/>
                </a:moveTo>
                <a:lnTo>
                  <a:pt x="75741" y="26715"/>
                </a:lnTo>
                <a:lnTo>
                  <a:pt x="76035" y="26715"/>
                </a:lnTo>
                <a:lnTo>
                  <a:pt x="77842" y="26383"/>
                </a:lnTo>
                <a:close/>
              </a:path>
              <a:path w="275590" h="38100">
                <a:moveTo>
                  <a:pt x="106646" y="21935"/>
                </a:moveTo>
                <a:lnTo>
                  <a:pt x="106053" y="21935"/>
                </a:lnTo>
                <a:lnTo>
                  <a:pt x="102607" y="22478"/>
                </a:lnTo>
                <a:lnTo>
                  <a:pt x="106646" y="21935"/>
                </a:lnTo>
                <a:close/>
              </a:path>
              <a:path w="275590" h="38100">
                <a:moveTo>
                  <a:pt x="132923" y="0"/>
                </a:moveTo>
                <a:lnTo>
                  <a:pt x="104729" y="762"/>
                </a:lnTo>
                <a:lnTo>
                  <a:pt x="103840" y="762"/>
                </a:lnTo>
                <a:lnTo>
                  <a:pt x="71836" y="4317"/>
                </a:lnTo>
                <a:lnTo>
                  <a:pt x="238385" y="4317"/>
                </a:lnTo>
                <a:lnTo>
                  <a:pt x="200868" y="2031"/>
                </a:lnTo>
                <a:lnTo>
                  <a:pt x="166832" y="507"/>
                </a:lnTo>
                <a:lnTo>
                  <a:pt x="132923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80141" y="1707769"/>
            <a:ext cx="149225" cy="30480"/>
          </a:xfrm>
          <a:custGeom>
            <a:avLst/>
            <a:gdLst/>
            <a:ahLst/>
            <a:cxnLst/>
            <a:rect l="l" t="t" r="r" b="b"/>
            <a:pathLst>
              <a:path w="149225" h="30480">
                <a:moveTo>
                  <a:pt x="148986" y="2920"/>
                </a:moveTo>
                <a:lnTo>
                  <a:pt x="139953" y="2920"/>
                </a:lnTo>
                <a:lnTo>
                  <a:pt x="138429" y="3555"/>
                </a:lnTo>
                <a:lnTo>
                  <a:pt x="136757" y="3555"/>
                </a:lnTo>
                <a:lnTo>
                  <a:pt x="133349" y="4108"/>
                </a:lnTo>
                <a:lnTo>
                  <a:pt x="132836" y="4108"/>
                </a:lnTo>
                <a:lnTo>
                  <a:pt x="126195" y="4571"/>
                </a:lnTo>
                <a:lnTo>
                  <a:pt x="127507" y="4571"/>
                </a:lnTo>
                <a:lnTo>
                  <a:pt x="119507" y="5460"/>
                </a:lnTo>
                <a:lnTo>
                  <a:pt x="120395" y="5460"/>
                </a:lnTo>
                <a:lnTo>
                  <a:pt x="111632" y="6857"/>
                </a:lnTo>
                <a:lnTo>
                  <a:pt x="111251" y="6857"/>
                </a:lnTo>
                <a:lnTo>
                  <a:pt x="95236" y="9962"/>
                </a:lnTo>
                <a:lnTo>
                  <a:pt x="36067" y="16128"/>
                </a:lnTo>
                <a:lnTo>
                  <a:pt x="5079" y="16890"/>
                </a:lnTo>
                <a:lnTo>
                  <a:pt x="2285" y="16890"/>
                </a:lnTo>
                <a:lnTo>
                  <a:pt x="126" y="19050"/>
                </a:lnTo>
                <a:lnTo>
                  <a:pt x="47243" y="29717"/>
                </a:lnTo>
                <a:lnTo>
                  <a:pt x="68325" y="30352"/>
                </a:lnTo>
                <a:lnTo>
                  <a:pt x="78612" y="30352"/>
                </a:lnTo>
                <a:lnTo>
                  <a:pt x="85047" y="30098"/>
                </a:lnTo>
                <a:lnTo>
                  <a:pt x="87291" y="30098"/>
                </a:lnTo>
                <a:lnTo>
                  <a:pt x="97662" y="29209"/>
                </a:lnTo>
                <a:lnTo>
                  <a:pt x="98170" y="29209"/>
                </a:lnTo>
                <a:lnTo>
                  <a:pt x="107314" y="27939"/>
                </a:lnTo>
                <a:lnTo>
                  <a:pt x="113749" y="26923"/>
                </a:lnTo>
                <a:lnTo>
                  <a:pt x="114011" y="26923"/>
                </a:lnTo>
                <a:lnTo>
                  <a:pt x="123570" y="25400"/>
                </a:lnTo>
                <a:lnTo>
                  <a:pt x="145795" y="10540"/>
                </a:lnTo>
                <a:lnTo>
                  <a:pt x="145910" y="10392"/>
                </a:lnTo>
                <a:lnTo>
                  <a:pt x="148335" y="6350"/>
                </a:lnTo>
                <a:lnTo>
                  <a:pt x="149225" y="4825"/>
                </a:lnTo>
                <a:lnTo>
                  <a:pt x="149135" y="4108"/>
                </a:lnTo>
                <a:lnTo>
                  <a:pt x="149066" y="3555"/>
                </a:lnTo>
                <a:lnTo>
                  <a:pt x="148986" y="2920"/>
                </a:lnTo>
                <a:close/>
              </a:path>
              <a:path w="149225" h="30480">
                <a:moveTo>
                  <a:pt x="95236" y="9962"/>
                </a:moveTo>
                <a:lnTo>
                  <a:pt x="92992" y="10392"/>
                </a:lnTo>
                <a:lnTo>
                  <a:pt x="94878" y="10092"/>
                </a:lnTo>
                <a:lnTo>
                  <a:pt x="95236" y="9962"/>
                </a:lnTo>
                <a:close/>
              </a:path>
              <a:path w="149225" h="30480">
                <a:moveTo>
                  <a:pt x="139188" y="3087"/>
                </a:moveTo>
                <a:lnTo>
                  <a:pt x="137032" y="3555"/>
                </a:lnTo>
                <a:lnTo>
                  <a:pt x="138429" y="3555"/>
                </a:lnTo>
                <a:lnTo>
                  <a:pt x="139188" y="3087"/>
                </a:lnTo>
                <a:close/>
              </a:path>
              <a:path w="149225" h="30480">
                <a:moveTo>
                  <a:pt x="139953" y="2920"/>
                </a:moveTo>
                <a:lnTo>
                  <a:pt x="139188" y="3087"/>
                </a:lnTo>
                <a:lnTo>
                  <a:pt x="138429" y="3555"/>
                </a:lnTo>
                <a:lnTo>
                  <a:pt x="139953" y="2920"/>
                </a:lnTo>
                <a:close/>
              </a:path>
              <a:path w="149225" h="30480">
                <a:moveTo>
                  <a:pt x="144399" y="0"/>
                </a:moveTo>
                <a:lnTo>
                  <a:pt x="142748" y="888"/>
                </a:lnTo>
                <a:lnTo>
                  <a:pt x="139188" y="3087"/>
                </a:lnTo>
                <a:lnTo>
                  <a:pt x="139953" y="2920"/>
                </a:lnTo>
                <a:lnTo>
                  <a:pt x="149097" y="2920"/>
                </a:lnTo>
                <a:lnTo>
                  <a:pt x="146430" y="253"/>
                </a:lnTo>
                <a:lnTo>
                  <a:pt x="144399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138044" y="1669795"/>
            <a:ext cx="195580" cy="22225"/>
          </a:xfrm>
          <a:custGeom>
            <a:avLst/>
            <a:gdLst/>
            <a:ahLst/>
            <a:cxnLst/>
            <a:rect l="l" t="t" r="r" b="b"/>
            <a:pathLst>
              <a:path w="195579" h="22225">
                <a:moveTo>
                  <a:pt x="65770" y="0"/>
                </a:moveTo>
                <a:lnTo>
                  <a:pt x="65262" y="0"/>
                </a:lnTo>
                <a:lnTo>
                  <a:pt x="45111" y="888"/>
                </a:lnTo>
                <a:lnTo>
                  <a:pt x="47355" y="888"/>
                </a:lnTo>
                <a:lnTo>
                  <a:pt x="34937" y="2158"/>
                </a:lnTo>
                <a:lnTo>
                  <a:pt x="35798" y="2158"/>
                </a:lnTo>
                <a:lnTo>
                  <a:pt x="22412" y="4317"/>
                </a:lnTo>
                <a:lnTo>
                  <a:pt x="22879" y="4317"/>
                </a:lnTo>
                <a:lnTo>
                  <a:pt x="0" y="13842"/>
                </a:lnTo>
                <a:lnTo>
                  <a:pt x="506" y="17925"/>
                </a:lnTo>
                <a:lnTo>
                  <a:pt x="1762" y="19684"/>
                </a:lnTo>
                <a:lnTo>
                  <a:pt x="6461" y="21462"/>
                </a:lnTo>
                <a:lnTo>
                  <a:pt x="9255" y="21970"/>
                </a:lnTo>
                <a:lnTo>
                  <a:pt x="25765" y="21462"/>
                </a:lnTo>
                <a:lnTo>
                  <a:pt x="24654" y="21462"/>
                </a:lnTo>
                <a:lnTo>
                  <a:pt x="36592" y="20446"/>
                </a:lnTo>
                <a:lnTo>
                  <a:pt x="36842" y="20446"/>
                </a:lnTo>
                <a:lnTo>
                  <a:pt x="49260" y="19176"/>
                </a:lnTo>
                <a:lnTo>
                  <a:pt x="66026" y="17925"/>
                </a:lnTo>
                <a:lnTo>
                  <a:pt x="65641" y="17925"/>
                </a:lnTo>
                <a:lnTo>
                  <a:pt x="104719" y="16001"/>
                </a:lnTo>
                <a:lnTo>
                  <a:pt x="99679" y="16001"/>
                </a:lnTo>
                <a:lnTo>
                  <a:pt x="130159" y="15493"/>
                </a:lnTo>
                <a:lnTo>
                  <a:pt x="195310" y="15493"/>
                </a:lnTo>
                <a:lnTo>
                  <a:pt x="195437" y="13842"/>
                </a:lnTo>
                <a:lnTo>
                  <a:pt x="195564" y="12191"/>
                </a:lnTo>
                <a:lnTo>
                  <a:pt x="194294" y="10794"/>
                </a:lnTo>
                <a:lnTo>
                  <a:pt x="193862" y="10794"/>
                </a:lnTo>
                <a:lnTo>
                  <a:pt x="107680" y="2158"/>
                </a:lnTo>
                <a:lnTo>
                  <a:pt x="86852" y="507"/>
                </a:lnTo>
                <a:lnTo>
                  <a:pt x="65770" y="0"/>
                </a:lnTo>
                <a:close/>
              </a:path>
              <a:path w="195579" h="22225">
                <a:moveTo>
                  <a:pt x="195310" y="15493"/>
                </a:moveTo>
                <a:lnTo>
                  <a:pt x="130159" y="15493"/>
                </a:lnTo>
                <a:lnTo>
                  <a:pt x="192262" y="16763"/>
                </a:lnTo>
                <a:lnTo>
                  <a:pt x="193913" y="16763"/>
                </a:lnTo>
                <a:lnTo>
                  <a:pt x="195310" y="15493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60483" y="1682242"/>
            <a:ext cx="49530" cy="12065"/>
          </a:xfrm>
          <a:custGeom>
            <a:avLst/>
            <a:gdLst/>
            <a:ahLst/>
            <a:cxnLst/>
            <a:rect l="l" t="t" r="r" b="b"/>
            <a:pathLst>
              <a:path w="49529" h="12064">
                <a:moveTo>
                  <a:pt x="2286" y="11175"/>
                </a:moveTo>
                <a:lnTo>
                  <a:pt x="0" y="11175"/>
                </a:lnTo>
                <a:lnTo>
                  <a:pt x="4826" y="11430"/>
                </a:lnTo>
                <a:lnTo>
                  <a:pt x="9906" y="11811"/>
                </a:lnTo>
                <a:lnTo>
                  <a:pt x="16256" y="11811"/>
                </a:lnTo>
                <a:lnTo>
                  <a:pt x="19608" y="11430"/>
                </a:lnTo>
                <a:lnTo>
                  <a:pt x="2540" y="11430"/>
                </a:lnTo>
                <a:lnTo>
                  <a:pt x="2286" y="11175"/>
                </a:lnTo>
                <a:close/>
              </a:path>
              <a:path w="49529" h="12064">
                <a:moveTo>
                  <a:pt x="45085" y="762"/>
                </a:moveTo>
                <a:lnTo>
                  <a:pt x="9271" y="762"/>
                </a:lnTo>
                <a:lnTo>
                  <a:pt x="4318" y="1650"/>
                </a:lnTo>
                <a:lnTo>
                  <a:pt x="1905" y="2159"/>
                </a:lnTo>
                <a:lnTo>
                  <a:pt x="127" y="4318"/>
                </a:lnTo>
                <a:lnTo>
                  <a:pt x="190" y="5587"/>
                </a:lnTo>
                <a:lnTo>
                  <a:pt x="287" y="7493"/>
                </a:lnTo>
                <a:lnTo>
                  <a:pt x="508" y="9398"/>
                </a:lnTo>
                <a:lnTo>
                  <a:pt x="2540" y="11430"/>
                </a:lnTo>
                <a:lnTo>
                  <a:pt x="19608" y="11430"/>
                </a:lnTo>
                <a:lnTo>
                  <a:pt x="21844" y="11175"/>
                </a:lnTo>
                <a:lnTo>
                  <a:pt x="22225" y="11175"/>
                </a:lnTo>
                <a:lnTo>
                  <a:pt x="43561" y="7493"/>
                </a:lnTo>
                <a:lnTo>
                  <a:pt x="45339" y="7112"/>
                </a:lnTo>
                <a:lnTo>
                  <a:pt x="46609" y="5587"/>
                </a:lnTo>
                <a:lnTo>
                  <a:pt x="46482" y="3810"/>
                </a:lnTo>
                <a:lnTo>
                  <a:pt x="46364" y="2159"/>
                </a:lnTo>
                <a:lnTo>
                  <a:pt x="45974" y="1650"/>
                </a:lnTo>
                <a:lnTo>
                  <a:pt x="45085" y="762"/>
                </a:lnTo>
                <a:close/>
              </a:path>
              <a:path w="49529" h="12064">
                <a:moveTo>
                  <a:pt x="31623" y="0"/>
                </a:moveTo>
                <a:lnTo>
                  <a:pt x="15494" y="0"/>
                </a:lnTo>
                <a:lnTo>
                  <a:pt x="14859" y="127"/>
                </a:lnTo>
                <a:lnTo>
                  <a:pt x="9525" y="762"/>
                </a:lnTo>
                <a:lnTo>
                  <a:pt x="48958" y="762"/>
                </a:lnTo>
                <a:lnTo>
                  <a:pt x="31623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12151" y="1674622"/>
            <a:ext cx="1165860" cy="74930"/>
          </a:xfrm>
          <a:custGeom>
            <a:avLst/>
            <a:gdLst/>
            <a:ahLst/>
            <a:cxnLst/>
            <a:rect l="l" t="t" r="r" b="b"/>
            <a:pathLst>
              <a:path w="1165859" h="74930">
                <a:moveTo>
                  <a:pt x="1164081" y="0"/>
                </a:moveTo>
                <a:lnTo>
                  <a:pt x="1022350" y="0"/>
                </a:lnTo>
                <a:lnTo>
                  <a:pt x="987298" y="507"/>
                </a:lnTo>
                <a:lnTo>
                  <a:pt x="951738" y="1777"/>
                </a:lnTo>
                <a:lnTo>
                  <a:pt x="951356" y="1777"/>
                </a:lnTo>
                <a:lnTo>
                  <a:pt x="918972" y="3937"/>
                </a:lnTo>
                <a:lnTo>
                  <a:pt x="918718" y="3937"/>
                </a:lnTo>
                <a:lnTo>
                  <a:pt x="886587" y="6857"/>
                </a:lnTo>
                <a:lnTo>
                  <a:pt x="886459" y="6857"/>
                </a:lnTo>
                <a:lnTo>
                  <a:pt x="864870" y="9143"/>
                </a:lnTo>
                <a:lnTo>
                  <a:pt x="769112" y="20574"/>
                </a:lnTo>
                <a:lnTo>
                  <a:pt x="707135" y="27050"/>
                </a:lnTo>
                <a:lnTo>
                  <a:pt x="663321" y="30987"/>
                </a:lnTo>
                <a:lnTo>
                  <a:pt x="561213" y="37973"/>
                </a:lnTo>
                <a:lnTo>
                  <a:pt x="484758" y="41148"/>
                </a:lnTo>
                <a:lnTo>
                  <a:pt x="318389" y="43561"/>
                </a:lnTo>
                <a:lnTo>
                  <a:pt x="251587" y="45338"/>
                </a:lnTo>
                <a:lnTo>
                  <a:pt x="190626" y="48132"/>
                </a:lnTo>
                <a:lnTo>
                  <a:pt x="136525" y="51307"/>
                </a:lnTo>
                <a:lnTo>
                  <a:pt x="62483" y="57530"/>
                </a:lnTo>
                <a:lnTo>
                  <a:pt x="40513" y="60070"/>
                </a:lnTo>
                <a:lnTo>
                  <a:pt x="30141" y="60960"/>
                </a:lnTo>
                <a:lnTo>
                  <a:pt x="27463" y="60960"/>
                </a:lnTo>
                <a:lnTo>
                  <a:pt x="13843" y="61340"/>
                </a:lnTo>
                <a:lnTo>
                  <a:pt x="2413" y="61975"/>
                </a:lnTo>
                <a:lnTo>
                  <a:pt x="2158" y="61975"/>
                </a:lnTo>
                <a:lnTo>
                  <a:pt x="253" y="64007"/>
                </a:lnTo>
                <a:lnTo>
                  <a:pt x="126" y="66548"/>
                </a:lnTo>
                <a:lnTo>
                  <a:pt x="0" y="69087"/>
                </a:lnTo>
                <a:lnTo>
                  <a:pt x="1904" y="71247"/>
                </a:lnTo>
                <a:lnTo>
                  <a:pt x="4445" y="71500"/>
                </a:lnTo>
                <a:lnTo>
                  <a:pt x="13462" y="72516"/>
                </a:lnTo>
                <a:lnTo>
                  <a:pt x="13334" y="72516"/>
                </a:lnTo>
                <a:lnTo>
                  <a:pt x="22225" y="73532"/>
                </a:lnTo>
                <a:lnTo>
                  <a:pt x="31623" y="74422"/>
                </a:lnTo>
                <a:lnTo>
                  <a:pt x="32003" y="74422"/>
                </a:lnTo>
                <a:lnTo>
                  <a:pt x="41021" y="74802"/>
                </a:lnTo>
                <a:lnTo>
                  <a:pt x="45021" y="74802"/>
                </a:lnTo>
                <a:lnTo>
                  <a:pt x="78485" y="74040"/>
                </a:lnTo>
                <a:lnTo>
                  <a:pt x="115316" y="72136"/>
                </a:lnTo>
                <a:lnTo>
                  <a:pt x="137795" y="70738"/>
                </a:lnTo>
                <a:lnTo>
                  <a:pt x="252475" y="62737"/>
                </a:lnTo>
                <a:lnTo>
                  <a:pt x="318897" y="59436"/>
                </a:lnTo>
                <a:lnTo>
                  <a:pt x="415840" y="56133"/>
                </a:lnTo>
                <a:lnTo>
                  <a:pt x="416267" y="56133"/>
                </a:lnTo>
                <a:lnTo>
                  <a:pt x="636890" y="48132"/>
                </a:lnTo>
                <a:lnTo>
                  <a:pt x="637243" y="48132"/>
                </a:lnTo>
                <a:lnTo>
                  <a:pt x="708405" y="44576"/>
                </a:lnTo>
                <a:lnTo>
                  <a:pt x="771017" y="40512"/>
                </a:lnTo>
                <a:lnTo>
                  <a:pt x="806830" y="37718"/>
                </a:lnTo>
                <a:lnTo>
                  <a:pt x="920876" y="26797"/>
                </a:lnTo>
                <a:lnTo>
                  <a:pt x="1162303" y="7365"/>
                </a:lnTo>
                <a:lnTo>
                  <a:pt x="1164227" y="7365"/>
                </a:lnTo>
                <a:lnTo>
                  <a:pt x="1165859" y="5461"/>
                </a:lnTo>
                <a:lnTo>
                  <a:pt x="1165732" y="3555"/>
                </a:lnTo>
                <a:lnTo>
                  <a:pt x="1165605" y="1524"/>
                </a:lnTo>
                <a:lnTo>
                  <a:pt x="1164081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74027" y="1753107"/>
            <a:ext cx="53975" cy="17145"/>
          </a:xfrm>
          <a:custGeom>
            <a:avLst/>
            <a:gdLst/>
            <a:ahLst/>
            <a:cxnLst/>
            <a:rect l="l" t="t" r="r" b="b"/>
            <a:pathLst>
              <a:path w="53975" h="17144">
                <a:moveTo>
                  <a:pt x="51180" y="0"/>
                </a:moveTo>
                <a:lnTo>
                  <a:pt x="39750" y="888"/>
                </a:lnTo>
                <a:lnTo>
                  <a:pt x="39243" y="888"/>
                </a:lnTo>
                <a:lnTo>
                  <a:pt x="27050" y="3047"/>
                </a:lnTo>
                <a:lnTo>
                  <a:pt x="26797" y="3047"/>
                </a:lnTo>
                <a:lnTo>
                  <a:pt x="1397" y="8762"/>
                </a:lnTo>
                <a:lnTo>
                  <a:pt x="0" y="10921"/>
                </a:lnTo>
                <a:lnTo>
                  <a:pt x="507" y="13207"/>
                </a:lnTo>
                <a:lnTo>
                  <a:pt x="889" y="15493"/>
                </a:lnTo>
                <a:lnTo>
                  <a:pt x="41021" y="9778"/>
                </a:lnTo>
                <a:lnTo>
                  <a:pt x="53594" y="5079"/>
                </a:lnTo>
                <a:lnTo>
                  <a:pt x="53213" y="3175"/>
                </a:lnTo>
                <a:lnTo>
                  <a:pt x="52958" y="1269"/>
                </a:lnTo>
                <a:lnTo>
                  <a:pt x="51180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197" y="104647"/>
            <a:ext cx="4604893" cy="66941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029" y="1081024"/>
            <a:ext cx="434105" cy="27254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7183" y="1117346"/>
            <a:ext cx="192455" cy="18668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1063" y="1758060"/>
            <a:ext cx="210896" cy="2527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190" y="1761617"/>
            <a:ext cx="108089" cy="2733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7983" y="1832229"/>
            <a:ext cx="202260" cy="1873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4374" y="2507869"/>
            <a:ext cx="357658" cy="271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3443" y="2544191"/>
            <a:ext cx="176790" cy="23876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4904" y="3277234"/>
            <a:ext cx="356098" cy="29006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6063" y="3332226"/>
            <a:ext cx="151558" cy="21462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2973" y="4016883"/>
            <a:ext cx="340966" cy="2921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7569" y="4052570"/>
            <a:ext cx="179882" cy="22606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34263" y="4768088"/>
            <a:ext cx="501903" cy="38265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7212" y="5633326"/>
            <a:ext cx="364239" cy="25019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88885" y="5652084"/>
            <a:ext cx="254723" cy="23039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1351" y="6343446"/>
            <a:ext cx="311875" cy="30506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00977" y="6381584"/>
            <a:ext cx="158774" cy="18541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1091291" y="646811"/>
            <a:ext cx="58419" cy="19685"/>
          </a:xfrm>
          <a:custGeom>
            <a:avLst/>
            <a:gdLst/>
            <a:ahLst/>
            <a:cxnLst/>
            <a:rect l="l" t="t" r="r" b="b"/>
            <a:pathLst>
              <a:path w="58420" h="19684">
                <a:moveTo>
                  <a:pt x="56133" y="0"/>
                </a:moveTo>
                <a:lnTo>
                  <a:pt x="54228" y="0"/>
                </a:lnTo>
                <a:lnTo>
                  <a:pt x="42925" y="380"/>
                </a:lnTo>
                <a:lnTo>
                  <a:pt x="42544" y="380"/>
                </a:lnTo>
                <a:lnTo>
                  <a:pt x="32130" y="1524"/>
                </a:lnTo>
                <a:lnTo>
                  <a:pt x="23240" y="2793"/>
                </a:lnTo>
                <a:lnTo>
                  <a:pt x="22605" y="2793"/>
                </a:lnTo>
                <a:lnTo>
                  <a:pt x="15239" y="4444"/>
                </a:lnTo>
                <a:lnTo>
                  <a:pt x="9398" y="6350"/>
                </a:lnTo>
                <a:lnTo>
                  <a:pt x="8889" y="6603"/>
                </a:lnTo>
                <a:lnTo>
                  <a:pt x="3936" y="8762"/>
                </a:lnTo>
                <a:lnTo>
                  <a:pt x="1397" y="9905"/>
                </a:lnTo>
                <a:lnTo>
                  <a:pt x="0" y="12700"/>
                </a:lnTo>
                <a:lnTo>
                  <a:pt x="888" y="15366"/>
                </a:lnTo>
                <a:lnTo>
                  <a:pt x="1650" y="18034"/>
                </a:lnTo>
                <a:lnTo>
                  <a:pt x="4317" y="19685"/>
                </a:lnTo>
                <a:lnTo>
                  <a:pt x="6984" y="19303"/>
                </a:lnTo>
                <a:lnTo>
                  <a:pt x="12318" y="18414"/>
                </a:lnTo>
                <a:lnTo>
                  <a:pt x="18287" y="17525"/>
                </a:lnTo>
                <a:lnTo>
                  <a:pt x="17856" y="17525"/>
                </a:lnTo>
                <a:lnTo>
                  <a:pt x="25400" y="16128"/>
                </a:lnTo>
                <a:lnTo>
                  <a:pt x="34416" y="13715"/>
                </a:lnTo>
                <a:lnTo>
                  <a:pt x="44363" y="10277"/>
                </a:lnTo>
                <a:lnTo>
                  <a:pt x="44681" y="10069"/>
                </a:lnTo>
                <a:lnTo>
                  <a:pt x="55372" y="7365"/>
                </a:lnTo>
                <a:lnTo>
                  <a:pt x="57150" y="6858"/>
                </a:lnTo>
                <a:lnTo>
                  <a:pt x="58292" y="5079"/>
                </a:lnTo>
                <a:lnTo>
                  <a:pt x="57818" y="1524"/>
                </a:lnTo>
                <a:lnTo>
                  <a:pt x="57784" y="1269"/>
                </a:lnTo>
                <a:lnTo>
                  <a:pt x="56133" y="0"/>
                </a:lnTo>
                <a:close/>
              </a:path>
              <a:path w="58420" h="19684">
                <a:moveTo>
                  <a:pt x="45438" y="9905"/>
                </a:moveTo>
                <a:lnTo>
                  <a:pt x="44681" y="10069"/>
                </a:lnTo>
                <a:lnTo>
                  <a:pt x="44363" y="10277"/>
                </a:lnTo>
                <a:lnTo>
                  <a:pt x="45438" y="9905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734936" y="216661"/>
            <a:ext cx="665353" cy="64261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9774301" y="662305"/>
            <a:ext cx="160655" cy="34925"/>
          </a:xfrm>
          <a:custGeom>
            <a:avLst/>
            <a:gdLst/>
            <a:ahLst/>
            <a:cxnLst/>
            <a:rect l="l" t="t" r="r" b="b"/>
            <a:pathLst>
              <a:path w="160654" h="34925">
                <a:moveTo>
                  <a:pt x="18124" y="33147"/>
                </a:moveTo>
                <a:lnTo>
                  <a:pt x="1714" y="33147"/>
                </a:lnTo>
                <a:lnTo>
                  <a:pt x="3428" y="34290"/>
                </a:lnTo>
                <a:lnTo>
                  <a:pt x="6476" y="34671"/>
                </a:lnTo>
                <a:lnTo>
                  <a:pt x="10414" y="34671"/>
                </a:lnTo>
                <a:lnTo>
                  <a:pt x="14477" y="33909"/>
                </a:lnTo>
                <a:lnTo>
                  <a:pt x="14858" y="33909"/>
                </a:lnTo>
                <a:lnTo>
                  <a:pt x="18124" y="33147"/>
                </a:lnTo>
                <a:close/>
              </a:path>
              <a:path w="160654" h="34925">
                <a:moveTo>
                  <a:pt x="88138" y="0"/>
                </a:moveTo>
                <a:lnTo>
                  <a:pt x="87122" y="0"/>
                </a:lnTo>
                <a:lnTo>
                  <a:pt x="72898" y="762"/>
                </a:lnTo>
                <a:lnTo>
                  <a:pt x="72135" y="889"/>
                </a:lnTo>
                <a:lnTo>
                  <a:pt x="61214" y="2412"/>
                </a:lnTo>
                <a:lnTo>
                  <a:pt x="60705" y="2412"/>
                </a:lnTo>
                <a:lnTo>
                  <a:pt x="50800" y="4318"/>
                </a:lnTo>
                <a:lnTo>
                  <a:pt x="50419" y="4318"/>
                </a:lnTo>
                <a:lnTo>
                  <a:pt x="42254" y="6223"/>
                </a:lnTo>
                <a:lnTo>
                  <a:pt x="42418" y="6223"/>
                </a:lnTo>
                <a:lnTo>
                  <a:pt x="34417" y="8255"/>
                </a:lnTo>
                <a:lnTo>
                  <a:pt x="27050" y="10541"/>
                </a:lnTo>
                <a:lnTo>
                  <a:pt x="21844" y="12446"/>
                </a:lnTo>
                <a:lnTo>
                  <a:pt x="21463" y="12700"/>
                </a:lnTo>
                <a:lnTo>
                  <a:pt x="16637" y="14732"/>
                </a:lnTo>
                <a:lnTo>
                  <a:pt x="15875" y="15112"/>
                </a:lnTo>
                <a:lnTo>
                  <a:pt x="12123" y="17225"/>
                </a:lnTo>
                <a:lnTo>
                  <a:pt x="8890" y="19304"/>
                </a:lnTo>
                <a:lnTo>
                  <a:pt x="8381" y="19558"/>
                </a:lnTo>
                <a:lnTo>
                  <a:pt x="0" y="29083"/>
                </a:lnTo>
                <a:lnTo>
                  <a:pt x="762" y="30987"/>
                </a:lnTo>
                <a:lnTo>
                  <a:pt x="1571" y="33147"/>
                </a:lnTo>
                <a:lnTo>
                  <a:pt x="18415" y="33147"/>
                </a:lnTo>
                <a:lnTo>
                  <a:pt x="27177" y="31369"/>
                </a:lnTo>
                <a:lnTo>
                  <a:pt x="32512" y="30353"/>
                </a:lnTo>
                <a:lnTo>
                  <a:pt x="39624" y="29083"/>
                </a:lnTo>
                <a:lnTo>
                  <a:pt x="47371" y="27432"/>
                </a:lnTo>
                <a:lnTo>
                  <a:pt x="55118" y="25908"/>
                </a:lnTo>
                <a:lnTo>
                  <a:pt x="75322" y="21541"/>
                </a:lnTo>
                <a:lnTo>
                  <a:pt x="75714" y="21541"/>
                </a:lnTo>
                <a:lnTo>
                  <a:pt x="89088" y="19117"/>
                </a:lnTo>
                <a:lnTo>
                  <a:pt x="88574" y="19117"/>
                </a:lnTo>
                <a:lnTo>
                  <a:pt x="101386" y="17225"/>
                </a:lnTo>
                <a:lnTo>
                  <a:pt x="117357" y="15782"/>
                </a:lnTo>
                <a:lnTo>
                  <a:pt x="116155" y="15782"/>
                </a:lnTo>
                <a:lnTo>
                  <a:pt x="135127" y="15240"/>
                </a:lnTo>
                <a:lnTo>
                  <a:pt x="145796" y="15112"/>
                </a:lnTo>
                <a:lnTo>
                  <a:pt x="158486" y="15112"/>
                </a:lnTo>
                <a:lnTo>
                  <a:pt x="160400" y="13335"/>
                </a:lnTo>
                <a:lnTo>
                  <a:pt x="160527" y="9017"/>
                </a:lnTo>
                <a:lnTo>
                  <a:pt x="159003" y="7239"/>
                </a:lnTo>
                <a:lnTo>
                  <a:pt x="117982" y="2412"/>
                </a:lnTo>
                <a:lnTo>
                  <a:pt x="102489" y="762"/>
                </a:lnTo>
                <a:lnTo>
                  <a:pt x="104749" y="762"/>
                </a:lnTo>
                <a:lnTo>
                  <a:pt x="88138" y="0"/>
                </a:lnTo>
                <a:close/>
              </a:path>
              <a:path w="160654" h="34925">
                <a:moveTo>
                  <a:pt x="75714" y="21541"/>
                </a:moveTo>
                <a:lnTo>
                  <a:pt x="75322" y="21541"/>
                </a:lnTo>
                <a:lnTo>
                  <a:pt x="72693" y="22098"/>
                </a:lnTo>
                <a:lnTo>
                  <a:pt x="75714" y="21541"/>
                </a:lnTo>
                <a:close/>
              </a:path>
              <a:path w="160654" h="34925">
                <a:moveTo>
                  <a:pt x="91084" y="18745"/>
                </a:moveTo>
                <a:lnTo>
                  <a:pt x="88574" y="19117"/>
                </a:lnTo>
                <a:lnTo>
                  <a:pt x="89039" y="19117"/>
                </a:lnTo>
                <a:lnTo>
                  <a:pt x="91084" y="18745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268077" y="660780"/>
            <a:ext cx="139065" cy="28575"/>
          </a:xfrm>
          <a:custGeom>
            <a:avLst/>
            <a:gdLst/>
            <a:ahLst/>
            <a:cxnLst/>
            <a:rect l="l" t="t" r="r" b="b"/>
            <a:pathLst>
              <a:path w="139065" h="28575">
                <a:moveTo>
                  <a:pt x="72593" y="0"/>
                </a:moveTo>
                <a:lnTo>
                  <a:pt x="57023" y="0"/>
                </a:lnTo>
                <a:lnTo>
                  <a:pt x="56006" y="127"/>
                </a:lnTo>
                <a:lnTo>
                  <a:pt x="46990" y="1016"/>
                </a:lnTo>
                <a:lnTo>
                  <a:pt x="36322" y="3429"/>
                </a:lnTo>
                <a:lnTo>
                  <a:pt x="35559" y="3683"/>
                </a:lnTo>
                <a:lnTo>
                  <a:pt x="28321" y="5842"/>
                </a:lnTo>
                <a:lnTo>
                  <a:pt x="21886" y="8255"/>
                </a:lnTo>
                <a:lnTo>
                  <a:pt x="21717" y="8255"/>
                </a:lnTo>
                <a:lnTo>
                  <a:pt x="16382" y="10541"/>
                </a:lnTo>
                <a:lnTo>
                  <a:pt x="15621" y="10922"/>
                </a:lnTo>
                <a:lnTo>
                  <a:pt x="12319" y="12700"/>
                </a:lnTo>
                <a:lnTo>
                  <a:pt x="8890" y="14605"/>
                </a:lnTo>
                <a:lnTo>
                  <a:pt x="3175" y="18034"/>
                </a:lnTo>
                <a:lnTo>
                  <a:pt x="1016" y="19304"/>
                </a:lnTo>
                <a:lnTo>
                  <a:pt x="111" y="21564"/>
                </a:lnTo>
                <a:lnTo>
                  <a:pt x="0" y="21844"/>
                </a:lnTo>
                <a:lnTo>
                  <a:pt x="634" y="24130"/>
                </a:lnTo>
                <a:lnTo>
                  <a:pt x="1270" y="26543"/>
                </a:lnTo>
                <a:lnTo>
                  <a:pt x="3428" y="28194"/>
                </a:lnTo>
                <a:lnTo>
                  <a:pt x="13080" y="28194"/>
                </a:lnTo>
                <a:lnTo>
                  <a:pt x="16891" y="27813"/>
                </a:lnTo>
                <a:lnTo>
                  <a:pt x="17145" y="27813"/>
                </a:lnTo>
                <a:lnTo>
                  <a:pt x="20827" y="27432"/>
                </a:lnTo>
                <a:lnTo>
                  <a:pt x="33654" y="24892"/>
                </a:lnTo>
                <a:lnTo>
                  <a:pt x="40640" y="23368"/>
                </a:lnTo>
                <a:lnTo>
                  <a:pt x="49778" y="21564"/>
                </a:lnTo>
                <a:lnTo>
                  <a:pt x="49934" y="21564"/>
                </a:lnTo>
                <a:lnTo>
                  <a:pt x="58674" y="20066"/>
                </a:lnTo>
                <a:lnTo>
                  <a:pt x="85217" y="16256"/>
                </a:lnTo>
                <a:lnTo>
                  <a:pt x="100588" y="14256"/>
                </a:lnTo>
                <a:lnTo>
                  <a:pt x="100269" y="14256"/>
                </a:lnTo>
                <a:lnTo>
                  <a:pt x="116664" y="12564"/>
                </a:lnTo>
                <a:lnTo>
                  <a:pt x="135127" y="11303"/>
                </a:lnTo>
                <a:lnTo>
                  <a:pt x="136915" y="11303"/>
                </a:lnTo>
                <a:lnTo>
                  <a:pt x="138556" y="9525"/>
                </a:lnTo>
                <a:lnTo>
                  <a:pt x="138556" y="5842"/>
                </a:lnTo>
                <a:lnTo>
                  <a:pt x="138791" y="5842"/>
                </a:lnTo>
                <a:lnTo>
                  <a:pt x="137032" y="3937"/>
                </a:lnTo>
                <a:lnTo>
                  <a:pt x="84581" y="508"/>
                </a:lnTo>
                <a:lnTo>
                  <a:pt x="72593" y="0"/>
                </a:lnTo>
                <a:close/>
              </a:path>
              <a:path w="139065" h="28575">
                <a:moveTo>
                  <a:pt x="49934" y="21564"/>
                </a:moveTo>
                <a:lnTo>
                  <a:pt x="49778" y="21564"/>
                </a:lnTo>
                <a:lnTo>
                  <a:pt x="48361" y="21844"/>
                </a:lnTo>
                <a:lnTo>
                  <a:pt x="49934" y="21564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702417" y="651891"/>
            <a:ext cx="155575" cy="34925"/>
          </a:xfrm>
          <a:custGeom>
            <a:avLst/>
            <a:gdLst/>
            <a:ahLst/>
            <a:cxnLst/>
            <a:rect l="l" t="t" r="r" b="b"/>
            <a:pathLst>
              <a:path w="155575" h="34925">
                <a:moveTo>
                  <a:pt x="104648" y="0"/>
                </a:moveTo>
                <a:lnTo>
                  <a:pt x="91821" y="0"/>
                </a:lnTo>
                <a:lnTo>
                  <a:pt x="80517" y="888"/>
                </a:lnTo>
                <a:lnTo>
                  <a:pt x="69850" y="2539"/>
                </a:lnTo>
                <a:lnTo>
                  <a:pt x="69468" y="2667"/>
                </a:lnTo>
                <a:lnTo>
                  <a:pt x="58547" y="4825"/>
                </a:lnTo>
                <a:lnTo>
                  <a:pt x="58165" y="4825"/>
                </a:lnTo>
                <a:lnTo>
                  <a:pt x="47625" y="7366"/>
                </a:lnTo>
                <a:lnTo>
                  <a:pt x="39115" y="9906"/>
                </a:lnTo>
                <a:lnTo>
                  <a:pt x="29717" y="13081"/>
                </a:lnTo>
                <a:lnTo>
                  <a:pt x="28770" y="13543"/>
                </a:lnTo>
                <a:lnTo>
                  <a:pt x="23389" y="15905"/>
                </a:lnTo>
                <a:lnTo>
                  <a:pt x="12107" y="20193"/>
                </a:lnTo>
                <a:lnTo>
                  <a:pt x="12318" y="20193"/>
                </a:lnTo>
                <a:lnTo>
                  <a:pt x="7238" y="22225"/>
                </a:lnTo>
                <a:lnTo>
                  <a:pt x="6476" y="22606"/>
                </a:lnTo>
                <a:lnTo>
                  <a:pt x="1142" y="25781"/>
                </a:lnTo>
                <a:lnTo>
                  <a:pt x="0" y="28448"/>
                </a:lnTo>
                <a:lnTo>
                  <a:pt x="1524" y="33274"/>
                </a:lnTo>
                <a:lnTo>
                  <a:pt x="3809" y="34798"/>
                </a:lnTo>
                <a:lnTo>
                  <a:pt x="6392" y="34798"/>
                </a:lnTo>
                <a:lnTo>
                  <a:pt x="20954" y="33782"/>
                </a:lnTo>
                <a:lnTo>
                  <a:pt x="28701" y="32638"/>
                </a:lnTo>
                <a:lnTo>
                  <a:pt x="28257" y="32638"/>
                </a:lnTo>
                <a:lnTo>
                  <a:pt x="34543" y="31496"/>
                </a:lnTo>
                <a:lnTo>
                  <a:pt x="34671" y="31496"/>
                </a:lnTo>
                <a:lnTo>
                  <a:pt x="43698" y="29641"/>
                </a:lnTo>
                <a:lnTo>
                  <a:pt x="43400" y="29641"/>
                </a:lnTo>
                <a:lnTo>
                  <a:pt x="52450" y="28067"/>
                </a:lnTo>
                <a:lnTo>
                  <a:pt x="73405" y="24637"/>
                </a:lnTo>
                <a:lnTo>
                  <a:pt x="83438" y="22860"/>
                </a:lnTo>
                <a:lnTo>
                  <a:pt x="83692" y="22860"/>
                </a:lnTo>
                <a:lnTo>
                  <a:pt x="94741" y="20574"/>
                </a:lnTo>
                <a:lnTo>
                  <a:pt x="94996" y="20574"/>
                </a:lnTo>
                <a:lnTo>
                  <a:pt x="128207" y="12926"/>
                </a:lnTo>
                <a:lnTo>
                  <a:pt x="128669" y="12926"/>
                </a:lnTo>
                <a:lnTo>
                  <a:pt x="140461" y="10668"/>
                </a:lnTo>
                <a:lnTo>
                  <a:pt x="152018" y="8889"/>
                </a:lnTo>
                <a:lnTo>
                  <a:pt x="153797" y="8636"/>
                </a:lnTo>
                <a:lnTo>
                  <a:pt x="155066" y="7112"/>
                </a:lnTo>
                <a:lnTo>
                  <a:pt x="154939" y="5334"/>
                </a:lnTo>
                <a:lnTo>
                  <a:pt x="154812" y="3556"/>
                </a:lnTo>
                <a:lnTo>
                  <a:pt x="153415" y="2159"/>
                </a:lnTo>
                <a:lnTo>
                  <a:pt x="154000" y="2159"/>
                </a:lnTo>
                <a:lnTo>
                  <a:pt x="139826" y="1397"/>
                </a:lnTo>
                <a:lnTo>
                  <a:pt x="127634" y="1016"/>
                </a:lnTo>
                <a:lnTo>
                  <a:pt x="104648" y="0"/>
                </a:lnTo>
                <a:close/>
              </a:path>
              <a:path w="155575" h="34925">
                <a:moveTo>
                  <a:pt x="45341" y="29303"/>
                </a:moveTo>
                <a:lnTo>
                  <a:pt x="43400" y="29641"/>
                </a:lnTo>
                <a:lnTo>
                  <a:pt x="43698" y="29641"/>
                </a:lnTo>
                <a:lnTo>
                  <a:pt x="45341" y="29303"/>
                </a:lnTo>
                <a:close/>
              </a:path>
              <a:path w="155575" h="34925">
                <a:moveTo>
                  <a:pt x="128669" y="12926"/>
                </a:moveTo>
                <a:lnTo>
                  <a:pt x="128207" y="12926"/>
                </a:lnTo>
                <a:lnTo>
                  <a:pt x="125446" y="13543"/>
                </a:lnTo>
                <a:lnTo>
                  <a:pt x="128669" y="12926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65464" y="692784"/>
            <a:ext cx="211454" cy="26034"/>
          </a:xfrm>
          <a:custGeom>
            <a:avLst/>
            <a:gdLst/>
            <a:ahLst/>
            <a:cxnLst/>
            <a:rect l="l" t="t" r="r" b="b"/>
            <a:pathLst>
              <a:path w="211454" h="26034">
                <a:moveTo>
                  <a:pt x="104542" y="25018"/>
                </a:moveTo>
                <a:lnTo>
                  <a:pt x="41275" y="25018"/>
                </a:lnTo>
                <a:lnTo>
                  <a:pt x="55054" y="25907"/>
                </a:lnTo>
                <a:lnTo>
                  <a:pt x="81576" y="25907"/>
                </a:lnTo>
                <a:lnTo>
                  <a:pt x="104542" y="25018"/>
                </a:lnTo>
                <a:close/>
              </a:path>
              <a:path w="211454" h="26034">
                <a:moveTo>
                  <a:pt x="130047" y="22987"/>
                </a:moveTo>
                <a:lnTo>
                  <a:pt x="19176" y="22987"/>
                </a:lnTo>
                <a:lnTo>
                  <a:pt x="25653" y="23749"/>
                </a:lnTo>
                <a:lnTo>
                  <a:pt x="25907" y="23749"/>
                </a:lnTo>
                <a:lnTo>
                  <a:pt x="33019" y="24511"/>
                </a:lnTo>
                <a:lnTo>
                  <a:pt x="41020" y="25018"/>
                </a:lnTo>
                <a:lnTo>
                  <a:pt x="106277" y="25018"/>
                </a:lnTo>
                <a:lnTo>
                  <a:pt x="118871" y="24129"/>
                </a:lnTo>
                <a:lnTo>
                  <a:pt x="119252" y="24129"/>
                </a:lnTo>
                <a:lnTo>
                  <a:pt x="130047" y="22987"/>
                </a:lnTo>
                <a:close/>
              </a:path>
              <a:path w="211454" h="26034">
                <a:moveTo>
                  <a:pt x="139953" y="2286"/>
                </a:moveTo>
                <a:lnTo>
                  <a:pt x="97027" y="2286"/>
                </a:lnTo>
                <a:lnTo>
                  <a:pt x="76453" y="3428"/>
                </a:lnTo>
                <a:lnTo>
                  <a:pt x="68325" y="4063"/>
                </a:lnTo>
                <a:lnTo>
                  <a:pt x="58419" y="4699"/>
                </a:lnTo>
                <a:lnTo>
                  <a:pt x="49021" y="5206"/>
                </a:lnTo>
                <a:lnTo>
                  <a:pt x="19557" y="7238"/>
                </a:lnTo>
                <a:lnTo>
                  <a:pt x="14096" y="7874"/>
                </a:lnTo>
                <a:lnTo>
                  <a:pt x="13842" y="7874"/>
                </a:lnTo>
                <a:lnTo>
                  <a:pt x="9651" y="8381"/>
                </a:lnTo>
                <a:lnTo>
                  <a:pt x="9905" y="8381"/>
                </a:lnTo>
                <a:lnTo>
                  <a:pt x="3810" y="8889"/>
                </a:lnTo>
                <a:lnTo>
                  <a:pt x="2666" y="8889"/>
                </a:lnTo>
                <a:lnTo>
                  <a:pt x="507" y="11049"/>
                </a:lnTo>
                <a:lnTo>
                  <a:pt x="0" y="16255"/>
                </a:lnTo>
                <a:lnTo>
                  <a:pt x="1777" y="18795"/>
                </a:lnTo>
                <a:lnTo>
                  <a:pt x="4317" y="19557"/>
                </a:lnTo>
                <a:lnTo>
                  <a:pt x="8762" y="20827"/>
                </a:lnTo>
                <a:lnTo>
                  <a:pt x="13461" y="21970"/>
                </a:lnTo>
                <a:lnTo>
                  <a:pt x="18795" y="22987"/>
                </a:lnTo>
                <a:lnTo>
                  <a:pt x="130463" y="22987"/>
                </a:lnTo>
                <a:lnTo>
                  <a:pt x="137667" y="21462"/>
                </a:lnTo>
                <a:lnTo>
                  <a:pt x="177672" y="13335"/>
                </a:lnTo>
                <a:lnTo>
                  <a:pt x="177672" y="13207"/>
                </a:lnTo>
                <a:lnTo>
                  <a:pt x="192404" y="10032"/>
                </a:lnTo>
                <a:lnTo>
                  <a:pt x="210057" y="5587"/>
                </a:lnTo>
                <a:lnTo>
                  <a:pt x="210946" y="4063"/>
                </a:lnTo>
                <a:lnTo>
                  <a:pt x="210841" y="3428"/>
                </a:lnTo>
                <a:lnTo>
                  <a:pt x="210735" y="2793"/>
                </a:lnTo>
                <a:lnTo>
                  <a:pt x="161543" y="2793"/>
                </a:lnTo>
                <a:lnTo>
                  <a:pt x="147827" y="2539"/>
                </a:lnTo>
                <a:lnTo>
                  <a:pt x="139953" y="2286"/>
                </a:lnTo>
                <a:close/>
              </a:path>
              <a:path w="211454" h="26034">
                <a:moveTo>
                  <a:pt x="209197" y="0"/>
                </a:moveTo>
                <a:lnTo>
                  <a:pt x="207390" y="0"/>
                </a:lnTo>
                <a:lnTo>
                  <a:pt x="186490" y="2286"/>
                </a:lnTo>
                <a:lnTo>
                  <a:pt x="181228" y="2286"/>
                </a:lnTo>
                <a:lnTo>
                  <a:pt x="176275" y="2539"/>
                </a:lnTo>
                <a:lnTo>
                  <a:pt x="161289" y="2793"/>
                </a:lnTo>
                <a:lnTo>
                  <a:pt x="210735" y="2793"/>
                </a:lnTo>
                <a:lnTo>
                  <a:pt x="210438" y="1015"/>
                </a:lnTo>
                <a:lnTo>
                  <a:pt x="209197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87030" y="727329"/>
            <a:ext cx="133350" cy="22860"/>
          </a:xfrm>
          <a:custGeom>
            <a:avLst/>
            <a:gdLst/>
            <a:ahLst/>
            <a:cxnLst/>
            <a:rect l="l" t="t" r="r" b="b"/>
            <a:pathLst>
              <a:path w="133350" h="22859">
                <a:moveTo>
                  <a:pt x="65024" y="508"/>
                </a:moveTo>
                <a:lnTo>
                  <a:pt x="36702" y="508"/>
                </a:lnTo>
                <a:lnTo>
                  <a:pt x="20574" y="2412"/>
                </a:lnTo>
                <a:lnTo>
                  <a:pt x="20193" y="2540"/>
                </a:lnTo>
                <a:lnTo>
                  <a:pt x="9398" y="4318"/>
                </a:lnTo>
                <a:lnTo>
                  <a:pt x="8636" y="4572"/>
                </a:lnTo>
                <a:lnTo>
                  <a:pt x="4445" y="5842"/>
                </a:lnTo>
                <a:lnTo>
                  <a:pt x="1777" y="6604"/>
                </a:lnTo>
                <a:lnTo>
                  <a:pt x="0" y="9144"/>
                </a:lnTo>
                <a:lnTo>
                  <a:pt x="277" y="12192"/>
                </a:lnTo>
                <a:lnTo>
                  <a:pt x="404" y="13588"/>
                </a:lnTo>
                <a:lnTo>
                  <a:pt x="508" y="14732"/>
                </a:lnTo>
                <a:lnTo>
                  <a:pt x="2667" y="17018"/>
                </a:lnTo>
                <a:lnTo>
                  <a:pt x="5461" y="17399"/>
                </a:lnTo>
                <a:lnTo>
                  <a:pt x="11218" y="17907"/>
                </a:lnTo>
                <a:lnTo>
                  <a:pt x="10033" y="17907"/>
                </a:lnTo>
                <a:lnTo>
                  <a:pt x="16871" y="18454"/>
                </a:lnTo>
                <a:lnTo>
                  <a:pt x="20447" y="19050"/>
                </a:lnTo>
                <a:lnTo>
                  <a:pt x="31369" y="20320"/>
                </a:lnTo>
                <a:lnTo>
                  <a:pt x="31623" y="20320"/>
                </a:lnTo>
                <a:lnTo>
                  <a:pt x="36956" y="20828"/>
                </a:lnTo>
                <a:lnTo>
                  <a:pt x="42799" y="21209"/>
                </a:lnTo>
                <a:lnTo>
                  <a:pt x="43052" y="21209"/>
                </a:lnTo>
                <a:lnTo>
                  <a:pt x="49402" y="21590"/>
                </a:lnTo>
                <a:lnTo>
                  <a:pt x="62102" y="22606"/>
                </a:lnTo>
                <a:lnTo>
                  <a:pt x="72009" y="22606"/>
                </a:lnTo>
                <a:lnTo>
                  <a:pt x="80391" y="21590"/>
                </a:lnTo>
                <a:lnTo>
                  <a:pt x="89417" y="19858"/>
                </a:lnTo>
                <a:lnTo>
                  <a:pt x="89119" y="19858"/>
                </a:lnTo>
                <a:lnTo>
                  <a:pt x="101092" y="17907"/>
                </a:lnTo>
                <a:lnTo>
                  <a:pt x="115570" y="15748"/>
                </a:lnTo>
                <a:lnTo>
                  <a:pt x="130428" y="13843"/>
                </a:lnTo>
                <a:lnTo>
                  <a:pt x="131952" y="13588"/>
                </a:lnTo>
                <a:lnTo>
                  <a:pt x="133223" y="12192"/>
                </a:lnTo>
                <a:lnTo>
                  <a:pt x="133096" y="10668"/>
                </a:lnTo>
                <a:lnTo>
                  <a:pt x="132978" y="9144"/>
                </a:lnTo>
                <a:lnTo>
                  <a:pt x="131699" y="7747"/>
                </a:lnTo>
                <a:lnTo>
                  <a:pt x="133159" y="7747"/>
                </a:lnTo>
                <a:lnTo>
                  <a:pt x="101004" y="6378"/>
                </a:lnTo>
                <a:lnTo>
                  <a:pt x="90325" y="5334"/>
                </a:lnTo>
                <a:lnTo>
                  <a:pt x="89661" y="5334"/>
                </a:lnTo>
                <a:lnTo>
                  <a:pt x="72898" y="1905"/>
                </a:lnTo>
                <a:lnTo>
                  <a:pt x="73266" y="1905"/>
                </a:lnTo>
                <a:lnTo>
                  <a:pt x="65024" y="508"/>
                </a:lnTo>
                <a:close/>
              </a:path>
              <a:path w="133350" h="22859">
                <a:moveTo>
                  <a:pt x="91103" y="19535"/>
                </a:moveTo>
                <a:lnTo>
                  <a:pt x="89119" y="19858"/>
                </a:lnTo>
                <a:lnTo>
                  <a:pt x="89417" y="19858"/>
                </a:lnTo>
                <a:lnTo>
                  <a:pt x="91103" y="19535"/>
                </a:lnTo>
                <a:close/>
              </a:path>
              <a:path w="133350" h="22859">
                <a:moveTo>
                  <a:pt x="60248" y="0"/>
                </a:moveTo>
                <a:lnTo>
                  <a:pt x="42672" y="0"/>
                </a:lnTo>
                <a:lnTo>
                  <a:pt x="36956" y="508"/>
                </a:lnTo>
                <a:lnTo>
                  <a:pt x="65430" y="508"/>
                </a:lnTo>
                <a:lnTo>
                  <a:pt x="60248" y="0"/>
                </a:lnTo>
                <a:close/>
              </a:path>
            </a:pathLst>
          </a:custGeom>
          <a:solidFill>
            <a:srgbClr val="EC1C2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6998" y="1129283"/>
            <a:ext cx="212089" cy="2381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5641" y="1243075"/>
            <a:ext cx="575841" cy="1488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0276" y="1189045"/>
            <a:ext cx="362538" cy="1599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1262" y="3015742"/>
            <a:ext cx="529803" cy="787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0385" y="955675"/>
            <a:ext cx="1199946" cy="6557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0072" y="3850640"/>
            <a:ext cx="570230" cy="67310"/>
          </a:xfrm>
          <a:custGeom>
            <a:avLst/>
            <a:gdLst/>
            <a:ahLst/>
            <a:cxnLst/>
            <a:rect l="l" t="t" r="r" b="b"/>
            <a:pathLst>
              <a:path w="570230" h="67310">
                <a:moveTo>
                  <a:pt x="4318" y="24003"/>
                </a:moveTo>
                <a:lnTo>
                  <a:pt x="2667" y="24637"/>
                </a:lnTo>
                <a:lnTo>
                  <a:pt x="1143" y="25400"/>
                </a:lnTo>
                <a:lnTo>
                  <a:pt x="0" y="26924"/>
                </a:lnTo>
                <a:lnTo>
                  <a:pt x="11" y="37117"/>
                </a:lnTo>
                <a:lnTo>
                  <a:pt x="42037" y="61722"/>
                </a:lnTo>
                <a:lnTo>
                  <a:pt x="70231" y="65659"/>
                </a:lnTo>
                <a:lnTo>
                  <a:pt x="70739" y="65659"/>
                </a:lnTo>
                <a:lnTo>
                  <a:pt x="88646" y="66675"/>
                </a:lnTo>
                <a:lnTo>
                  <a:pt x="109982" y="67310"/>
                </a:lnTo>
                <a:lnTo>
                  <a:pt x="135635" y="66929"/>
                </a:lnTo>
                <a:lnTo>
                  <a:pt x="136016" y="66929"/>
                </a:lnTo>
                <a:lnTo>
                  <a:pt x="208534" y="63246"/>
                </a:lnTo>
                <a:lnTo>
                  <a:pt x="208660" y="63118"/>
                </a:lnTo>
                <a:lnTo>
                  <a:pt x="246888" y="60579"/>
                </a:lnTo>
                <a:lnTo>
                  <a:pt x="247269" y="60579"/>
                </a:lnTo>
                <a:lnTo>
                  <a:pt x="285369" y="57023"/>
                </a:lnTo>
                <a:lnTo>
                  <a:pt x="420911" y="42799"/>
                </a:lnTo>
                <a:lnTo>
                  <a:pt x="75006" y="42799"/>
                </a:lnTo>
                <a:lnTo>
                  <a:pt x="57420" y="42084"/>
                </a:lnTo>
                <a:lnTo>
                  <a:pt x="46243" y="41078"/>
                </a:lnTo>
                <a:lnTo>
                  <a:pt x="45784" y="41078"/>
                </a:lnTo>
                <a:lnTo>
                  <a:pt x="38294" y="39878"/>
                </a:lnTo>
                <a:lnTo>
                  <a:pt x="28581" y="38189"/>
                </a:lnTo>
                <a:lnTo>
                  <a:pt x="28413" y="38189"/>
                </a:lnTo>
                <a:lnTo>
                  <a:pt x="21463" y="36576"/>
                </a:lnTo>
                <a:lnTo>
                  <a:pt x="21732" y="36576"/>
                </a:lnTo>
                <a:lnTo>
                  <a:pt x="16510" y="34798"/>
                </a:lnTo>
                <a:lnTo>
                  <a:pt x="16890" y="34798"/>
                </a:lnTo>
                <a:lnTo>
                  <a:pt x="15113" y="33909"/>
                </a:lnTo>
                <a:lnTo>
                  <a:pt x="14605" y="33909"/>
                </a:lnTo>
                <a:lnTo>
                  <a:pt x="13600" y="33205"/>
                </a:lnTo>
                <a:lnTo>
                  <a:pt x="13144" y="32766"/>
                </a:lnTo>
                <a:lnTo>
                  <a:pt x="12819" y="32512"/>
                </a:lnTo>
                <a:lnTo>
                  <a:pt x="12409" y="32258"/>
                </a:lnTo>
                <a:lnTo>
                  <a:pt x="12192" y="32258"/>
                </a:lnTo>
                <a:lnTo>
                  <a:pt x="11383" y="30987"/>
                </a:lnTo>
                <a:lnTo>
                  <a:pt x="11580" y="30987"/>
                </a:lnTo>
                <a:lnTo>
                  <a:pt x="10724" y="29209"/>
                </a:lnTo>
                <a:lnTo>
                  <a:pt x="10615" y="28982"/>
                </a:lnTo>
                <a:lnTo>
                  <a:pt x="10345" y="28575"/>
                </a:lnTo>
                <a:lnTo>
                  <a:pt x="9271" y="27178"/>
                </a:lnTo>
                <a:lnTo>
                  <a:pt x="7365" y="25527"/>
                </a:lnTo>
                <a:lnTo>
                  <a:pt x="6378" y="24637"/>
                </a:lnTo>
                <a:lnTo>
                  <a:pt x="7281" y="24637"/>
                </a:lnTo>
                <a:lnTo>
                  <a:pt x="4318" y="24003"/>
                </a:lnTo>
                <a:close/>
              </a:path>
              <a:path w="570230" h="67310">
                <a:moveTo>
                  <a:pt x="487412" y="36576"/>
                </a:moveTo>
                <a:lnTo>
                  <a:pt x="203224" y="36576"/>
                </a:lnTo>
                <a:lnTo>
                  <a:pt x="132769" y="41529"/>
                </a:lnTo>
                <a:lnTo>
                  <a:pt x="131731" y="41529"/>
                </a:lnTo>
                <a:lnTo>
                  <a:pt x="109517" y="42426"/>
                </a:lnTo>
                <a:lnTo>
                  <a:pt x="89153" y="42799"/>
                </a:lnTo>
                <a:lnTo>
                  <a:pt x="420911" y="42799"/>
                </a:lnTo>
                <a:lnTo>
                  <a:pt x="464695" y="38378"/>
                </a:lnTo>
                <a:lnTo>
                  <a:pt x="464410" y="38378"/>
                </a:lnTo>
                <a:lnTo>
                  <a:pt x="478779" y="37117"/>
                </a:lnTo>
                <a:lnTo>
                  <a:pt x="478229" y="37117"/>
                </a:lnTo>
                <a:lnTo>
                  <a:pt x="487412" y="36576"/>
                </a:lnTo>
                <a:close/>
              </a:path>
              <a:path w="570230" h="67310">
                <a:moveTo>
                  <a:pt x="466616" y="38189"/>
                </a:moveTo>
                <a:lnTo>
                  <a:pt x="464410" y="38378"/>
                </a:lnTo>
                <a:lnTo>
                  <a:pt x="464695" y="38378"/>
                </a:lnTo>
                <a:lnTo>
                  <a:pt x="466616" y="38189"/>
                </a:lnTo>
                <a:close/>
              </a:path>
              <a:path w="570230" h="67310">
                <a:moveTo>
                  <a:pt x="21732" y="36576"/>
                </a:moveTo>
                <a:lnTo>
                  <a:pt x="21463" y="36576"/>
                </a:lnTo>
                <a:lnTo>
                  <a:pt x="22583" y="36830"/>
                </a:lnTo>
                <a:lnTo>
                  <a:pt x="21732" y="36576"/>
                </a:lnTo>
                <a:close/>
              </a:path>
              <a:path w="570230" h="67310">
                <a:moveTo>
                  <a:pt x="538628" y="28982"/>
                </a:moveTo>
                <a:lnTo>
                  <a:pt x="282323" y="28982"/>
                </a:lnTo>
                <a:lnTo>
                  <a:pt x="242742" y="33205"/>
                </a:lnTo>
                <a:lnTo>
                  <a:pt x="242587" y="33205"/>
                </a:lnTo>
                <a:lnTo>
                  <a:pt x="203703" y="36576"/>
                </a:lnTo>
                <a:lnTo>
                  <a:pt x="485732" y="36576"/>
                </a:lnTo>
                <a:lnTo>
                  <a:pt x="509778" y="35696"/>
                </a:lnTo>
                <a:lnTo>
                  <a:pt x="550582" y="35696"/>
                </a:lnTo>
                <a:lnTo>
                  <a:pt x="513460" y="35306"/>
                </a:lnTo>
                <a:lnTo>
                  <a:pt x="552087" y="35306"/>
                </a:lnTo>
                <a:lnTo>
                  <a:pt x="553393" y="34798"/>
                </a:lnTo>
                <a:lnTo>
                  <a:pt x="551941" y="34798"/>
                </a:lnTo>
                <a:lnTo>
                  <a:pt x="538628" y="28982"/>
                </a:lnTo>
                <a:close/>
              </a:path>
              <a:path w="570230" h="67310">
                <a:moveTo>
                  <a:pt x="550784" y="35696"/>
                </a:moveTo>
                <a:lnTo>
                  <a:pt x="541723" y="35696"/>
                </a:lnTo>
                <a:lnTo>
                  <a:pt x="549147" y="36068"/>
                </a:lnTo>
                <a:lnTo>
                  <a:pt x="550784" y="35696"/>
                </a:lnTo>
                <a:close/>
              </a:path>
              <a:path w="570230" h="67310">
                <a:moveTo>
                  <a:pt x="533908" y="35306"/>
                </a:moveTo>
                <a:lnTo>
                  <a:pt x="513460" y="35306"/>
                </a:lnTo>
                <a:lnTo>
                  <a:pt x="550582" y="35696"/>
                </a:lnTo>
                <a:lnTo>
                  <a:pt x="509290" y="35696"/>
                </a:lnTo>
                <a:lnTo>
                  <a:pt x="533908" y="35306"/>
                </a:lnTo>
                <a:close/>
              </a:path>
              <a:path w="570230" h="67310">
                <a:moveTo>
                  <a:pt x="552087" y="35306"/>
                </a:moveTo>
                <a:lnTo>
                  <a:pt x="533908" y="35306"/>
                </a:lnTo>
                <a:lnTo>
                  <a:pt x="509290" y="35696"/>
                </a:lnTo>
                <a:lnTo>
                  <a:pt x="551082" y="35696"/>
                </a:lnTo>
                <a:lnTo>
                  <a:pt x="552087" y="35306"/>
                </a:lnTo>
                <a:close/>
              </a:path>
              <a:path w="570230" h="67310">
                <a:moveTo>
                  <a:pt x="16890" y="34798"/>
                </a:moveTo>
                <a:lnTo>
                  <a:pt x="16510" y="34798"/>
                </a:lnTo>
                <a:lnTo>
                  <a:pt x="18033" y="35306"/>
                </a:lnTo>
                <a:lnTo>
                  <a:pt x="16890" y="34798"/>
                </a:lnTo>
                <a:close/>
              </a:path>
              <a:path w="570230" h="67310">
                <a:moveTo>
                  <a:pt x="522621" y="20050"/>
                </a:moveTo>
                <a:lnTo>
                  <a:pt x="525163" y="21971"/>
                </a:lnTo>
                <a:lnTo>
                  <a:pt x="527900" y="24003"/>
                </a:lnTo>
                <a:lnTo>
                  <a:pt x="529844" y="25146"/>
                </a:lnTo>
                <a:lnTo>
                  <a:pt x="551941" y="34798"/>
                </a:lnTo>
                <a:lnTo>
                  <a:pt x="553714" y="34613"/>
                </a:lnTo>
                <a:lnTo>
                  <a:pt x="558800" y="32766"/>
                </a:lnTo>
                <a:lnTo>
                  <a:pt x="560909" y="31929"/>
                </a:lnTo>
                <a:lnTo>
                  <a:pt x="562610" y="30607"/>
                </a:lnTo>
                <a:lnTo>
                  <a:pt x="567182" y="27178"/>
                </a:lnTo>
                <a:lnTo>
                  <a:pt x="569468" y="21590"/>
                </a:lnTo>
                <a:lnTo>
                  <a:pt x="569315" y="20447"/>
                </a:lnTo>
                <a:lnTo>
                  <a:pt x="523621" y="20447"/>
                </a:lnTo>
                <a:lnTo>
                  <a:pt x="522621" y="20050"/>
                </a:lnTo>
                <a:close/>
              </a:path>
              <a:path w="570230" h="67310">
                <a:moveTo>
                  <a:pt x="553868" y="34613"/>
                </a:moveTo>
                <a:lnTo>
                  <a:pt x="553714" y="34613"/>
                </a:lnTo>
                <a:lnTo>
                  <a:pt x="551941" y="34798"/>
                </a:lnTo>
                <a:lnTo>
                  <a:pt x="553393" y="34798"/>
                </a:lnTo>
                <a:lnTo>
                  <a:pt x="553868" y="34613"/>
                </a:lnTo>
                <a:close/>
              </a:path>
              <a:path w="570230" h="67310">
                <a:moveTo>
                  <a:pt x="560909" y="31929"/>
                </a:moveTo>
                <a:lnTo>
                  <a:pt x="558800" y="32766"/>
                </a:lnTo>
                <a:lnTo>
                  <a:pt x="553714" y="34613"/>
                </a:lnTo>
                <a:lnTo>
                  <a:pt x="558038" y="34162"/>
                </a:lnTo>
                <a:lnTo>
                  <a:pt x="560909" y="31929"/>
                </a:lnTo>
                <a:close/>
              </a:path>
              <a:path w="570230" h="67310">
                <a:moveTo>
                  <a:pt x="13706" y="33205"/>
                </a:moveTo>
                <a:lnTo>
                  <a:pt x="14605" y="33909"/>
                </a:lnTo>
                <a:lnTo>
                  <a:pt x="15113" y="33909"/>
                </a:lnTo>
                <a:lnTo>
                  <a:pt x="13706" y="33205"/>
                </a:lnTo>
                <a:close/>
              </a:path>
              <a:path w="570230" h="67310">
                <a:moveTo>
                  <a:pt x="12034" y="31929"/>
                </a:moveTo>
                <a:lnTo>
                  <a:pt x="12192" y="32258"/>
                </a:lnTo>
                <a:lnTo>
                  <a:pt x="12409" y="32258"/>
                </a:lnTo>
                <a:lnTo>
                  <a:pt x="12034" y="31929"/>
                </a:lnTo>
                <a:close/>
              </a:path>
              <a:path w="570230" h="67310">
                <a:moveTo>
                  <a:pt x="11947" y="31623"/>
                </a:moveTo>
                <a:lnTo>
                  <a:pt x="12075" y="31929"/>
                </a:lnTo>
                <a:lnTo>
                  <a:pt x="12495" y="32258"/>
                </a:lnTo>
                <a:lnTo>
                  <a:pt x="11947" y="31623"/>
                </a:lnTo>
                <a:close/>
              </a:path>
              <a:path w="570230" h="67310">
                <a:moveTo>
                  <a:pt x="11410" y="30987"/>
                </a:moveTo>
                <a:lnTo>
                  <a:pt x="11684" y="31623"/>
                </a:lnTo>
                <a:lnTo>
                  <a:pt x="12075" y="31929"/>
                </a:lnTo>
                <a:lnTo>
                  <a:pt x="11886" y="31623"/>
                </a:lnTo>
                <a:lnTo>
                  <a:pt x="11410" y="30987"/>
                </a:lnTo>
                <a:close/>
              </a:path>
              <a:path w="570230" h="67310">
                <a:moveTo>
                  <a:pt x="568570" y="14859"/>
                </a:moveTo>
                <a:lnTo>
                  <a:pt x="569468" y="21590"/>
                </a:lnTo>
                <a:lnTo>
                  <a:pt x="567285" y="26924"/>
                </a:lnTo>
                <a:lnTo>
                  <a:pt x="567182" y="27178"/>
                </a:lnTo>
                <a:lnTo>
                  <a:pt x="562610" y="30607"/>
                </a:lnTo>
                <a:lnTo>
                  <a:pt x="560909" y="31929"/>
                </a:lnTo>
                <a:lnTo>
                  <a:pt x="566166" y="29845"/>
                </a:lnTo>
                <a:lnTo>
                  <a:pt x="570229" y="21971"/>
                </a:lnTo>
                <a:lnTo>
                  <a:pt x="568570" y="14859"/>
                </a:lnTo>
                <a:close/>
              </a:path>
              <a:path w="570230" h="67310">
                <a:moveTo>
                  <a:pt x="11580" y="30987"/>
                </a:moveTo>
                <a:lnTo>
                  <a:pt x="11410" y="30987"/>
                </a:lnTo>
                <a:lnTo>
                  <a:pt x="11947" y="31623"/>
                </a:lnTo>
                <a:lnTo>
                  <a:pt x="11580" y="30987"/>
                </a:lnTo>
                <a:close/>
              </a:path>
              <a:path w="570230" h="67310">
                <a:moveTo>
                  <a:pt x="499712" y="2667"/>
                </a:moveTo>
                <a:lnTo>
                  <a:pt x="497966" y="2667"/>
                </a:lnTo>
                <a:lnTo>
                  <a:pt x="487172" y="3556"/>
                </a:lnTo>
                <a:lnTo>
                  <a:pt x="486918" y="3556"/>
                </a:lnTo>
                <a:lnTo>
                  <a:pt x="476122" y="4699"/>
                </a:lnTo>
                <a:lnTo>
                  <a:pt x="475869" y="4699"/>
                </a:lnTo>
                <a:lnTo>
                  <a:pt x="460492" y="6604"/>
                </a:lnTo>
                <a:lnTo>
                  <a:pt x="460295" y="6604"/>
                </a:lnTo>
                <a:lnTo>
                  <a:pt x="383551" y="16779"/>
                </a:lnTo>
                <a:lnTo>
                  <a:pt x="280202" y="29209"/>
                </a:lnTo>
                <a:lnTo>
                  <a:pt x="282323" y="28982"/>
                </a:lnTo>
                <a:lnTo>
                  <a:pt x="538628" y="28982"/>
                </a:lnTo>
                <a:lnTo>
                  <a:pt x="529844" y="25146"/>
                </a:lnTo>
                <a:lnTo>
                  <a:pt x="527900" y="24003"/>
                </a:lnTo>
                <a:lnTo>
                  <a:pt x="525163" y="21971"/>
                </a:lnTo>
                <a:lnTo>
                  <a:pt x="522621" y="20050"/>
                </a:lnTo>
                <a:lnTo>
                  <a:pt x="514984" y="17018"/>
                </a:lnTo>
                <a:lnTo>
                  <a:pt x="515112" y="17018"/>
                </a:lnTo>
                <a:lnTo>
                  <a:pt x="504571" y="12827"/>
                </a:lnTo>
                <a:lnTo>
                  <a:pt x="490854" y="7112"/>
                </a:lnTo>
                <a:lnTo>
                  <a:pt x="490029" y="5461"/>
                </a:lnTo>
                <a:lnTo>
                  <a:pt x="490161" y="4699"/>
                </a:lnTo>
                <a:lnTo>
                  <a:pt x="490474" y="3683"/>
                </a:lnTo>
                <a:lnTo>
                  <a:pt x="490601" y="3302"/>
                </a:lnTo>
                <a:lnTo>
                  <a:pt x="502600" y="3302"/>
                </a:lnTo>
                <a:lnTo>
                  <a:pt x="499712" y="2667"/>
                </a:lnTo>
                <a:close/>
              </a:path>
              <a:path w="570230" h="67310">
                <a:moveTo>
                  <a:pt x="521970" y="19558"/>
                </a:moveTo>
                <a:lnTo>
                  <a:pt x="522621" y="20050"/>
                </a:lnTo>
                <a:lnTo>
                  <a:pt x="523621" y="20447"/>
                </a:lnTo>
                <a:lnTo>
                  <a:pt x="521970" y="19558"/>
                </a:lnTo>
                <a:close/>
              </a:path>
              <a:path w="570230" h="67310">
                <a:moveTo>
                  <a:pt x="569197" y="19558"/>
                </a:moveTo>
                <a:lnTo>
                  <a:pt x="521970" y="19558"/>
                </a:lnTo>
                <a:lnTo>
                  <a:pt x="523621" y="20447"/>
                </a:lnTo>
                <a:lnTo>
                  <a:pt x="569315" y="20447"/>
                </a:lnTo>
                <a:lnTo>
                  <a:pt x="569197" y="19558"/>
                </a:lnTo>
                <a:close/>
              </a:path>
              <a:path w="570230" h="67310">
                <a:moveTo>
                  <a:pt x="492633" y="1143"/>
                </a:moveTo>
                <a:lnTo>
                  <a:pt x="490775" y="2286"/>
                </a:lnTo>
                <a:lnTo>
                  <a:pt x="490812" y="2667"/>
                </a:lnTo>
                <a:lnTo>
                  <a:pt x="490301" y="4244"/>
                </a:lnTo>
                <a:lnTo>
                  <a:pt x="490239" y="4445"/>
                </a:lnTo>
                <a:lnTo>
                  <a:pt x="490161" y="4699"/>
                </a:lnTo>
                <a:lnTo>
                  <a:pt x="490029" y="5461"/>
                </a:lnTo>
                <a:lnTo>
                  <a:pt x="490854" y="7112"/>
                </a:lnTo>
                <a:lnTo>
                  <a:pt x="504571" y="12827"/>
                </a:lnTo>
                <a:lnTo>
                  <a:pt x="515112" y="17018"/>
                </a:lnTo>
                <a:lnTo>
                  <a:pt x="514984" y="17018"/>
                </a:lnTo>
                <a:lnTo>
                  <a:pt x="522621" y="20050"/>
                </a:lnTo>
                <a:lnTo>
                  <a:pt x="521970" y="19558"/>
                </a:lnTo>
                <a:lnTo>
                  <a:pt x="569197" y="19558"/>
                </a:lnTo>
                <a:lnTo>
                  <a:pt x="568570" y="14859"/>
                </a:lnTo>
                <a:lnTo>
                  <a:pt x="568501" y="14344"/>
                </a:lnTo>
                <a:lnTo>
                  <a:pt x="568083" y="12827"/>
                </a:lnTo>
                <a:lnTo>
                  <a:pt x="567219" y="9266"/>
                </a:lnTo>
                <a:lnTo>
                  <a:pt x="564854" y="6350"/>
                </a:lnTo>
                <a:lnTo>
                  <a:pt x="524510" y="6350"/>
                </a:lnTo>
                <a:lnTo>
                  <a:pt x="525424" y="6096"/>
                </a:lnTo>
                <a:lnTo>
                  <a:pt x="526796" y="6096"/>
                </a:lnTo>
                <a:lnTo>
                  <a:pt x="518252" y="5744"/>
                </a:lnTo>
                <a:lnTo>
                  <a:pt x="507255" y="4244"/>
                </a:lnTo>
                <a:lnTo>
                  <a:pt x="506884" y="4244"/>
                </a:lnTo>
                <a:lnTo>
                  <a:pt x="502600" y="3302"/>
                </a:lnTo>
                <a:lnTo>
                  <a:pt x="490256" y="3302"/>
                </a:lnTo>
                <a:lnTo>
                  <a:pt x="497966" y="2667"/>
                </a:lnTo>
                <a:lnTo>
                  <a:pt x="499731" y="2667"/>
                </a:lnTo>
                <a:lnTo>
                  <a:pt x="494284" y="1524"/>
                </a:lnTo>
                <a:lnTo>
                  <a:pt x="492633" y="1143"/>
                </a:lnTo>
                <a:close/>
              </a:path>
              <a:path w="570230" h="67310">
                <a:moveTo>
                  <a:pt x="567219" y="9266"/>
                </a:moveTo>
                <a:lnTo>
                  <a:pt x="568451" y="14344"/>
                </a:lnTo>
                <a:lnTo>
                  <a:pt x="568299" y="12827"/>
                </a:lnTo>
                <a:lnTo>
                  <a:pt x="568028" y="10795"/>
                </a:lnTo>
                <a:lnTo>
                  <a:pt x="567944" y="10160"/>
                </a:lnTo>
                <a:lnTo>
                  <a:pt x="567219" y="9266"/>
                </a:lnTo>
                <a:close/>
              </a:path>
              <a:path w="570230" h="67310">
                <a:moveTo>
                  <a:pt x="559308" y="1524"/>
                </a:moveTo>
                <a:lnTo>
                  <a:pt x="555218" y="1919"/>
                </a:lnTo>
                <a:lnTo>
                  <a:pt x="558800" y="3302"/>
                </a:lnTo>
                <a:lnTo>
                  <a:pt x="564134" y="5461"/>
                </a:lnTo>
                <a:lnTo>
                  <a:pt x="567219" y="9266"/>
                </a:lnTo>
                <a:lnTo>
                  <a:pt x="566547" y="6604"/>
                </a:lnTo>
                <a:lnTo>
                  <a:pt x="559308" y="1524"/>
                </a:lnTo>
                <a:close/>
              </a:path>
              <a:path w="570230" h="67310">
                <a:moveTo>
                  <a:pt x="555218" y="1919"/>
                </a:moveTo>
                <a:lnTo>
                  <a:pt x="532634" y="4244"/>
                </a:lnTo>
                <a:lnTo>
                  <a:pt x="532772" y="4244"/>
                </a:lnTo>
                <a:lnTo>
                  <a:pt x="531368" y="4445"/>
                </a:lnTo>
                <a:lnTo>
                  <a:pt x="524510" y="6350"/>
                </a:lnTo>
                <a:lnTo>
                  <a:pt x="526796" y="6096"/>
                </a:lnTo>
                <a:lnTo>
                  <a:pt x="564648" y="6096"/>
                </a:lnTo>
                <a:lnTo>
                  <a:pt x="564134" y="5461"/>
                </a:lnTo>
                <a:lnTo>
                  <a:pt x="558800" y="3302"/>
                </a:lnTo>
                <a:lnTo>
                  <a:pt x="555218" y="1919"/>
                </a:lnTo>
                <a:close/>
              </a:path>
              <a:path w="570230" h="67310">
                <a:moveTo>
                  <a:pt x="564648" y="6096"/>
                </a:moveTo>
                <a:lnTo>
                  <a:pt x="526796" y="6096"/>
                </a:lnTo>
                <a:lnTo>
                  <a:pt x="524510" y="6350"/>
                </a:lnTo>
                <a:lnTo>
                  <a:pt x="564854" y="6350"/>
                </a:lnTo>
                <a:lnTo>
                  <a:pt x="564648" y="6096"/>
                </a:lnTo>
                <a:close/>
              </a:path>
              <a:path w="570230" h="67310">
                <a:moveTo>
                  <a:pt x="532772" y="4244"/>
                </a:moveTo>
                <a:lnTo>
                  <a:pt x="507255" y="4244"/>
                </a:lnTo>
                <a:lnTo>
                  <a:pt x="518252" y="5744"/>
                </a:lnTo>
                <a:lnTo>
                  <a:pt x="526796" y="6096"/>
                </a:lnTo>
                <a:lnTo>
                  <a:pt x="525424" y="6096"/>
                </a:lnTo>
                <a:lnTo>
                  <a:pt x="531368" y="4445"/>
                </a:lnTo>
                <a:lnTo>
                  <a:pt x="532772" y="4244"/>
                </a:lnTo>
                <a:close/>
              </a:path>
              <a:path w="570230" h="67310">
                <a:moveTo>
                  <a:pt x="550957" y="381"/>
                </a:moveTo>
                <a:lnTo>
                  <a:pt x="544195" y="381"/>
                </a:lnTo>
                <a:lnTo>
                  <a:pt x="530733" y="635"/>
                </a:lnTo>
                <a:lnTo>
                  <a:pt x="516890" y="1270"/>
                </a:lnTo>
                <a:lnTo>
                  <a:pt x="516635" y="1270"/>
                </a:lnTo>
                <a:lnTo>
                  <a:pt x="498221" y="2667"/>
                </a:lnTo>
                <a:lnTo>
                  <a:pt x="499712" y="2667"/>
                </a:lnTo>
                <a:lnTo>
                  <a:pt x="506884" y="4244"/>
                </a:lnTo>
                <a:lnTo>
                  <a:pt x="532634" y="4244"/>
                </a:lnTo>
                <a:lnTo>
                  <a:pt x="555218" y="1919"/>
                </a:lnTo>
                <a:lnTo>
                  <a:pt x="551890" y="635"/>
                </a:lnTo>
                <a:lnTo>
                  <a:pt x="552164" y="635"/>
                </a:lnTo>
                <a:lnTo>
                  <a:pt x="550957" y="381"/>
                </a:lnTo>
                <a:close/>
              </a:path>
              <a:path w="570230" h="67310">
                <a:moveTo>
                  <a:pt x="549147" y="0"/>
                </a:moveTo>
                <a:lnTo>
                  <a:pt x="541654" y="381"/>
                </a:lnTo>
                <a:lnTo>
                  <a:pt x="532765" y="635"/>
                </a:lnTo>
                <a:lnTo>
                  <a:pt x="530733" y="635"/>
                </a:lnTo>
                <a:lnTo>
                  <a:pt x="544195" y="381"/>
                </a:lnTo>
                <a:lnTo>
                  <a:pt x="550957" y="381"/>
                </a:lnTo>
                <a:lnTo>
                  <a:pt x="549147" y="0"/>
                </a:lnTo>
                <a:close/>
              </a:path>
              <a:path w="570230" h="67310">
                <a:moveTo>
                  <a:pt x="551231" y="381"/>
                </a:moveTo>
                <a:lnTo>
                  <a:pt x="550957" y="381"/>
                </a:lnTo>
                <a:lnTo>
                  <a:pt x="552164" y="635"/>
                </a:lnTo>
                <a:lnTo>
                  <a:pt x="551890" y="635"/>
                </a:lnTo>
                <a:lnTo>
                  <a:pt x="551231" y="381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008" y="5087492"/>
            <a:ext cx="675335" cy="4817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566" y="5619254"/>
            <a:ext cx="797369" cy="12387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3618" y="1885823"/>
            <a:ext cx="1527817" cy="6583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2117" y="2688970"/>
            <a:ext cx="848299" cy="6022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7209" y="3558159"/>
            <a:ext cx="891197" cy="59474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8736" y="4361053"/>
            <a:ext cx="1022375" cy="56591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06469" y="815594"/>
            <a:ext cx="996695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932" y="1238376"/>
            <a:ext cx="1351280" cy="173990"/>
          </a:xfrm>
          <a:custGeom>
            <a:avLst/>
            <a:gdLst/>
            <a:ahLst/>
            <a:cxnLst/>
            <a:rect l="l" t="t" r="r" b="b"/>
            <a:pathLst>
              <a:path w="1351280" h="173990">
                <a:moveTo>
                  <a:pt x="641426" y="156337"/>
                </a:moveTo>
                <a:lnTo>
                  <a:pt x="166509" y="156337"/>
                </a:lnTo>
                <a:lnTo>
                  <a:pt x="170713" y="156095"/>
                </a:lnTo>
                <a:lnTo>
                  <a:pt x="174739" y="155841"/>
                </a:lnTo>
                <a:lnTo>
                  <a:pt x="158115" y="155841"/>
                </a:lnTo>
                <a:lnTo>
                  <a:pt x="158115" y="156337"/>
                </a:lnTo>
                <a:lnTo>
                  <a:pt x="147764" y="156476"/>
                </a:lnTo>
                <a:lnTo>
                  <a:pt x="137248" y="156476"/>
                </a:lnTo>
                <a:lnTo>
                  <a:pt x="132029" y="156337"/>
                </a:lnTo>
                <a:lnTo>
                  <a:pt x="135089" y="156337"/>
                </a:lnTo>
                <a:lnTo>
                  <a:pt x="158115" y="156337"/>
                </a:lnTo>
                <a:lnTo>
                  <a:pt x="158115" y="155841"/>
                </a:lnTo>
                <a:lnTo>
                  <a:pt x="114477" y="155841"/>
                </a:lnTo>
                <a:lnTo>
                  <a:pt x="118529" y="156095"/>
                </a:lnTo>
                <a:lnTo>
                  <a:pt x="101981" y="155841"/>
                </a:lnTo>
                <a:lnTo>
                  <a:pt x="114477" y="155841"/>
                </a:lnTo>
                <a:lnTo>
                  <a:pt x="110693" y="155600"/>
                </a:lnTo>
                <a:lnTo>
                  <a:pt x="103682" y="155321"/>
                </a:lnTo>
                <a:lnTo>
                  <a:pt x="97929" y="154813"/>
                </a:lnTo>
                <a:lnTo>
                  <a:pt x="98183" y="154813"/>
                </a:lnTo>
                <a:lnTo>
                  <a:pt x="89763" y="154190"/>
                </a:lnTo>
                <a:lnTo>
                  <a:pt x="87071" y="153924"/>
                </a:lnTo>
                <a:lnTo>
                  <a:pt x="86715" y="153924"/>
                </a:lnTo>
                <a:lnTo>
                  <a:pt x="78054" y="152908"/>
                </a:lnTo>
                <a:lnTo>
                  <a:pt x="69049" y="152146"/>
                </a:lnTo>
                <a:lnTo>
                  <a:pt x="65786" y="151638"/>
                </a:lnTo>
                <a:lnTo>
                  <a:pt x="66014" y="151638"/>
                </a:lnTo>
                <a:lnTo>
                  <a:pt x="61556" y="151015"/>
                </a:lnTo>
                <a:lnTo>
                  <a:pt x="60591" y="151015"/>
                </a:lnTo>
                <a:lnTo>
                  <a:pt x="58166" y="150495"/>
                </a:lnTo>
                <a:lnTo>
                  <a:pt x="55956" y="149987"/>
                </a:lnTo>
                <a:lnTo>
                  <a:pt x="55714" y="149987"/>
                </a:lnTo>
                <a:lnTo>
                  <a:pt x="47701" y="148082"/>
                </a:lnTo>
                <a:lnTo>
                  <a:pt x="45986" y="147574"/>
                </a:lnTo>
                <a:lnTo>
                  <a:pt x="45364" y="147574"/>
                </a:lnTo>
                <a:lnTo>
                  <a:pt x="43014" y="149098"/>
                </a:lnTo>
                <a:lnTo>
                  <a:pt x="43319" y="149098"/>
                </a:lnTo>
                <a:lnTo>
                  <a:pt x="42862" y="150495"/>
                </a:lnTo>
                <a:lnTo>
                  <a:pt x="42164" y="152908"/>
                </a:lnTo>
                <a:lnTo>
                  <a:pt x="43345" y="155321"/>
                </a:lnTo>
                <a:lnTo>
                  <a:pt x="43700" y="155321"/>
                </a:lnTo>
                <a:lnTo>
                  <a:pt x="45364" y="155841"/>
                </a:lnTo>
                <a:lnTo>
                  <a:pt x="53149" y="158496"/>
                </a:lnTo>
                <a:lnTo>
                  <a:pt x="52705" y="158496"/>
                </a:lnTo>
                <a:lnTo>
                  <a:pt x="55143" y="159512"/>
                </a:lnTo>
                <a:lnTo>
                  <a:pt x="59207" y="161163"/>
                </a:lnTo>
                <a:lnTo>
                  <a:pt x="62649" y="162433"/>
                </a:lnTo>
                <a:lnTo>
                  <a:pt x="62915" y="162433"/>
                </a:lnTo>
                <a:lnTo>
                  <a:pt x="66852" y="163449"/>
                </a:lnTo>
                <a:lnTo>
                  <a:pt x="66992" y="163449"/>
                </a:lnTo>
                <a:lnTo>
                  <a:pt x="71970" y="164846"/>
                </a:lnTo>
                <a:lnTo>
                  <a:pt x="72148" y="164846"/>
                </a:lnTo>
                <a:lnTo>
                  <a:pt x="75907" y="165608"/>
                </a:lnTo>
                <a:lnTo>
                  <a:pt x="76136" y="165608"/>
                </a:lnTo>
                <a:lnTo>
                  <a:pt x="82550" y="166890"/>
                </a:lnTo>
                <a:lnTo>
                  <a:pt x="87896" y="168021"/>
                </a:lnTo>
                <a:lnTo>
                  <a:pt x="88087" y="168021"/>
                </a:lnTo>
                <a:lnTo>
                  <a:pt x="95796" y="169037"/>
                </a:lnTo>
                <a:lnTo>
                  <a:pt x="94996" y="169037"/>
                </a:lnTo>
                <a:lnTo>
                  <a:pt x="109131" y="170827"/>
                </a:lnTo>
                <a:lnTo>
                  <a:pt x="109296" y="170827"/>
                </a:lnTo>
                <a:lnTo>
                  <a:pt x="117513" y="171716"/>
                </a:lnTo>
                <a:lnTo>
                  <a:pt x="127698" y="172478"/>
                </a:lnTo>
                <a:lnTo>
                  <a:pt x="128117" y="172478"/>
                </a:lnTo>
                <a:lnTo>
                  <a:pt x="136601" y="172974"/>
                </a:lnTo>
                <a:lnTo>
                  <a:pt x="147548" y="173482"/>
                </a:lnTo>
                <a:lnTo>
                  <a:pt x="183311" y="173482"/>
                </a:lnTo>
                <a:lnTo>
                  <a:pt x="196443" y="173113"/>
                </a:lnTo>
                <a:lnTo>
                  <a:pt x="212001" y="172478"/>
                </a:lnTo>
                <a:lnTo>
                  <a:pt x="226453" y="171716"/>
                </a:lnTo>
                <a:lnTo>
                  <a:pt x="348805" y="166890"/>
                </a:lnTo>
                <a:lnTo>
                  <a:pt x="393065" y="165608"/>
                </a:lnTo>
                <a:lnTo>
                  <a:pt x="409600" y="164846"/>
                </a:lnTo>
                <a:lnTo>
                  <a:pt x="455460" y="163449"/>
                </a:lnTo>
                <a:lnTo>
                  <a:pt x="454863" y="163449"/>
                </a:lnTo>
                <a:lnTo>
                  <a:pt x="522681" y="161163"/>
                </a:lnTo>
                <a:lnTo>
                  <a:pt x="631520" y="156845"/>
                </a:lnTo>
                <a:lnTo>
                  <a:pt x="638949" y="156476"/>
                </a:lnTo>
                <a:lnTo>
                  <a:pt x="641426" y="156337"/>
                </a:lnTo>
                <a:close/>
              </a:path>
              <a:path w="1351280" h="173990">
                <a:moveTo>
                  <a:pt x="1311224" y="16637"/>
                </a:moveTo>
                <a:lnTo>
                  <a:pt x="1311122" y="15748"/>
                </a:lnTo>
                <a:lnTo>
                  <a:pt x="1311021" y="14732"/>
                </a:lnTo>
                <a:lnTo>
                  <a:pt x="1310894" y="13589"/>
                </a:lnTo>
                <a:lnTo>
                  <a:pt x="1310779" y="12446"/>
                </a:lnTo>
                <a:lnTo>
                  <a:pt x="1310716" y="11811"/>
                </a:lnTo>
                <a:lnTo>
                  <a:pt x="1308176" y="8001"/>
                </a:lnTo>
                <a:lnTo>
                  <a:pt x="1307807" y="7404"/>
                </a:lnTo>
                <a:lnTo>
                  <a:pt x="1307579" y="7112"/>
                </a:lnTo>
                <a:lnTo>
                  <a:pt x="1306728" y="5842"/>
                </a:lnTo>
                <a:lnTo>
                  <a:pt x="1306639" y="5715"/>
                </a:lnTo>
                <a:lnTo>
                  <a:pt x="1304442" y="2413"/>
                </a:lnTo>
                <a:lnTo>
                  <a:pt x="1303858" y="1524"/>
                </a:lnTo>
                <a:lnTo>
                  <a:pt x="1300175" y="0"/>
                </a:lnTo>
                <a:lnTo>
                  <a:pt x="1296619" y="762"/>
                </a:lnTo>
                <a:lnTo>
                  <a:pt x="1292237" y="1524"/>
                </a:lnTo>
                <a:lnTo>
                  <a:pt x="1292872" y="1524"/>
                </a:lnTo>
                <a:lnTo>
                  <a:pt x="1292542" y="1625"/>
                </a:lnTo>
                <a:lnTo>
                  <a:pt x="1292542" y="4064"/>
                </a:lnTo>
                <a:lnTo>
                  <a:pt x="1291374" y="4330"/>
                </a:lnTo>
                <a:lnTo>
                  <a:pt x="1291437" y="4064"/>
                </a:lnTo>
                <a:lnTo>
                  <a:pt x="1292542" y="4064"/>
                </a:lnTo>
                <a:lnTo>
                  <a:pt x="1292542" y="1625"/>
                </a:lnTo>
                <a:lnTo>
                  <a:pt x="1291285" y="1993"/>
                </a:lnTo>
                <a:lnTo>
                  <a:pt x="1291285" y="4699"/>
                </a:lnTo>
                <a:lnTo>
                  <a:pt x="1291247" y="4838"/>
                </a:lnTo>
                <a:lnTo>
                  <a:pt x="1291272" y="4699"/>
                </a:lnTo>
                <a:lnTo>
                  <a:pt x="1291285" y="1993"/>
                </a:lnTo>
                <a:lnTo>
                  <a:pt x="1290828" y="2120"/>
                </a:lnTo>
                <a:lnTo>
                  <a:pt x="1290828" y="6477"/>
                </a:lnTo>
                <a:lnTo>
                  <a:pt x="1290675" y="7112"/>
                </a:lnTo>
                <a:lnTo>
                  <a:pt x="1290599" y="7404"/>
                </a:lnTo>
                <a:lnTo>
                  <a:pt x="1290828" y="6477"/>
                </a:lnTo>
                <a:lnTo>
                  <a:pt x="1290828" y="2120"/>
                </a:lnTo>
                <a:lnTo>
                  <a:pt x="1290701" y="2159"/>
                </a:lnTo>
                <a:lnTo>
                  <a:pt x="1290701" y="4699"/>
                </a:lnTo>
                <a:lnTo>
                  <a:pt x="1290548" y="4889"/>
                </a:lnTo>
                <a:lnTo>
                  <a:pt x="1290548" y="7620"/>
                </a:lnTo>
                <a:lnTo>
                  <a:pt x="1290459" y="8001"/>
                </a:lnTo>
                <a:lnTo>
                  <a:pt x="1290396" y="8255"/>
                </a:lnTo>
                <a:lnTo>
                  <a:pt x="1290294" y="8636"/>
                </a:lnTo>
                <a:lnTo>
                  <a:pt x="1290548" y="7620"/>
                </a:lnTo>
                <a:lnTo>
                  <a:pt x="1290548" y="4889"/>
                </a:lnTo>
                <a:lnTo>
                  <a:pt x="1290281" y="5207"/>
                </a:lnTo>
                <a:lnTo>
                  <a:pt x="1290688" y="4699"/>
                </a:lnTo>
                <a:lnTo>
                  <a:pt x="1290701" y="2159"/>
                </a:lnTo>
                <a:lnTo>
                  <a:pt x="1290129" y="2324"/>
                </a:lnTo>
                <a:lnTo>
                  <a:pt x="1290129" y="4699"/>
                </a:lnTo>
                <a:lnTo>
                  <a:pt x="1289977" y="4711"/>
                </a:lnTo>
                <a:lnTo>
                  <a:pt x="1289812" y="4724"/>
                </a:lnTo>
                <a:lnTo>
                  <a:pt x="1289812" y="10566"/>
                </a:lnTo>
                <a:lnTo>
                  <a:pt x="1289672" y="11150"/>
                </a:lnTo>
                <a:lnTo>
                  <a:pt x="1289634" y="11303"/>
                </a:lnTo>
                <a:lnTo>
                  <a:pt x="1289596" y="11150"/>
                </a:lnTo>
                <a:lnTo>
                  <a:pt x="1288669" y="10541"/>
                </a:lnTo>
                <a:lnTo>
                  <a:pt x="1289583" y="11099"/>
                </a:lnTo>
                <a:lnTo>
                  <a:pt x="1289812" y="10566"/>
                </a:lnTo>
                <a:lnTo>
                  <a:pt x="1289812" y="4724"/>
                </a:lnTo>
                <a:lnTo>
                  <a:pt x="1289367" y="4749"/>
                </a:lnTo>
                <a:lnTo>
                  <a:pt x="1289659" y="4699"/>
                </a:lnTo>
                <a:lnTo>
                  <a:pt x="1290015" y="4699"/>
                </a:lnTo>
                <a:lnTo>
                  <a:pt x="1290129" y="2324"/>
                </a:lnTo>
                <a:lnTo>
                  <a:pt x="1289113" y="2616"/>
                </a:lnTo>
                <a:lnTo>
                  <a:pt x="1289113" y="9017"/>
                </a:lnTo>
                <a:lnTo>
                  <a:pt x="1289024" y="8636"/>
                </a:lnTo>
                <a:lnTo>
                  <a:pt x="1289113" y="9017"/>
                </a:lnTo>
                <a:lnTo>
                  <a:pt x="1289113" y="2616"/>
                </a:lnTo>
                <a:lnTo>
                  <a:pt x="1286713" y="3302"/>
                </a:lnTo>
                <a:lnTo>
                  <a:pt x="1284427" y="4064"/>
                </a:lnTo>
                <a:lnTo>
                  <a:pt x="1285227" y="4064"/>
                </a:lnTo>
                <a:lnTo>
                  <a:pt x="1284935" y="4406"/>
                </a:lnTo>
                <a:lnTo>
                  <a:pt x="1284935" y="8255"/>
                </a:lnTo>
                <a:lnTo>
                  <a:pt x="1284643" y="7620"/>
                </a:lnTo>
                <a:lnTo>
                  <a:pt x="1284820" y="8001"/>
                </a:lnTo>
                <a:lnTo>
                  <a:pt x="1284935" y="8255"/>
                </a:lnTo>
                <a:lnTo>
                  <a:pt x="1284935" y="4406"/>
                </a:lnTo>
                <a:lnTo>
                  <a:pt x="1284681" y="4699"/>
                </a:lnTo>
                <a:lnTo>
                  <a:pt x="1284643" y="5016"/>
                </a:lnTo>
                <a:lnTo>
                  <a:pt x="1281252" y="5207"/>
                </a:lnTo>
                <a:lnTo>
                  <a:pt x="1280998" y="5207"/>
                </a:lnTo>
                <a:lnTo>
                  <a:pt x="1273251" y="5715"/>
                </a:lnTo>
                <a:lnTo>
                  <a:pt x="1272997" y="5842"/>
                </a:lnTo>
                <a:lnTo>
                  <a:pt x="1265529" y="6477"/>
                </a:lnTo>
                <a:lnTo>
                  <a:pt x="1265313" y="6477"/>
                </a:lnTo>
                <a:lnTo>
                  <a:pt x="1252816" y="7404"/>
                </a:lnTo>
                <a:lnTo>
                  <a:pt x="1242644" y="8001"/>
                </a:lnTo>
                <a:lnTo>
                  <a:pt x="1242174" y="8001"/>
                </a:lnTo>
                <a:lnTo>
                  <a:pt x="1228547" y="8636"/>
                </a:lnTo>
                <a:lnTo>
                  <a:pt x="1219530" y="9017"/>
                </a:lnTo>
                <a:lnTo>
                  <a:pt x="1198575" y="9525"/>
                </a:lnTo>
                <a:lnTo>
                  <a:pt x="1162113" y="11150"/>
                </a:lnTo>
                <a:lnTo>
                  <a:pt x="1162558" y="11150"/>
                </a:lnTo>
                <a:lnTo>
                  <a:pt x="1137297" y="12446"/>
                </a:lnTo>
                <a:lnTo>
                  <a:pt x="1136980" y="12446"/>
                </a:lnTo>
                <a:lnTo>
                  <a:pt x="1110310" y="13589"/>
                </a:lnTo>
                <a:lnTo>
                  <a:pt x="1094181" y="14224"/>
                </a:lnTo>
                <a:lnTo>
                  <a:pt x="676338" y="24511"/>
                </a:lnTo>
                <a:lnTo>
                  <a:pt x="541959" y="29591"/>
                </a:lnTo>
                <a:lnTo>
                  <a:pt x="542467" y="29591"/>
                </a:lnTo>
                <a:lnTo>
                  <a:pt x="25501" y="57912"/>
                </a:lnTo>
                <a:lnTo>
                  <a:pt x="10375" y="58928"/>
                </a:lnTo>
                <a:lnTo>
                  <a:pt x="3898" y="59309"/>
                </a:lnTo>
                <a:lnTo>
                  <a:pt x="1701" y="59563"/>
                </a:lnTo>
                <a:lnTo>
                  <a:pt x="0" y="61341"/>
                </a:lnTo>
                <a:lnTo>
                  <a:pt x="38" y="65786"/>
                </a:lnTo>
                <a:lnTo>
                  <a:pt x="1892" y="67691"/>
                </a:lnTo>
                <a:lnTo>
                  <a:pt x="3987" y="67691"/>
                </a:lnTo>
                <a:lnTo>
                  <a:pt x="10439" y="68072"/>
                </a:lnTo>
                <a:lnTo>
                  <a:pt x="29438" y="68707"/>
                </a:lnTo>
                <a:lnTo>
                  <a:pt x="72999" y="68707"/>
                </a:lnTo>
                <a:lnTo>
                  <a:pt x="100393" y="68072"/>
                </a:lnTo>
                <a:lnTo>
                  <a:pt x="101422" y="68072"/>
                </a:lnTo>
                <a:lnTo>
                  <a:pt x="167894" y="66040"/>
                </a:lnTo>
                <a:lnTo>
                  <a:pt x="579132" y="48514"/>
                </a:lnTo>
                <a:lnTo>
                  <a:pt x="676897" y="45974"/>
                </a:lnTo>
                <a:lnTo>
                  <a:pt x="695096" y="45720"/>
                </a:lnTo>
                <a:lnTo>
                  <a:pt x="696036" y="45720"/>
                </a:lnTo>
                <a:lnTo>
                  <a:pt x="728675" y="45212"/>
                </a:lnTo>
                <a:lnTo>
                  <a:pt x="778535" y="45212"/>
                </a:lnTo>
                <a:lnTo>
                  <a:pt x="896835" y="43942"/>
                </a:lnTo>
                <a:lnTo>
                  <a:pt x="1089469" y="39878"/>
                </a:lnTo>
                <a:lnTo>
                  <a:pt x="1090904" y="39878"/>
                </a:lnTo>
                <a:lnTo>
                  <a:pt x="1111072" y="39243"/>
                </a:lnTo>
                <a:lnTo>
                  <a:pt x="1177620" y="37973"/>
                </a:lnTo>
                <a:lnTo>
                  <a:pt x="1182954" y="37973"/>
                </a:lnTo>
                <a:lnTo>
                  <a:pt x="1210259" y="37338"/>
                </a:lnTo>
                <a:lnTo>
                  <a:pt x="1238326" y="36068"/>
                </a:lnTo>
                <a:lnTo>
                  <a:pt x="1262456" y="34544"/>
                </a:lnTo>
                <a:lnTo>
                  <a:pt x="1269314" y="33909"/>
                </a:lnTo>
                <a:lnTo>
                  <a:pt x="1283157" y="32766"/>
                </a:lnTo>
                <a:lnTo>
                  <a:pt x="1284173" y="32766"/>
                </a:lnTo>
                <a:lnTo>
                  <a:pt x="1291793" y="32004"/>
                </a:lnTo>
                <a:lnTo>
                  <a:pt x="1308747" y="21844"/>
                </a:lnTo>
                <a:lnTo>
                  <a:pt x="1309319" y="20828"/>
                </a:lnTo>
                <a:lnTo>
                  <a:pt x="1311224" y="16637"/>
                </a:lnTo>
                <a:close/>
              </a:path>
              <a:path w="1351280" h="173990">
                <a:moveTo>
                  <a:pt x="1350975" y="99695"/>
                </a:moveTo>
                <a:lnTo>
                  <a:pt x="1350429" y="94996"/>
                </a:lnTo>
                <a:lnTo>
                  <a:pt x="1350340" y="94107"/>
                </a:lnTo>
                <a:lnTo>
                  <a:pt x="1349705" y="89662"/>
                </a:lnTo>
                <a:lnTo>
                  <a:pt x="1337932" y="82550"/>
                </a:lnTo>
                <a:lnTo>
                  <a:pt x="1339710" y="82550"/>
                </a:lnTo>
                <a:lnTo>
                  <a:pt x="1332306" y="81927"/>
                </a:lnTo>
                <a:lnTo>
                  <a:pt x="1324203" y="82550"/>
                </a:lnTo>
                <a:lnTo>
                  <a:pt x="1325575" y="82550"/>
                </a:lnTo>
                <a:lnTo>
                  <a:pt x="1313383" y="83820"/>
                </a:lnTo>
                <a:lnTo>
                  <a:pt x="1307617" y="84340"/>
                </a:lnTo>
                <a:lnTo>
                  <a:pt x="1308125" y="84340"/>
                </a:lnTo>
                <a:lnTo>
                  <a:pt x="1303858" y="84836"/>
                </a:lnTo>
                <a:lnTo>
                  <a:pt x="1291666" y="85991"/>
                </a:lnTo>
                <a:lnTo>
                  <a:pt x="1284427" y="86753"/>
                </a:lnTo>
                <a:lnTo>
                  <a:pt x="1284554" y="86753"/>
                </a:lnTo>
                <a:lnTo>
                  <a:pt x="1253312" y="89662"/>
                </a:lnTo>
                <a:lnTo>
                  <a:pt x="1245692" y="90563"/>
                </a:lnTo>
                <a:lnTo>
                  <a:pt x="1229563" y="92214"/>
                </a:lnTo>
                <a:lnTo>
                  <a:pt x="1221943" y="93103"/>
                </a:lnTo>
                <a:lnTo>
                  <a:pt x="1213942" y="94107"/>
                </a:lnTo>
                <a:lnTo>
                  <a:pt x="1183462" y="97663"/>
                </a:lnTo>
                <a:lnTo>
                  <a:pt x="1175969" y="98425"/>
                </a:lnTo>
                <a:lnTo>
                  <a:pt x="1168095" y="99326"/>
                </a:lnTo>
                <a:lnTo>
                  <a:pt x="1160475" y="100088"/>
                </a:lnTo>
                <a:lnTo>
                  <a:pt x="1145387" y="101803"/>
                </a:lnTo>
                <a:lnTo>
                  <a:pt x="1137615" y="102870"/>
                </a:lnTo>
                <a:lnTo>
                  <a:pt x="1129868" y="103759"/>
                </a:lnTo>
                <a:lnTo>
                  <a:pt x="1098245" y="108216"/>
                </a:lnTo>
                <a:lnTo>
                  <a:pt x="1090244" y="109220"/>
                </a:lnTo>
                <a:lnTo>
                  <a:pt x="1071448" y="111887"/>
                </a:lnTo>
                <a:lnTo>
                  <a:pt x="1071575" y="111887"/>
                </a:lnTo>
                <a:lnTo>
                  <a:pt x="1063955" y="112915"/>
                </a:lnTo>
                <a:lnTo>
                  <a:pt x="1056246" y="114096"/>
                </a:lnTo>
                <a:lnTo>
                  <a:pt x="982116" y="121158"/>
                </a:lnTo>
                <a:lnTo>
                  <a:pt x="933450" y="124333"/>
                </a:lnTo>
                <a:lnTo>
                  <a:pt x="925271" y="124587"/>
                </a:lnTo>
                <a:lnTo>
                  <a:pt x="916012" y="125095"/>
                </a:lnTo>
                <a:lnTo>
                  <a:pt x="906043" y="125349"/>
                </a:lnTo>
                <a:lnTo>
                  <a:pt x="895375" y="125488"/>
                </a:lnTo>
                <a:lnTo>
                  <a:pt x="885367" y="125869"/>
                </a:lnTo>
                <a:lnTo>
                  <a:pt x="670521" y="126238"/>
                </a:lnTo>
                <a:lnTo>
                  <a:pt x="883627" y="125933"/>
                </a:lnTo>
                <a:lnTo>
                  <a:pt x="875360" y="126238"/>
                </a:lnTo>
                <a:lnTo>
                  <a:pt x="798664" y="126238"/>
                </a:lnTo>
                <a:lnTo>
                  <a:pt x="775906" y="126746"/>
                </a:lnTo>
                <a:lnTo>
                  <a:pt x="770724" y="126746"/>
                </a:lnTo>
                <a:lnTo>
                  <a:pt x="754265" y="127266"/>
                </a:lnTo>
                <a:lnTo>
                  <a:pt x="755218" y="127266"/>
                </a:lnTo>
                <a:lnTo>
                  <a:pt x="745744" y="127635"/>
                </a:lnTo>
                <a:lnTo>
                  <a:pt x="733107" y="128028"/>
                </a:lnTo>
                <a:lnTo>
                  <a:pt x="681939" y="130175"/>
                </a:lnTo>
                <a:lnTo>
                  <a:pt x="682688" y="130175"/>
                </a:lnTo>
                <a:lnTo>
                  <a:pt x="630389" y="132727"/>
                </a:lnTo>
                <a:lnTo>
                  <a:pt x="612025" y="133858"/>
                </a:lnTo>
                <a:lnTo>
                  <a:pt x="594728" y="134620"/>
                </a:lnTo>
                <a:lnTo>
                  <a:pt x="577088" y="135636"/>
                </a:lnTo>
                <a:lnTo>
                  <a:pt x="541883" y="137287"/>
                </a:lnTo>
                <a:lnTo>
                  <a:pt x="525335" y="138188"/>
                </a:lnTo>
                <a:lnTo>
                  <a:pt x="470611" y="140487"/>
                </a:lnTo>
                <a:lnTo>
                  <a:pt x="471220" y="140487"/>
                </a:lnTo>
                <a:lnTo>
                  <a:pt x="408774" y="143383"/>
                </a:lnTo>
                <a:lnTo>
                  <a:pt x="392239" y="143903"/>
                </a:lnTo>
                <a:lnTo>
                  <a:pt x="314807" y="147574"/>
                </a:lnTo>
                <a:lnTo>
                  <a:pt x="315112" y="147574"/>
                </a:lnTo>
                <a:lnTo>
                  <a:pt x="299567" y="148463"/>
                </a:lnTo>
                <a:lnTo>
                  <a:pt x="209029" y="153924"/>
                </a:lnTo>
                <a:lnTo>
                  <a:pt x="182384" y="155600"/>
                </a:lnTo>
                <a:lnTo>
                  <a:pt x="176695" y="155841"/>
                </a:lnTo>
                <a:lnTo>
                  <a:pt x="651344" y="155841"/>
                </a:lnTo>
                <a:lnTo>
                  <a:pt x="668591" y="155321"/>
                </a:lnTo>
                <a:lnTo>
                  <a:pt x="686231" y="154432"/>
                </a:lnTo>
                <a:lnTo>
                  <a:pt x="718159" y="153301"/>
                </a:lnTo>
                <a:lnTo>
                  <a:pt x="759040" y="152146"/>
                </a:lnTo>
                <a:lnTo>
                  <a:pt x="765949" y="152146"/>
                </a:lnTo>
                <a:lnTo>
                  <a:pt x="782027" y="151777"/>
                </a:lnTo>
                <a:lnTo>
                  <a:pt x="853287" y="151638"/>
                </a:lnTo>
                <a:lnTo>
                  <a:pt x="907440" y="151015"/>
                </a:lnTo>
                <a:lnTo>
                  <a:pt x="896175" y="151015"/>
                </a:lnTo>
                <a:lnTo>
                  <a:pt x="916978" y="150495"/>
                </a:lnTo>
                <a:lnTo>
                  <a:pt x="926439" y="149987"/>
                </a:lnTo>
                <a:lnTo>
                  <a:pt x="923810" y="149987"/>
                </a:lnTo>
                <a:lnTo>
                  <a:pt x="942200" y="149098"/>
                </a:lnTo>
                <a:lnTo>
                  <a:pt x="942505" y="149098"/>
                </a:lnTo>
                <a:lnTo>
                  <a:pt x="953262" y="148463"/>
                </a:lnTo>
                <a:lnTo>
                  <a:pt x="961859" y="148082"/>
                </a:lnTo>
                <a:lnTo>
                  <a:pt x="969289" y="147574"/>
                </a:lnTo>
                <a:lnTo>
                  <a:pt x="982878" y="147078"/>
                </a:lnTo>
                <a:lnTo>
                  <a:pt x="983716" y="147078"/>
                </a:lnTo>
                <a:lnTo>
                  <a:pt x="989965" y="146685"/>
                </a:lnTo>
                <a:lnTo>
                  <a:pt x="1020686" y="144907"/>
                </a:lnTo>
                <a:lnTo>
                  <a:pt x="1051026" y="142252"/>
                </a:lnTo>
                <a:lnTo>
                  <a:pt x="1059764" y="141224"/>
                </a:lnTo>
                <a:lnTo>
                  <a:pt x="1067219" y="140487"/>
                </a:lnTo>
                <a:lnTo>
                  <a:pt x="1067396" y="140487"/>
                </a:lnTo>
                <a:lnTo>
                  <a:pt x="1075131" y="139446"/>
                </a:lnTo>
                <a:lnTo>
                  <a:pt x="1075258" y="139446"/>
                </a:lnTo>
                <a:lnTo>
                  <a:pt x="1093927" y="137033"/>
                </a:lnTo>
                <a:lnTo>
                  <a:pt x="1101928" y="136271"/>
                </a:lnTo>
                <a:lnTo>
                  <a:pt x="1110183" y="135013"/>
                </a:lnTo>
                <a:lnTo>
                  <a:pt x="1118057" y="134112"/>
                </a:lnTo>
                <a:lnTo>
                  <a:pt x="1124915" y="133223"/>
                </a:lnTo>
                <a:lnTo>
                  <a:pt x="1141171" y="131445"/>
                </a:lnTo>
                <a:lnTo>
                  <a:pt x="1149426" y="130175"/>
                </a:lnTo>
                <a:lnTo>
                  <a:pt x="1149553" y="130175"/>
                </a:lnTo>
                <a:lnTo>
                  <a:pt x="1155420" y="129413"/>
                </a:lnTo>
                <a:lnTo>
                  <a:pt x="1155598" y="129413"/>
                </a:lnTo>
                <a:lnTo>
                  <a:pt x="1179271" y="126238"/>
                </a:lnTo>
                <a:lnTo>
                  <a:pt x="1185684" y="125488"/>
                </a:lnTo>
                <a:lnTo>
                  <a:pt x="1186764" y="125349"/>
                </a:lnTo>
                <a:lnTo>
                  <a:pt x="1186637" y="125349"/>
                </a:lnTo>
                <a:lnTo>
                  <a:pt x="1194130" y="124587"/>
                </a:lnTo>
                <a:lnTo>
                  <a:pt x="1193876" y="124587"/>
                </a:lnTo>
                <a:lnTo>
                  <a:pt x="1201877" y="123698"/>
                </a:lnTo>
                <a:lnTo>
                  <a:pt x="1209370" y="123063"/>
                </a:lnTo>
                <a:lnTo>
                  <a:pt x="1216863" y="122313"/>
                </a:lnTo>
                <a:lnTo>
                  <a:pt x="1224864" y="121678"/>
                </a:lnTo>
                <a:lnTo>
                  <a:pt x="1232357" y="121158"/>
                </a:lnTo>
                <a:lnTo>
                  <a:pt x="1280490" y="116586"/>
                </a:lnTo>
                <a:lnTo>
                  <a:pt x="1280617" y="116586"/>
                </a:lnTo>
                <a:lnTo>
                  <a:pt x="1301445" y="114300"/>
                </a:lnTo>
                <a:lnTo>
                  <a:pt x="1304455" y="114096"/>
                </a:lnTo>
                <a:lnTo>
                  <a:pt x="1305598" y="114096"/>
                </a:lnTo>
                <a:lnTo>
                  <a:pt x="1316558" y="112649"/>
                </a:lnTo>
                <a:lnTo>
                  <a:pt x="1328877" y="111264"/>
                </a:lnTo>
                <a:lnTo>
                  <a:pt x="1329258" y="111264"/>
                </a:lnTo>
                <a:lnTo>
                  <a:pt x="1335608" y="110236"/>
                </a:lnTo>
                <a:lnTo>
                  <a:pt x="1339926" y="108978"/>
                </a:lnTo>
                <a:lnTo>
                  <a:pt x="1343228" y="107327"/>
                </a:lnTo>
                <a:lnTo>
                  <a:pt x="1348054" y="104775"/>
                </a:lnTo>
                <a:lnTo>
                  <a:pt x="1350975" y="99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1848" y="892302"/>
            <a:ext cx="1297635" cy="9734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260" y="897127"/>
            <a:ext cx="1129271" cy="27025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02178" y="852296"/>
            <a:ext cx="256540" cy="245745"/>
          </a:xfrm>
          <a:custGeom>
            <a:avLst/>
            <a:gdLst/>
            <a:ahLst/>
            <a:cxnLst/>
            <a:rect l="l" t="t" r="r" b="b"/>
            <a:pathLst>
              <a:path w="256539" h="245744">
                <a:moveTo>
                  <a:pt x="256286" y="16891"/>
                </a:moveTo>
                <a:lnTo>
                  <a:pt x="255104" y="7366"/>
                </a:lnTo>
                <a:lnTo>
                  <a:pt x="255016" y="6604"/>
                </a:lnTo>
                <a:lnTo>
                  <a:pt x="251079" y="2413"/>
                </a:lnTo>
                <a:lnTo>
                  <a:pt x="248551" y="1993"/>
                </a:lnTo>
                <a:lnTo>
                  <a:pt x="240919" y="635"/>
                </a:lnTo>
                <a:lnTo>
                  <a:pt x="236855" y="0"/>
                </a:lnTo>
                <a:lnTo>
                  <a:pt x="231775" y="0"/>
                </a:lnTo>
                <a:lnTo>
                  <a:pt x="227965" y="381"/>
                </a:lnTo>
                <a:lnTo>
                  <a:pt x="227330" y="381"/>
                </a:lnTo>
                <a:lnTo>
                  <a:pt x="223012" y="1016"/>
                </a:lnTo>
                <a:lnTo>
                  <a:pt x="222631" y="1016"/>
                </a:lnTo>
                <a:lnTo>
                  <a:pt x="219798" y="1549"/>
                </a:lnTo>
                <a:lnTo>
                  <a:pt x="202438" y="4191"/>
                </a:lnTo>
                <a:lnTo>
                  <a:pt x="201930" y="4191"/>
                </a:lnTo>
                <a:lnTo>
                  <a:pt x="195072" y="5461"/>
                </a:lnTo>
                <a:lnTo>
                  <a:pt x="194818" y="5461"/>
                </a:lnTo>
                <a:lnTo>
                  <a:pt x="174371" y="9398"/>
                </a:lnTo>
                <a:lnTo>
                  <a:pt x="136271" y="16129"/>
                </a:lnTo>
                <a:lnTo>
                  <a:pt x="120764" y="18669"/>
                </a:lnTo>
                <a:lnTo>
                  <a:pt x="90855" y="24003"/>
                </a:lnTo>
                <a:lnTo>
                  <a:pt x="91300" y="24003"/>
                </a:lnTo>
                <a:lnTo>
                  <a:pt x="77470" y="26797"/>
                </a:lnTo>
                <a:lnTo>
                  <a:pt x="77076" y="26797"/>
                </a:lnTo>
                <a:lnTo>
                  <a:pt x="43053" y="34798"/>
                </a:lnTo>
                <a:lnTo>
                  <a:pt x="32334" y="37465"/>
                </a:lnTo>
                <a:lnTo>
                  <a:pt x="25984" y="39370"/>
                </a:lnTo>
                <a:lnTo>
                  <a:pt x="26162" y="39370"/>
                </a:lnTo>
                <a:lnTo>
                  <a:pt x="19304" y="41529"/>
                </a:lnTo>
                <a:lnTo>
                  <a:pt x="18288" y="42037"/>
                </a:lnTo>
                <a:lnTo>
                  <a:pt x="13462" y="44196"/>
                </a:lnTo>
                <a:lnTo>
                  <a:pt x="11811" y="45085"/>
                </a:lnTo>
                <a:lnTo>
                  <a:pt x="0" y="59436"/>
                </a:lnTo>
                <a:lnTo>
                  <a:pt x="2235" y="63004"/>
                </a:lnTo>
                <a:lnTo>
                  <a:pt x="4191" y="66294"/>
                </a:lnTo>
                <a:lnTo>
                  <a:pt x="8509" y="67818"/>
                </a:lnTo>
                <a:lnTo>
                  <a:pt x="17907" y="64643"/>
                </a:lnTo>
                <a:lnTo>
                  <a:pt x="17399" y="64897"/>
                </a:lnTo>
                <a:lnTo>
                  <a:pt x="31762" y="61810"/>
                </a:lnTo>
                <a:lnTo>
                  <a:pt x="47752" y="59309"/>
                </a:lnTo>
                <a:lnTo>
                  <a:pt x="47752" y="59436"/>
                </a:lnTo>
                <a:lnTo>
                  <a:pt x="48564" y="59309"/>
                </a:lnTo>
                <a:lnTo>
                  <a:pt x="57531" y="57912"/>
                </a:lnTo>
                <a:lnTo>
                  <a:pt x="57785" y="57912"/>
                </a:lnTo>
                <a:lnTo>
                  <a:pt x="82296" y="53644"/>
                </a:lnTo>
                <a:lnTo>
                  <a:pt x="83832" y="53378"/>
                </a:lnTo>
                <a:lnTo>
                  <a:pt x="110871" y="49276"/>
                </a:lnTo>
                <a:lnTo>
                  <a:pt x="125095" y="47498"/>
                </a:lnTo>
                <a:lnTo>
                  <a:pt x="125222" y="47371"/>
                </a:lnTo>
                <a:lnTo>
                  <a:pt x="140716" y="45339"/>
                </a:lnTo>
                <a:lnTo>
                  <a:pt x="149999" y="43967"/>
                </a:lnTo>
                <a:lnTo>
                  <a:pt x="149644" y="49276"/>
                </a:lnTo>
                <a:lnTo>
                  <a:pt x="149606" y="67310"/>
                </a:lnTo>
                <a:lnTo>
                  <a:pt x="149999" y="73279"/>
                </a:lnTo>
                <a:lnTo>
                  <a:pt x="150126" y="75120"/>
                </a:lnTo>
                <a:lnTo>
                  <a:pt x="150241" y="77343"/>
                </a:lnTo>
                <a:lnTo>
                  <a:pt x="151257" y="87249"/>
                </a:lnTo>
                <a:lnTo>
                  <a:pt x="151257" y="87630"/>
                </a:lnTo>
                <a:lnTo>
                  <a:pt x="152781" y="97917"/>
                </a:lnTo>
                <a:lnTo>
                  <a:pt x="152781" y="98298"/>
                </a:lnTo>
                <a:lnTo>
                  <a:pt x="154686" y="109347"/>
                </a:lnTo>
                <a:lnTo>
                  <a:pt x="154686" y="109728"/>
                </a:lnTo>
                <a:lnTo>
                  <a:pt x="156972" y="121539"/>
                </a:lnTo>
                <a:lnTo>
                  <a:pt x="159131" y="132969"/>
                </a:lnTo>
                <a:lnTo>
                  <a:pt x="161417" y="144145"/>
                </a:lnTo>
                <a:lnTo>
                  <a:pt x="163195" y="153289"/>
                </a:lnTo>
                <a:lnTo>
                  <a:pt x="165100" y="162433"/>
                </a:lnTo>
                <a:lnTo>
                  <a:pt x="167005" y="171069"/>
                </a:lnTo>
                <a:lnTo>
                  <a:pt x="166878" y="171069"/>
                </a:lnTo>
                <a:lnTo>
                  <a:pt x="168922" y="180873"/>
                </a:lnTo>
                <a:lnTo>
                  <a:pt x="170053" y="186817"/>
                </a:lnTo>
                <a:lnTo>
                  <a:pt x="171323" y="195072"/>
                </a:lnTo>
                <a:lnTo>
                  <a:pt x="172339" y="201930"/>
                </a:lnTo>
                <a:lnTo>
                  <a:pt x="172466" y="202311"/>
                </a:lnTo>
                <a:lnTo>
                  <a:pt x="173609" y="209042"/>
                </a:lnTo>
                <a:lnTo>
                  <a:pt x="175895" y="220980"/>
                </a:lnTo>
                <a:lnTo>
                  <a:pt x="176022" y="221742"/>
                </a:lnTo>
                <a:lnTo>
                  <a:pt x="192151" y="244348"/>
                </a:lnTo>
                <a:lnTo>
                  <a:pt x="195707" y="245237"/>
                </a:lnTo>
                <a:lnTo>
                  <a:pt x="200660" y="245237"/>
                </a:lnTo>
                <a:lnTo>
                  <a:pt x="204343" y="244094"/>
                </a:lnTo>
                <a:lnTo>
                  <a:pt x="205867" y="242316"/>
                </a:lnTo>
                <a:lnTo>
                  <a:pt x="206248" y="240284"/>
                </a:lnTo>
                <a:lnTo>
                  <a:pt x="206413" y="239102"/>
                </a:lnTo>
                <a:lnTo>
                  <a:pt x="206502" y="238506"/>
                </a:lnTo>
                <a:lnTo>
                  <a:pt x="206654" y="238506"/>
                </a:lnTo>
                <a:lnTo>
                  <a:pt x="207010" y="237617"/>
                </a:lnTo>
                <a:lnTo>
                  <a:pt x="207645" y="235839"/>
                </a:lnTo>
                <a:lnTo>
                  <a:pt x="208280" y="232664"/>
                </a:lnTo>
                <a:lnTo>
                  <a:pt x="208407" y="216789"/>
                </a:lnTo>
                <a:lnTo>
                  <a:pt x="207899" y="210693"/>
                </a:lnTo>
                <a:lnTo>
                  <a:pt x="207010" y="203962"/>
                </a:lnTo>
                <a:lnTo>
                  <a:pt x="206883" y="203454"/>
                </a:lnTo>
                <a:lnTo>
                  <a:pt x="205867" y="196596"/>
                </a:lnTo>
                <a:lnTo>
                  <a:pt x="204774" y="190182"/>
                </a:lnTo>
                <a:lnTo>
                  <a:pt x="204724" y="189611"/>
                </a:lnTo>
                <a:lnTo>
                  <a:pt x="203200" y="181356"/>
                </a:lnTo>
                <a:lnTo>
                  <a:pt x="201422" y="172720"/>
                </a:lnTo>
                <a:lnTo>
                  <a:pt x="201295" y="172466"/>
                </a:lnTo>
                <a:lnTo>
                  <a:pt x="199390" y="163830"/>
                </a:lnTo>
                <a:lnTo>
                  <a:pt x="197104" y="155067"/>
                </a:lnTo>
                <a:lnTo>
                  <a:pt x="194945" y="146177"/>
                </a:lnTo>
                <a:lnTo>
                  <a:pt x="192659" y="137160"/>
                </a:lnTo>
                <a:lnTo>
                  <a:pt x="184581" y="103632"/>
                </a:lnTo>
                <a:lnTo>
                  <a:pt x="183426" y="98298"/>
                </a:lnTo>
                <a:lnTo>
                  <a:pt x="182740" y="95351"/>
                </a:lnTo>
                <a:lnTo>
                  <a:pt x="179755" y="80581"/>
                </a:lnTo>
                <a:lnTo>
                  <a:pt x="178498" y="73672"/>
                </a:lnTo>
                <a:lnTo>
                  <a:pt x="178498" y="73279"/>
                </a:lnTo>
                <a:lnTo>
                  <a:pt x="177228" y="64643"/>
                </a:lnTo>
                <a:lnTo>
                  <a:pt x="177114" y="64274"/>
                </a:lnTo>
                <a:lnTo>
                  <a:pt x="175488" y="51142"/>
                </a:lnTo>
                <a:lnTo>
                  <a:pt x="175425" y="50673"/>
                </a:lnTo>
                <a:lnTo>
                  <a:pt x="175323" y="49276"/>
                </a:lnTo>
                <a:lnTo>
                  <a:pt x="174904" y="44450"/>
                </a:lnTo>
                <a:lnTo>
                  <a:pt x="174815" y="40640"/>
                </a:lnTo>
                <a:lnTo>
                  <a:pt x="174802" y="40195"/>
                </a:lnTo>
                <a:lnTo>
                  <a:pt x="179705" y="39370"/>
                </a:lnTo>
                <a:lnTo>
                  <a:pt x="179959" y="39370"/>
                </a:lnTo>
                <a:lnTo>
                  <a:pt x="190754" y="37465"/>
                </a:lnTo>
                <a:lnTo>
                  <a:pt x="190309" y="37465"/>
                </a:lnTo>
                <a:lnTo>
                  <a:pt x="200660" y="35560"/>
                </a:lnTo>
                <a:lnTo>
                  <a:pt x="206768" y="34290"/>
                </a:lnTo>
                <a:lnTo>
                  <a:pt x="207264" y="34290"/>
                </a:lnTo>
                <a:lnTo>
                  <a:pt x="215519" y="32766"/>
                </a:lnTo>
                <a:lnTo>
                  <a:pt x="215900" y="32766"/>
                </a:lnTo>
                <a:lnTo>
                  <a:pt x="222631" y="31369"/>
                </a:lnTo>
                <a:lnTo>
                  <a:pt x="222770" y="31369"/>
                </a:lnTo>
                <a:lnTo>
                  <a:pt x="228600" y="29845"/>
                </a:lnTo>
                <a:lnTo>
                  <a:pt x="232371" y="28956"/>
                </a:lnTo>
                <a:lnTo>
                  <a:pt x="237490" y="27813"/>
                </a:lnTo>
                <a:lnTo>
                  <a:pt x="241300" y="27051"/>
                </a:lnTo>
                <a:lnTo>
                  <a:pt x="244094" y="26162"/>
                </a:lnTo>
                <a:lnTo>
                  <a:pt x="248666" y="24003"/>
                </a:lnTo>
                <a:lnTo>
                  <a:pt x="253492" y="21971"/>
                </a:lnTo>
                <a:lnTo>
                  <a:pt x="256286" y="16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4028" y="868933"/>
            <a:ext cx="805053" cy="2385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9993" y="834771"/>
            <a:ext cx="396434" cy="2336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70169" y="871600"/>
            <a:ext cx="161289" cy="19507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79972" y="955166"/>
            <a:ext cx="38735" cy="42545"/>
          </a:xfrm>
          <a:custGeom>
            <a:avLst/>
            <a:gdLst/>
            <a:ahLst/>
            <a:cxnLst/>
            <a:rect l="l" t="t" r="r" b="b"/>
            <a:pathLst>
              <a:path w="38735" h="42544">
                <a:moveTo>
                  <a:pt x="2689" y="24497"/>
                </a:moveTo>
                <a:lnTo>
                  <a:pt x="12826" y="42418"/>
                </a:lnTo>
                <a:lnTo>
                  <a:pt x="19050" y="41021"/>
                </a:lnTo>
                <a:lnTo>
                  <a:pt x="21462" y="40512"/>
                </a:lnTo>
                <a:lnTo>
                  <a:pt x="25273" y="39750"/>
                </a:lnTo>
                <a:lnTo>
                  <a:pt x="28575" y="37592"/>
                </a:lnTo>
                <a:lnTo>
                  <a:pt x="31051" y="34157"/>
                </a:lnTo>
                <a:lnTo>
                  <a:pt x="20710" y="34157"/>
                </a:lnTo>
                <a:lnTo>
                  <a:pt x="14350" y="32638"/>
                </a:lnTo>
                <a:lnTo>
                  <a:pt x="10160" y="30734"/>
                </a:lnTo>
                <a:lnTo>
                  <a:pt x="5841" y="27686"/>
                </a:lnTo>
                <a:lnTo>
                  <a:pt x="3301" y="25146"/>
                </a:lnTo>
                <a:lnTo>
                  <a:pt x="2689" y="24497"/>
                </a:lnTo>
                <a:close/>
              </a:path>
              <a:path w="38735" h="42544">
                <a:moveTo>
                  <a:pt x="20319" y="0"/>
                </a:moveTo>
                <a:lnTo>
                  <a:pt x="2798" y="23749"/>
                </a:lnTo>
                <a:lnTo>
                  <a:pt x="2689" y="24497"/>
                </a:lnTo>
                <a:lnTo>
                  <a:pt x="20710" y="34157"/>
                </a:lnTo>
                <a:lnTo>
                  <a:pt x="26939" y="33162"/>
                </a:lnTo>
                <a:lnTo>
                  <a:pt x="32335" y="29906"/>
                </a:lnTo>
                <a:lnTo>
                  <a:pt x="36194" y="24637"/>
                </a:lnTo>
                <a:lnTo>
                  <a:pt x="37715" y="18276"/>
                </a:lnTo>
                <a:lnTo>
                  <a:pt x="36734" y="12033"/>
                </a:lnTo>
                <a:lnTo>
                  <a:pt x="33516" y="6600"/>
                </a:lnTo>
                <a:lnTo>
                  <a:pt x="28321" y="2667"/>
                </a:lnTo>
                <a:lnTo>
                  <a:pt x="26641" y="2261"/>
                </a:lnTo>
                <a:lnTo>
                  <a:pt x="14524" y="2261"/>
                </a:lnTo>
                <a:lnTo>
                  <a:pt x="21959" y="1129"/>
                </a:lnTo>
                <a:lnTo>
                  <a:pt x="27210" y="1129"/>
                </a:lnTo>
                <a:lnTo>
                  <a:pt x="26924" y="888"/>
                </a:lnTo>
                <a:lnTo>
                  <a:pt x="20319" y="0"/>
                </a:lnTo>
                <a:close/>
              </a:path>
              <a:path w="38735" h="42544">
                <a:moveTo>
                  <a:pt x="27210" y="1129"/>
                </a:moveTo>
                <a:lnTo>
                  <a:pt x="21959" y="1129"/>
                </a:lnTo>
                <a:lnTo>
                  <a:pt x="28321" y="2667"/>
                </a:lnTo>
                <a:lnTo>
                  <a:pt x="33516" y="6600"/>
                </a:lnTo>
                <a:lnTo>
                  <a:pt x="36734" y="12033"/>
                </a:lnTo>
                <a:lnTo>
                  <a:pt x="37617" y="17653"/>
                </a:lnTo>
                <a:lnTo>
                  <a:pt x="37715" y="18276"/>
                </a:lnTo>
                <a:lnTo>
                  <a:pt x="36228" y="24497"/>
                </a:lnTo>
                <a:lnTo>
                  <a:pt x="36194" y="24637"/>
                </a:lnTo>
                <a:lnTo>
                  <a:pt x="32335" y="29906"/>
                </a:lnTo>
                <a:lnTo>
                  <a:pt x="26939" y="33162"/>
                </a:lnTo>
                <a:lnTo>
                  <a:pt x="20710" y="34157"/>
                </a:lnTo>
                <a:lnTo>
                  <a:pt x="31051" y="34157"/>
                </a:lnTo>
                <a:lnTo>
                  <a:pt x="35432" y="28194"/>
                </a:lnTo>
                <a:lnTo>
                  <a:pt x="36322" y="26035"/>
                </a:lnTo>
                <a:lnTo>
                  <a:pt x="36829" y="23749"/>
                </a:lnTo>
                <a:lnTo>
                  <a:pt x="37337" y="20955"/>
                </a:lnTo>
                <a:lnTo>
                  <a:pt x="38607" y="14986"/>
                </a:lnTo>
                <a:lnTo>
                  <a:pt x="36449" y="8762"/>
                </a:lnTo>
                <a:lnTo>
                  <a:pt x="31623" y="4825"/>
                </a:lnTo>
                <a:lnTo>
                  <a:pt x="27210" y="1129"/>
                </a:lnTo>
                <a:close/>
              </a:path>
              <a:path w="38735" h="42544">
                <a:moveTo>
                  <a:pt x="14722" y="2667"/>
                </a:moveTo>
                <a:lnTo>
                  <a:pt x="10413" y="4318"/>
                </a:lnTo>
                <a:lnTo>
                  <a:pt x="6834" y="6600"/>
                </a:lnTo>
                <a:lnTo>
                  <a:pt x="4190" y="8762"/>
                </a:lnTo>
                <a:lnTo>
                  <a:pt x="1777" y="10668"/>
                </a:lnTo>
                <a:lnTo>
                  <a:pt x="253" y="13588"/>
                </a:lnTo>
                <a:lnTo>
                  <a:pt x="126" y="16763"/>
                </a:lnTo>
                <a:lnTo>
                  <a:pt x="0" y="19812"/>
                </a:lnTo>
                <a:lnTo>
                  <a:pt x="1142" y="22860"/>
                </a:lnTo>
                <a:lnTo>
                  <a:pt x="2689" y="24497"/>
                </a:lnTo>
                <a:lnTo>
                  <a:pt x="3592" y="18276"/>
                </a:lnTo>
                <a:lnTo>
                  <a:pt x="3682" y="17653"/>
                </a:lnTo>
                <a:lnTo>
                  <a:pt x="5206" y="13081"/>
                </a:lnTo>
                <a:lnTo>
                  <a:pt x="6292" y="10668"/>
                </a:lnTo>
                <a:lnTo>
                  <a:pt x="7682" y="8762"/>
                </a:lnTo>
                <a:lnTo>
                  <a:pt x="10283" y="5292"/>
                </a:lnTo>
                <a:lnTo>
                  <a:pt x="14722" y="2667"/>
                </a:lnTo>
                <a:close/>
              </a:path>
              <a:path w="38735" h="42544">
                <a:moveTo>
                  <a:pt x="15409" y="2261"/>
                </a:moveTo>
                <a:lnTo>
                  <a:pt x="14452" y="2667"/>
                </a:lnTo>
                <a:lnTo>
                  <a:pt x="13114" y="3275"/>
                </a:lnTo>
                <a:lnTo>
                  <a:pt x="14689" y="2667"/>
                </a:lnTo>
                <a:lnTo>
                  <a:pt x="15409" y="2261"/>
                </a:lnTo>
                <a:close/>
              </a:path>
              <a:path w="38735" h="42544">
                <a:moveTo>
                  <a:pt x="21959" y="1129"/>
                </a:moveTo>
                <a:lnTo>
                  <a:pt x="14524" y="2261"/>
                </a:lnTo>
                <a:lnTo>
                  <a:pt x="26641" y="2261"/>
                </a:lnTo>
                <a:lnTo>
                  <a:pt x="21959" y="1129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00626" y="895730"/>
            <a:ext cx="443547" cy="1943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1041" y="901064"/>
            <a:ext cx="827709" cy="2484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94218" y="925702"/>
            <a:ext cx="196278" cy="1732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04631" y="1008888"/>
            <a:ext cx="385191" cy="1438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85370" y="909192"/>
            <a:ext cx="833101" cy="21869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13672" y="977772"/>
            <a:ext cx="107236" cy="30098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52189" y="906525"/>
            <a:ext cx="1374203" cy="28524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44088" y="1660398"/>
            <a:ext cx="500168" cy="2556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29025" y="1678051"/>
            <a:ext cx="286155" cy="20853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92548" y="1701545"/>
            <a:ext cx="529843" cy="1816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80329" y="1694814"/>
            <a:ext cx="687635" cy="21717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788008" y="1467992"/>
            <a:ext cx="691148" cy="31483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90688" y="1543050"/>
            <a:ext cx="176657" cy="2705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216392" y="1513205"/>
            <a:ext cx="595249" cy="2692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071102" y="1480566"/>
            <a:ext cx="753618" cy="28067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892792" y="1682114"/>
            <a:ext cx="95884" cy="10807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707472" y="3278378"/>
            <a:ext cx="391008" cy="28067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93767" y="3222370"/>
            <a:ext cx="714375" cy="25107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282955" y="3188716"/>
            <a:ext cx="519420" cy="45364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090411" y="3253232"/>
            <a:ext cx="390363" cy="17068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563614" y="3188335"/>
            <a:ext cx="281050" cy="23063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35241" y="3128517"/>
            <a:ext cx="2142362" cy="45377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701665" y="4320413"/>
            <a:ext cx="763015" cy="567689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613398" y="4514214"/>
            <a:ext cx="176530" cy="97155"/>
          </a:xfrm>
          <a:custGeom>
            <a:avLst/>
            <a:gdLst/>
            <a:ahLst/>
            <a:cxnLst/>
            <a:rect l="l" t="t" r="r" b="b"/>
            <a:pathLst>
              <a:path w="176529" h="97154">
                <a:moveTo>
                  <a:pt x="136779" y="13843"/>
                </a:moveTo>
                <a:lnTo>
                  <a:pt x="136017" y="8763"/>
                </a:lnTo>
                <a:lnTo>
                  <a:pt x="134493" y="6604"/>
                </a:lnTo>
                <a:lnTo>
                  <a:pt x="128714" y="3175"/>
                </a:lnTo>
                <a:lnTo>
                  <a:pt x="128143" y="2794"/>
                </a:lnTo>
                <a:lnTo>
                  <a:pt x="125730" y="1651"/>
                </a:lnTo>
                <a:lnTo>
                  <a:pt x="123952" y="762"/>
                </a:lnTo>
                <a:lnTo>
                  <a:pt x="122047" y="254"/>
                </a:lnTo>
                <a:lnTo>
                  <a:pt x="120015" y="254"/>
                </a:lnTo>
                <a:lnTo>
                  <a:pt x="111887" y="0"/>
                </a:lnTo>
                <a:lnTo>
                  <a:pt x="101346" y="0"/>
                </a:lnTo>
                <a:lnTo>
                  <a:pt x="95631" y="254"/>
                </a:lnTo>
                <a:lnTo>
                  <a:pt x="90157" y="508"/>
                </a:lnTo>
                <a:lnTo>
                  <a:pt x="84201" y="762"/>
                </a:lnTo>
                <a:lnTo>
                  <a:pt x="76962" y="762"/>
                </a:lnTo>
                <a:lnTo>
                  <a:pt x="71628" y="889"/>
                </a:lnTo>
                <a:lnTo>
                  <a:pt x="57912" y="1651"/>
                </a:lnTo>
                <a:lnTo>
                  <a:pt x="44323" y="2159"/>
                </a:lnTo>
                <a:lnTo>
                  <a:pt x="44069" y="2159"/>
                </a:lnTo>
                <a:lnTo>
                  <a:pt x="38354" y="2540"/>
                </a:lnTo>
                <a:lnTo>
                  <a:pt x="38100" y="2540"/>
                </a:lnTo>
                <a:lnTo>
                  <a:pt x="34544" y="2794"/>
                </a:lnTo>
                <a:lnTo>
                  <a:pt x="33020" y="2794"/>
                </a:lnTo>
                <a:lnTo>
                  <a:pt x="27546" y="3175"/>
                </a:lnTo>
                <a:lnTo>
                  <a:pt x="24498" y="3175"/>
                </a:lnTo>
                <a:lnTo>
                  <a:pt x="9512" y="2159"/>
                </a:lnTo>
                <a:lnTo>
                  <a:pt x="7594" y="2159"/>
                </a:lnTo>
                <a:lnTo>
                  <a:pt x="1524" y="7239"/>
                </a:lnTo>
                <a:lnTo>
                  <a:pt x="0" y="21336"/>
                </a:lnTo>
                <a:lnTo>
                  <a:pt x="4826" y="27813"/>
                </a:lnTo>
                <a:lnTo>
                  <a:pt x="22098" y="30734"/>
                </a:lnTo>
                <a:lnTo>
                  <a:pt x="27965" y="31369"/>
                </a:lnTo>
                <a:lnTo>
                  <a:pt x="27419" y="31369"/>
                </a:lnTo>
                <a:lnTo>
                  <a:pt x="58915" y="32004"/>
                </a:lnTo>
                <a:lnTo>
                  <a:pt x="65786" y="32004"/>
                </a:lnTo>
                <a:lnTo>
                  <a:pt x="72644" y="31750"/>
                </a:lnTo>
                <a:lnTo>
                  <a:pt x="80962" y="31750"/>
                </a:lnTo>
                <a:lnTo>
                  <a:pt x="91059" y="31369"/>
                </a:lnTo>
                <a:lnTo>
                  <a:pt x="90322" y="31369"/>
                </a:lnTo>
                <a:lnTo>
                  <a:pt x="97790" y="30734"/>
                </a:lnTo>
                <a:lnTo>
                  <a:pt x="98298" y="30734"/>
                </a:lnTo>
                <a:lnTo>
                  <a:pt x="103632" y="30099"/>
                </a:lnTo>
                <a:lnTo>
                  <a:pt x="103886" y="30099"/>
                </a:lnTo>
                <a:lnTo>
                  <a:pt x="128143" y="23876"/>
                </a:lnTo>
                <a:lnTo>
                  <a:pt x="130302" y="22225"/>
                </a:lnTo>
                <a:lnTo>
                  <a:pt x="131191" y="21336"/>
                </a:lnTo>
                <a:lnTo>
                  <a:pt x="134112" y="18288"/>
                </a:lnTo>
                <a:lnTo>
                  <a:pt x="135890" y="16510"/>
                </a:lnTo>
                <a:lnTo>
                  <a:pt x="136779" y="13843"/>
                </a:lnTo>
                <a:close/>
              </a:path>
              <a:path w="176529" h="97154">
                <a:moveTo>
                  <a:pt x="176530" y="69215"/>
                </a:moveTo>
                <a:lnTo>
                  <a:pt x="176022" y="67437"/>
                </a:lnTo>
                <a:lnTo>
                  <a:pt x="175387" y="65659"/>
                </a:lnTo>
                <a:lnTo>
                  <a:pt x="174142" y="64897"/>
                </a:lnTo>
                <a:lnTo>
                  <a:pt x="173736" y="64643"/>
                </a:lnTo>
                <a:lnTo>
                  <a:pt x="172732" y="64643"/>
                </a:lnTo>
                <a:lnTo>
                  <a:pt x="171805" y="64782"/>
                </a:lnTo>
                <a:lnTo>
                  <a:pt x="170903" y="64897"/>
                </a:lnTo>
                <a:lnTo>
                  <a:pt x="167220" y="65417"/>
                </a:lnTo>
                <a:lnTo>
                  <a:pt x="165354" y="64897"/>
                </a:lnTo>
                <a:lnTo>
                  <a:pt x="165544" y="64897"/>
                </a:lnTo>
                <a:lnTo>
                  <a:pt x="164579" y="64770"/>
                </a:lnTo>
                <a:lnTo>
                  <a:pt x="164503" y="78968"/>
                </a:lnTo>
                <a:lnTo>
                  <a:pt x="164261" y="79260"/>
                </a:lnTo>
                <a:lnTo>
                  <a:pt x="163690" y="79768"/>
                </a:lnTo>
                <a:lnTo>
                  <a:pt x="164490" y="78968"/>
                </a:lnTo>
                <a:lnTo>
                  <a:pt x="164503" y="64770"/>
                </a:lnTo>
                <a:lnTo>
                  <a:pt x="163626" y="64643"/>
                </a:lnTo>
                <a:lnTo>
                  <a:pt x="163220" y="64592"/>
                </a:lnTo>
                <a:lnTo>
                  <a:pt x="163220" y="80238"/>
                </a:lnTo>
                <a:lnTo>
                  <a:pt x="163068" y="80391"/>
                </a:lnTo>
                <a:lnTo>
                  <a:pt x="163220" y="80238"/>
                </a:lnTo>
                <a:lnTo>
                  <a:pt x="163220" y="64592"/>
                </a:lnTo>
                <a:lnTo>
                  <a:pt x="160185" y="64185"/>
                </a:lnTo>
                <a:lnTo>
                  <a:pt x="159791" y="64008"/>
                </a:lnTo>
                <a:lnTo>
                  <a:pt x="158623" y="63500"/>
                </a:lnTo>
                <a:lnTo>
                  <a:pt x="155575" y="62484"/>
                </a:lnTo>
                <a:lnTo>
                  <a:pt x="149098" y="61595"/>
                </a:lnTo>
                <a:lnTo>
                  <a:pt x="148590" y="61468"/>
                </a:lnTo>
                <a:lnTo>
                  <a:pt x="144272" y="61087"/>
                </a:lnTo>
                <a:lnTo>
                  <a:pt x="140843" y="61087"/>
                </a:lnTo>
                <a:lnTo>
                  <a:pt x="132410" y="62230"/>
                </a:lnTo>
                <a:lnTo>
                  <a:pt x="132842" y="62230"/>
                </a:lnTo>
                <a:lnTo>
                  <a:pt x="128397" y="62992"/>
                </a:lnTo>
                <a:lnTo>
                  <a:pt x="122809" y="63881"/>
                </a:lnTo>
                <a:lnTo>
                  <a:pt x="122555" y="63881"/>
                </a:lnTo>
                <a:lnTo>
                  <a:pt x="118364" y="64643"/>
                </a:lnTo>
                <a:lnTo>
                  <a:pt x="118237" y="64770"/>
                </a:lnTo>
                <a:lnTo>
                  <a:pt x="118110" y="64897"/>
                </a:lnTo>
                <a:lnTo>
                  <a:pt x="117576" y="64897"/>
                </a:lnTo>
                <a:lnTo>
                  <a:pt x="111633" y="66040"/>
                </a:lnTo>
                <a:lnTo>
                  <a:pt x="111379" y="66040"/>
                </a:lnTo>
                <a:lnTo>
                  <a:pt x="105029" y="67437"/>
                </a:lnTo>
                <a:lnTo>
                  <a:pt x="98552" y="68961"/>
                </a:lnTo>
                <a:lnTo>
                  <a:pt x="92075" y="70231"/>
                </a:lnTo>
                <a:lnTo>
                  <a:pt x="84963" y="71755"/>
                </a:lnTo>
                <a:lnTo>
                  <a:pt x="84709" y="71755"/>
                </a:lnTo>
                <a:lnTo>
                  <a:pt x="79121" y="73025"/>
                </a:lnTo>
                <a:lnTo>
                  <a:pt x="72644" y="74422"/>
                </a:lnTo>
                <a:lnTo>
                  <a:pt x="64922" y="76454"/>
                </a:lnTo>
                <a:lnTo>
                  <a:pt x="64643" y="76454"/>
                </a:lnTo>
                <a:lnTo>
                  <a:pt x="61353" y="77635"/>
                </a:lnTo>
                <a:lnTo>
                  <a:pt x="60706" y="77851"/>
                </a:lnTo>
                <a:lnTo>
                  <a:pt x="61315" y="77635"/>
                </a:lnTo>
                <a:lnTo>
                  <a:pt x="54648" y="79260"/>
                </a:lnTo>
                <a:lnTo>
                  <a:pt x="56273" y="78968"/>
                </a:lnTo>
                <a:lnTo>
                  <a:pt x="49911" y="80137"/>
                </a:lnTo>
                <a:lnTo>
                  <a:pt x="49022" y="80391"/>
                </a:lnTo>
                <a:lnTo>
                  <a:pt x="42151" y="82677"/>
                </a:lnTo>
                <a:lnTo>
                  <a:pt x="40005" y="83312"/>
                </a:lnTo>
                <a:lnTo>
                  <a:pt x="38481" y="85344"/>
                </a:lnTo>
                <a:lnTo>
                  <a:pt x="38354" y="89916"/>
                </a:lnTo>
                <a:lnTo>
                  <a:pt x="39878" y="92075"/>
                </a:lnTo>
                <a:lnTo>
                  <a:pt x="48768" y="95250"/>
                </a:lnTo>
                <a:lnTo>
                  <a:pt x="50190" y="95631"/>
                </a:lnTo>
                <a:lnTo>
                  <a:pt x="49263" y="95631"/>
                </a:lnTo>
                <a:lnTo>
                  <a:pt x="50660" y="95770"/>
                </a:lnTo>
                <a:lnTo>
                  <a:pt x="52057" y="95885"/>
                </a:lnTo>
                <a:lnTo>
                  <a:pt x="57658" y="96393"/>
                </a:lnTo>
                <a:lnTo>
                  <a:pt x="58293" y="96393"/>
                </a:lnTo>
                <a:lnTo>
                  <a:pt x="68694" y="96647"/>
                </a:lnTo>
                <a:lnTo>
                  <a:pt x="75819" y="96139"/>
                </a:lnTo>
                <a:lnTo>
                  <a:pt x="82169" y="95885"/>
                </a:lnTo>
                <a:lnTo>
                  <a:pt x="87884" y="95631"/>
                </a:lnTo>
                <a:lnTo>
                  <a:pt x="88138" y="95631"/>
                </a:lnTo>
                <a:lnTo>
                  <a:pt x="102362" y="94615"/>
                </a:lnTo>
                <a:lnTo>
                  <a:pt x="102616" y="94615"/>
                </a:lnTo>
                <a:lnTo>
                  <a:pt x="109220" y="93980"/>
                </a:lnTo>
                <a:lnTo>
                  <a:pt x="115824" y="93218"/>
                </a:lnTo>
                <a:lnTo>
                  <a:pt x="122428" y="92583"/>
                </a:lnTo>
                <a:lnTo>
                  <a:pt x="121920" y="92583"/>
                </a:lnTo>
                <a:lnTo>
                  <a:pt x="126111" y="92329"/>
                </a:lnTo>
                <a:lnTo>
                  <a:pt x="125730" y="92329"/>
                </a:lnTo>
                <a:lnTo>
                  <a:pt x="132588" y="91567"/>
                </a:lnTo>
                <a:lnTo>
                  <a:pt x="163296" y="80391"/>
                </a:lnTo>
                <a:lnTo>
                  <a:pt x="163830" y="79768"/>
                </a:lnTo>
                <a:lnTo>
                  <a:pt x="164871" y="78968"/>
                </a:lnTo>
                <a:lnTo>
                  <a:pt x="166293" y="77851"/>
                </a:lnTo>
                <a:lnTo>
                  <a:pt x="167767" y="76708"/>
                </a:lnTo>
                <a:lnTo>
                  <a:pt x="168656" y="75946"/>
                </a:lnTo>
                <a:lnTo>
                  <a:pt x="169722" y="74803"/>
                </a:lnTo>
                <a:lnTo>
                  <a:pt x="170078" y="74422"/>
                </a:lnTo>
                <a:lnTo>
                  <a:pt x="169418" y="74803"/>
                </a:lnTo>
                <a:lnTo>
                  <a:pt x="170065" y="74422"/>
                </a:lnTo>
                <a:lnTo>
                  <a:pt x="170561" y="73914"/>
                </a:lnTo>
                <a:lnTo>
                  <a:pt x="170078" y="74422"/>
                </a:lnTo>
                <a:lnTo>
                  <a:pt x="170942" y="73914"/>
                </a:lnTo>
                <a:lnTo>
                  <a:pt x="174244" y="72009"/>
                </a:lnTo>
                <a:lnTo>
                  <a:pt x="175895" y="71120"/>
                </a:lnTo>
                <a:lnTo>
                  <a:pt x="176530" y="69215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0901" y="4399026"/>
            <a:ext cx="212090" cy="368300"/>
          </a:xfrm>
          <a:custGeom>
            <a:avLst/>
            <a:gdLst/>
            <a:ahLst/>
            <a:cxnLst/>
            <a:rect l="l" t="t" r="r" b="b"/>
            <a:pathLst>
              <a:path w="212090" h="368300">
                <a:moveTo>
                  <a:pt x="39344" y="335280"/>
                </a:moveTo>
                <a:lnTo>
                  <a:pt x="39014" y="334975"/>
                </a:lnTo>
                <a:lnTo>
                  <a:pt x="38506" y="334543"/>
                </a:lnTo>
                <a:lnTo>
                  <a:pt x="38862" y="334975"/>
                </a:lnTo>
                <a:lnTo>
                  <a:pt x="39344" y="335280"/>
                </a:lnTo>
                <a:close/>
              </a:path>
              <a:path w="212090" h="368300">
                <a:moveTo>
                  <a:pt x="183756" y="10668"/>
                </a:moveTo>
                <a:lnTo>
                  <a:pt x="183667" y="10033"/>
                </a:lnTo>
                <a:lnTo>
                  <a:pt x="183553" y="9055"/>
                </a:lnTo>
                <a:lnTo>
                  <a:pt x="183464" y="8382"/>
                </a:lnTo>
                <a:lnTo>
                  <a:pt x="170980" y="0"/>
                </a:lnTo>
                <a:lnTo>
                  <a:pt x="168287" y="0"/>
                </a:lnTo>
                <a:lnTo>
                  <a:pt x="165138" y="381"/>
                </a:lnTo>
                <a:lnTo>
                  <a:pt x="165417" y="381"/>
                </a:lnTo>
                <a:lnTo>
                  <a:pt x="161353" y="1143"/>
                </a:lnTo>
                <a:lnTo>
                  <a:pt x="161531" y="1143"/>
                </a:lnTo>
                <a:lnTo>
                  <a:pt x="157187" y="1905"/>
                </a:lnTo>
                <a:lnTo>
                  <a:pt x="157378" y="1905"/>
                </a:lnTo>
                <a:lnTo>
                  <a:pt x="153162" y="2540"/>
                </a:lnTo>
                <a:lnTo>
                  <a:pt x="147078" y="3556"/>
                </a:lnTo>
                <a:lnTo>
                  <a:pt x="147497" y="3556"/>
                </a:lnTo>
                <a:lnTo>
                  <a:pt x="141871" y="4699"/>
                </a:lnTo>
                <a:lnTo>
                  <a:pt x="141427" y="4699"/>
                </a:lnTo>
                <a:lnTo>
                  <a:pt x="136347" y="5588"/>
                </a:lnTo>
                <a:lnTo>
                  <a:pt x="135801" y="5588"/>
                </a:lnTo>
                <a:lnTo>
                  <a:pt x="129324" y="6159"/>
                </a:lnTo>
                <a:lnTo>
                  <a:pt x="122542" y="6477"/>
                </a:lnTo>
                <a:lnTo>
                  <a:pt x="111417" y="6858"/>
                </a:lnTo>
                <a:lnTo>
                  <a:pt x="114947" y="6858"/>
                </a:lnTo>
                <a:lnTo>
                  <a:pt x="107048" y="7239"/>
                </a:lnTo>
                <a:lnTo>
                  <a:pt x="99072" y="7874"/>
                </a:lnTo>
                <a:lnTo>
                  <a:pt x="90436" y="8382"/>
                </a:lnTo>
                <a:lnTo>
                  <a:pt x="81356" y="9055"/>
                </a:lnTo>
                <a:lnTo>
                  <a:pt x="70548" y="9525"/>
                </a:lnTo>
                <a:lnTo>
                  <a:pt x="50253" y="9525"/>
                </a:lnTo>
                <a:lnTo>
                  <a:pt x="40208" y="10033"/>
                </a:lnTo>
                <a:lnTo>
                  <a:pt x="42367" y="10033"/>
                </a:lnTo>
                <a:lnTo>
                  <a:pt x="35585" y="10668"/>
                </a:lnTo>
                <a:lnTo>
                  <a:pt x="28155" y="11468"/>
                </a:lnTo>
                <a:lnTo>
                  <a:pt x="12382" y="12319"/>
                </a:lnTo>
                <a:lnTo>
                  <a:pt x="11874" y="12319"/>
                </a:lnTo>
                <a:lnTo>
                  <a:pt x="8712" y="12827"/>
                </a:lnTo>
                <a:lnTo>
                  <a:pt x="7683" y="12827"/>
                </a:lnTo>
                <a:lnTo>
                  <a:pt x="1879" y="13462"/>
                </a:lnTo>
                <a:lnTo>
                  <a:pt x="88" y="15494"/>
                </a:lnTo>
                <a:lnTo>
                  <a:pt x="0" y="20193"/>
                </a:lnTo>
                <a:lnTo>
                  <a:pt x="1816" y="22352"/>
                </a:lnTo>
                <a:lnTo>
                  <a:pt x="2870" y="22352"/>
                </a:lnTo>
                <a:lnTo>
                  <a:pt x="4051" y="22479"/>
                </a:lnTo>
                <a:lnTo>
                  <a:pt x="8661" y="23114"/>
                </a:lnTo>
                <a:lnTo>
                  <a:pt x="8293" y="23114"/>
                </a:lnTo>
                <a:lnTo>
                  <a:pt x="12014" y="23876"/>
                </a:lnTo>
                <a:lnTo>
                  <a:pt x="11760" y="23876"/>
                </a:lnTo>
                <a:lnTo>
                  <a:pt x="22098" y="25400"/>
                </a:lnTo>
                <a:lnTo>
                  <a:pt x="21869" y="25400"/>
                </a:lnTo>
                <a:lnTo>
                  <a:pt x="28689" y="25908"/>
                </a:lnTo>
                <a:lnTo>
                  <a:pt x="39154" y="25908"/>
                </a:lnTo>
                <a:lnTo>
                  <a:pt x="51282" y="26327"/>
                </a:lnTo>
                <a:lnTo>
                  <a:pt x="50469" y="26327"/>
                </a:lnTo>
                <a:lnTo>
                  <a:pt x="59461" y="27051"/>
                </a:lnTo>
                <a:lnTo>
                  <a:pt x="67932" y="27813"/>
                </a:lnTo>
                <a:lnTo>
                  <a:pt x="69253" y="27813"/>
                </a:lnTo>
                <a:lnTo>
                  <a:pt x="73215" y="28067"/>
                </a:lnTo>
                <a:lnTo>
                  <a:pt x="91338" y="28067"/>
                </a:lnTo>
                <a:lnTo>
                  <a:pt x="99949" y="27813"/>
                </a:lnTo>
                <a:lnTo>
                  <a:pt x="127736" y="27813"/>
                </a:lnTo>
                <a:lnTo>
                  <a:pt x="138811" y="27051"/>
                </a:lnTo>
                <a:lnTo>
                  <a:pt x="139763" y="27051"/>
                </a:lnTo>
                <a:lnTo>
                  <a:pt x="144576" y="26327"/>
                </a:lnTo>
                <a:lnTo>
                  <a:pt x="145211" y="26327"/>
                </a:lnTo>
                <a:lnTo>
                  <a:pt x="151638" y="25019"/>
                </a:lnTo>
                <a:lnTo>
                  <a:pt x="152184" y="25019"/>
                </a:lnTo>
                <a:lnTo>
                  <a:pt x="156705" y="24257"/>
                </a:lnTo>
                <a:lnTo>
                  <a:pt x="156946" y="24257"/>
                </a:lnTo>
                <a:lnTo>
                  <a:pt x="161137" y="23368"/>
                </a:lnTo>
                <a:lnTo>
                  <a:pt x="161632" y="23368"/>
                </a:lnTo>
                <a:lnTo>
                  <a:pt x="165938" y="22352"/>
                </a:lnTo>
                <a:lnTo>
                  <a:pt x="170408" y="21082"/>
                </a:lnTo>
                <a:lnTo>
                  <a:pt x="170992" y="20828"/>
                </a:lnTo>
                <a:lnTo>
                  <a:pt x="172986" y="20193"/>
                </a:lnTo>
                <a:lnTo>
                  <a:pt x="174815" y="19304"/>
                </a:lnTo>
                <a:lnTo>
                  <a:pt x="177253" y="17907"/>
                </a:lnTo>
                <a:lnTo>
                  <a:pt x="179019" y="16637"/>
                </a:lnTo>
                <a:lnTo>
                  <a:pt x="181330" y="14351"/>
                </a:lnTo>
                <a:lnTo>
                  <a:pt x="182956" y="12827"/>
                </a:lnTo>
                <a:lnTo>
                  <a:pt x="183756" y="10668"/>
                </a:lnTo>
                <a:close/>
              </a:path>
              <a:path w="212090" h="368300">
                <a:moveTo>
                  <a:pt x="211607" y="332066"/>
                </a:moveTo>
                <a:lnTo>
                  <a:pt x="211518" y="330962"/>
                </a:lnTo>
                <a:lnTo>
                  <a:pt x="211442" y="330161"/>
                </a:lnTo>
                <a:lnTo>
                  <a:pt x="211328" y="328803"/>
                </a:lnTo>
                <a:lnTo>
                  <a:pt x="211201" y="327406"/>
                </a:lnTo>
                <a:lnTo>
                  <a:pt x="211137" y="326771"/>
                </a:lnTo>
                <a:lnTo>
                  <a:pt x="211074" y="325882"/>
                </a:lnTo>
                <a:lnTo>
                  <a:pt x="210947" y="324485"/>
                </a:lnTo>
                <a:lnTo>
                  <a:pt x="210947" y="324358"/>
                </a:lnTo>
                <a:lnTo>
                  <a:pt x="208749" y="320802"/>
                </a:lnTo>
                <a:lnTo>
                  <a:pt x="204343" y="318135"/>
                </a:lnTo>
                <a:lnTo>
                  <a:pt x="201764" y="316611"/>
                </a:lnTo>
                <a:lnTo>
                  <a:pt x="202095" y="316611"/>
                </a:lnTo>
                <a:lnTo>
                  <a:pt x="201549" y="316484"/>
                </a:lnTo>
                <a:lnTo>
                  <a:pt x="201015" y="316357"/>
                </a:lnTo>
                <a:lnTo>
                  <a:pt x="198297" y="315722"/>
                </a:lnTo>
                <a:lnTo>
                  <a:pt x="195072" y="316103"/>
                </a:lnTo>
                <a:lnTo>
                  <a:pt x="192125" y="316496"/>
                </a:lnTo>
                <a:lnTo>
                  <a:pt x="191173" y="316611"/>
                </a:lnTo>
                <a:lnTo>
                  <a:pt x="190855" y="316611"/>
                </a:lnTo>
                <a:lnTo>
                  <a:pt x="187642" y="317373"/>
                </a:lnTo>
                <a:lnTo>
                  <a:pt x="187464" y="317373"/>
                </a:lnTo>
                <a:lnTo>
                  <a:pt x="184708" y="318008"/>
                </a:lnTo>
                <a:lnTo>
                  <a:pt x="184353" y="318008"/>
                </a:lnTo>
                <a:lnTo>
                  <a:pt x="180721" y="319024"/>
                </a:lnTo>
                <a:lnTo>
                  <a:pt x="177330" y="319913"/>
                </a:lnTo>
                <a:lnTo>
                  <a:pt x="172529" y="321056"/>
                </a:lnTo>
                <a:lnTo>
                  <a:pt x="172897" y="321056"/>
                </a:lnTo>
                <a:lnTo>
                  <a:pt x="156997" y="324485"/>
                </a:lnTo>
                <a:lnTo>
                  <a:pt x="157124" y="324485"/>
                </a:lnTo>
                <a:lnTo>
                  <a:pt x="142328" y="327406"/>
                </a:lnTo>
                <a:lnTo>
                  <a:pt x="135750" y="328803"/>
                </a:lnTo>
                <a:lnTo>
                  <a:pt x="118872" y="332066"/>
                </a:lnTo>
                <a:lnTo>
                  <a:pt x="124561" y="330962"/>
                </a:lnTo>
                <a:lnTo>
                  <a:pt x="109016" y="333756"/>
                </a:lnTo>
                <a:lnTo>
                  <a:pt x="101371" y="334975"/>
                </a:lnTo>
                <a:lnTo>
                  <a:pt x="101600" y="334975"/>
                </a:lnTo>
                <a:lnTo>
                  <a:pt x="97383" y="335597"/>
                </a:lnTo>
                <a:lnTo>
                  <a:pt x="83972" y="337223"/>
                </a:lnTo>
                <a:lnTo>
                  <a:pt x="76479" y="337947"/>
                </a:lnTo>
                <a:lnTo>
                  <a:pt x="76098" y="337947"/>
                </a:lnTo>
                <a:lnTo>
                  <a:pt x="72275" y="338201"/>
                </a:lnTo>
                <a:lnTo>
                  <a:pt x="72720" y="338201"/>
                </a:lnTo>
                <a:lnTo>
                  <a:pt x="62649" y="338709"/>
                </a:lnTo>
                <a:lnTo>
                  <a:pt x="52895" y="338709"/>
                </a:lnTo>
                <a:lnTo>
                  <a:pt x="47510" y="338201"/>
                </a:lnTo>
                <a:lnTo>
                  <a:pt x="50101" y="338709"/>
                </a:lnTo>
                <a:lnTo>
                  <a:pt x="46126" y="337947"/>
                </a:lnTo>
                <a:lnTo>
                  <a:pt x="45783" y="337947"/>
                </a:lnTo>
                <a:lnTo>
                  <a:pt x="45148" y="337769"/>
                </a:lnTo>
                <a:lnTo>
                  <a:pt x="44500" y="337566"/>
                </a:lnTo>
                <a:lnTo>
                  <a:pt x="43357" y="337223"/>
                </a:lnTo>
                <a:lnTo>
                  <a:pt x="42811" y="337058"/>
                </a:lnTo>
                <a:lnTo>
                  <a:pt x="43014" y="337185"/>
                </a:lnTo>
                <a:lnTo>
                  <a:pt x="42722" y="337058"/>
                </a:lnTo>
                <a:lnTo>
                  <a:pt x="42075" y="336854"/>
                </a:lnTo>
                <a:lnTo>
                  <a:pt x="42075" y="337058"/>
                </a:lnTo>
                <a:lnTo>
                  <a:pt x="41706" y="336854"/>
                </a:lnTo>
                <a:lnTo>
                  <a:pt x="42075" y="337058"/>
                </a:lnTo>
                <a:lnTo>
                  <a:pt x="42075" y="336854"/>
                </a:lnTo>
                <a:lnTo>
                  <a:pt x="41186" y="336575"/>
                </a:lnTo>
                <a:lnTo>
                  <a:pt x="42811" y="337058"/>
                </a:lnTo>
                <a:lnTo>
                  <a:pt x="42037" y="336778"/>
                </a:lnTo>
                <a:lnTo>
                  <a:pt x="40855" y="336283"/>
                </a:lnTo>
                <a:lnTo>
                  <a:pt x="39814" y="335597"/>
                </a:lnTo>
                <a:lnTo>
                  <a:pt x="40373" y="336092"/>
                </a:lnTo>
                <a:lnTo>
                  <a:pt x="39954" y="335762"/>
                </a:lnTo>
                <a:lnTo>
                  <a:pt x="39954" y="335915"/>
                </a:lnTo>
                <a:lnTo>
                  <a:pt x="39217" y="335597"/>
                </a:lnTo>
                <a:lnTo>
                  <a:pt x="39395" y="335597"/>
                </a:lnTo>
                <a:lnTo>
                  <a:pt x="39954" y="335915"/>
                </a:lnTo>
                <a:lnTo>
                  <a:pt x="39954" y="335762"/>
                </a:lnTo>
                <a:lnTo>
                  <a:pt x="39751" y="335597"/>
                </a:lnTo>
                <a:lnTo>
                  <a:pt x="39281" y="335280"/>
                </a:lnTo>
                <a:lnTo>
                  <a:pt x="38862" y="334975"/>
                </a:lnTo>
                <a:lnTo>
                  <a:pt x="39141" y="335280"/>
                </a:lnTo>
                <a:lnTo>
                  <a:pt x="38823" y="334975"/>
                </a:lnTo>
                <a:lnTo>
                  <a:pt x="38150" y="334302"/>
                </a:lnTo>
                <a:lnTo>
                  <a:pt x="38214" y="334454"/>
                </a:lnTo>
                <a:lnTo>
                  <a:pt x="38087" y="334302"/>
                </a:lnTo>
                <a:lnTo>
                  <a:pt x="37909" y="334060"/>
                </a:lnTo>
                <a:lnTo>
                  <a:pt x="38214" y="334302"/>
                </a:lnTo>
                <a:lnTo>
                  <a:pt x="38087" y="334048"/>
                </a:lnTo>
                <a:lnTo>
                  <a:pt x="37833" y="333756"/>
                </a:lnTo>
                <a:lnTo>
                  <a:pt x="37325" y="332867"/>
                </a:lnTo>
                <a:lnTo>
                  <a:pt x="37020" y="332359"/>
                </a:lnTo>
                <a:lnTo>
                  <a:pt x="36842" y="332066"/>
                </a:lnTo>
                <a:lnTo>
                  <a:pt x="36880" y="332359"/>
                </a:lnTo>
                <a:lnTo>
                  <a:pt x="36423" y="331431"/>
                </a:lnTo>
                <a:lnTo>
                  <a:pt x="36322" y="331216"/>
                </a:lnTo>
                <a:lnTo>
                  <a:pt x="36207" y="330962"/>
                </a:lnTo>
                <a:lnTo>
                  <a:pt x="35928" y="330161"/>
                </a:lnTo>
                <a:lnTo>
                  <a:pt x="35623" y="329438"/>
                </a:lnTo>
                <a:lnTo>
                  <a:pt x="35534" y="328803"/>
                </a:lnTo>
                <a:lnTo>
                  <a:pt x="34937" y="326771"/>
                </a:lnTo>
                <a:lnTo>
                  <a:pt x="34493" y="324866"/>
                </a:lnTo>
                <a:lnTo>
                  <a:pt x="34366" y="324358"/>
                </a:lnTo>
                <a:lnTo>
                  <a:pt x="34315" y="324104"/>
                </a:lnTo>
                <a:lnTo>
                  <a:pt x="34048" y="322199"/>
                </a:lnTo>
                <a:lnTo>
                  <a:pt x="33858" y="321056"/>
                </a:lnTo>
                <a:lnTo>
                  <a:pt x="33820" y="320802"/>
                </a:lnTo>
                <a:lnTo>
                  <a:pt x="33693" y="320040"/>
                </a:lnTo>
                <a:lnTo>
                  <a:pt x="33566" y="319278"/>
                </a:lnTo>
                <a:lnTo>
                  <a:pt x="33528" y="319024"/>
                </a:lnTo>
                <a:lnTo>
                  <a:pt x="33401" y="318008"/>
                </a:lnTo>
                <a:lnTo>
                  <a:pt x="33324" y="317373"/>
                </a:lnTo>
                <a:lnTo>
                  <a:pt x="33197" y="316357"/>
                </a:lnTo>
                <a:lnTo>
                  <a:pt x="33121" y="315722"/>
                </a:lnTo>
                <a:lnTo>
                  <a:pt x="33032" y="315087"/>
                </a:lnTo>
                <a:lnTo>
                  <a:pt x="32981" y="314579"/>
                </a:lnTo>
                <a:lnTo>
                  <a:pt x="32677" y="310642"/>
                </a:lnTo>
                <a:lnTo>
                  <a:pt x="32626" y="310007"/>
                </a:lnTo>
                <a:lnTo>
                  <a:pt x="32080" y="298069"/>
                </a:lnTo>
                <a:lnTo>
                  <a:pt x="31597" y="290576"/>
                </a:lnTo>
                <a:lnTo>
                  <a:pt x="30467" y="274955"/>
                </a:lnTo>
                <a:lnTo>
                  <a:pt x="30048" y="267970"/>
                </a:lnTo>
                <a:lnTo>
                  <a:pt x="29972" y="259080"/>
                </a:lnTo>
                <a:lnTo>
                  <a:pt x="29883" y="242443"/>
                </a:lnTo>
                <a:lnTo>
                  <a:pt x="29743" y="233172"/>
                </a:lnTo>
                <a:lnTo>
                  <a:pt x="28727" y="194056"/>
                </a:lnTo>
                <a:lnTo>
                  <a:pt x="26568" y="151511"/>
                </a:lnTo>
                <a:lnTo>
                  <a:pt x="23939" y="119761"/>
                </a:lnTo>
                <a:lnTo>
                  <a:pt x="23126" y="108712"/>
                </a:lnTo>
                <a:lnTo>
                  <a:pt x="22567" y="99187"/>
                </a:lnTo>
                <a:lnTo>
                  <a:pt x="22047" y="89789"/>
                </a:lnTo>
                <a:lnTo>
                  <a:pt x="21450" y="81153"/>
                </a:lnTo>
                <a:lnTo>
                  <a:pt x="18719" y="54991"/>
                </a:lnTo>
                <a:lnTo>
                  <a:pt x="17894" y="47244"/>
                </a:lnTo>
                <a:lnTo>
                  <a:pt x="17640" y="44323"/>
                </a:lnTo>
                <a:lnTo>
                  <a:pt x="16573" y="36576"/>
                </a:lnTo>
                <a:lnTo>
                  <a:pt x="14884" y="34925"/>
                </a:lnTo>
                <a:lnTo>
                  <a:pt x="10604" y="34925"/>
                </a:lnTo>
                <a:lnTo>
                  <a:pt x="6527" y="50800"/>
                </a:lnTo>
                <a:lnTo>
                  <a:pt x="6616" y="60960"/>
                </a:lnTo>
                <a:lnTo>
                  <a:pt x="7404" y="80391"/>
                </a:lnTo>
                <a:lnTo>
                  <a:pt x="7670" y="89154"/>
                </a:lnTo>
                <a:lnTo>
                  <a:pt x="9753" y="140462"/>
                </a:lnTo>
                <a:lnTo>
                  <a:pt x="10261" y="150495"/>
                </a:lnTo>
                <a:lnTo>
                  <a:pt x="10731" y="161036"/>
                </a:lnTo>
                <a:lnTo>
                  <a:pt x="11112" y="172339"/>
                </a:lnTo>
                <a:lnTo>
                  <a:pt x="11557" y="193675"/>
                </a:lnTo>
                <a:lnTo>
                  <a:pt x="11671" y="242443"/>
                </a:lnTo>
                <a:lnTo>
                  <a:pt x="11518" y="250444"/>
                </a:lnTo>
                <a:lnTo>
                  <a:pt x="11226" y="259080"/>
                </a:lnTo>
                <a:lnTo>
                  <a:pt x="10960" y="267589"/>
                </a:lnTo>
                <a:lnTo>
                  <a:pt x="11023" y="283337"/>
                </a:lnTo>
                <a:lnTo>
                  <a:pt x="11125" y="289814"/>
                </a:lnTo>
                <a:lnTo>
                  <a:pt x="11188" y="298069"/>
                </a:lnTo>
                <a:lnTo>
                  <a:pt x="10947" y="310007"/>
                </a:lnTo>
                <a:lnTo>
                  <a:pt x="11010" y="320040"/>
                </a:lnTo>
                <a:lnTo>
                  <a:pt x="11137" y="322199"/>
                </a:lnTo>
                <a:lnTo>
                  <a:pt x="11290" y="324104"/>
                </a:lnTo>
                <a:lnTo>
                  <a:pt x="11315" y="324358"/>
                </a:lnTo>
                <a:lnTo>
                  <a:pt x="11442" y="325882"/>
                </a:lnTo>
                <a:lnTo>
                  <a:pt x="11518" y="326771"/>
                </a:lnTo>
                <a:lnTo>
                  <a:pt x="11595" y="327660"/>
                </a:lnTo>
                <a:lnTo>
                  <a:pt x="11696" y="328803"/>
                </a:lnTo>
                <a:lnTo>
                  <a:pt x="12509" y="334975"/>
                </a:lnTo>
                <a:lnTo>
                  <a:pt x="12611" y="335597"/>
                </a:lnTo>
                <a:lnTo>
                  <a:pt x="37807" y="364998"/>
                </a:lnTo>
                <a:lnTo>
                  <a:pt x="56413" y="368046"/>
                </a:lnTo>
                <a:lnTo>
                  <a:pt x="80124" y="368046"/>
                </a:lnTo>
                <a:lnTo>
                  <a:pt x="88049" y="367538"/>
                </a:lnTo>
                <a:lnTo>
                  <a:pt x="88506" y="367538"/>
                </a:lnTo>
                <a:lnTo>
                  <a:pt x="97942" y="366649"/>
                </a:lnTo>
                <a:lnTo>
                  <a:pt x="98285" y="366649"/>
                </a:lnTo>
                <a:lnTo>
                  <a:pt x="106895" y="365633"/>
                </a:lnTo>
                <a:lnTo>
                  <a:pt x="107124" y="365633"/>
                </a:lnTo>
                <a:lnTo>
                  <a:pt x="114338" y="364744"/>
                </a:lnTo>
                <a:lnTo>
                  <a:pt x="113817" y="364744"/>
                </a:lnTo>
                <a:lnTo>
                  <a:pt x="123926" y="363220"/>
                </a:lnTo>
                <a:lnTo>
                  <a:pt x="124104" y="363220"/>
                </a:lnTo>
                <a:lnTo>
                  <a:pt x="132156" y="361950"/>
                </a:lnTo>
                <a:lnTo>
                  <a:pt x="141605" y="360299"/>
                </a:lnTo>
                <a:lnTo>
                  <a:pt x="148856" y="359156"/>
                </a:lnTo>
                <a:lnTo>
                  <a:pt x="156197" y="357886"/>
                </a:lnTo>
                <a:lnTo>
                  <a:pt x="163334" y="356489"/>
                </a:lnTo>
                <a:lnTo>
                  <a:pt x="168744" y="355600"/>
                </a:lnTo>
                <a:lnTo>
                  <a:pt x="174269" y="354457"/>
                </a:lnTo>
                <a:lnTo>
                  <a:pt x="179603" y="353441"/>
                </a:lnTo>
                <a:lnTo>
                  <a:pt x="184962" y="352298"/>
                </a:lnTo>
                <a:lnTo>
                  <a:pt x="185737" y="352044"/>
                </a:lnTo>
                <a:lnTo>
                  <a:pt x="189585" y="350901"/>
                </a:lnTo>
                <a:lnTo>
                  <a:pt x="189903" y="350901"/>
                </a:lnTo>
                <a:lnTo>
                  <a:pt x="193840" y="349504"/>
                </a:lnTo>
                <a:lnTo>
                  <a:pt x="207365" y="340868"/>
                </a:lnTo>
                <a:lnTo>
                  <a:pt x="209423" y="338709"/>
                </a:lnTo>
                <a:lnTo>
                  <a:pt x="210159" y="337947"/>
                </a:lnTo>
                <a:lnTo>
                  <a:pt x="210362" y="337566"/>
                </a:lnTo>
                <a:lnTo>
                  <a:pt x="210489" y="337223"/>
                </a:lnTo>
                <a:lnTo>
                  <a:pt x="210540" y="337058"/>
                </a:lnTo>
                <a:lnTo>
                  <a:pt x="210642" y="336778"/>
                </a:lnTo>
                <a:lnTo>
                  <a:pt x="210718" y="336575"/>
                </a:lnTo>
                <a:lnTo>
                  <a:pt x="210820" y="336283"/>
                </a:lnTo>
                <a:lnTo>
                  <a:pt x="211416" y="334543"/>
                </a:lnTo>
                <a:lnTo>
                  <a:pt x="211505" y="334302"/>
                </a:lnTo>
                <a:lnTo>
                  <a:pt x="211607" y="332066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82701" y="4494784"/>
            <a:ext cx="214312" cy="19558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36993" y="4594986"/>
            <a:ext cx="66941" cy="15113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73086" y="4469384"/>
            <a:ext cx="227012" cy="240030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1433715" y="4658867"/>
            <a:ext cx="50800" cy="140970"/>
          </a:xfrm>
          <a:custGeom>
            <a:avLst/>
            <a:gdLst/>
            <a:ahLst/>
            <a:cxnLst/>
            <a:rect l="l" t="t" r="r" b="b"/>
            <a:pathLst>
              <a:path w="50800" h="140970">
                <a:moveTo>
                  <a:pt x="41581" y="117347"/>
                </a:moveTo>
                <a:lnTo>
                  <a:pt x="11036" y="117347"/>
                </a:lnTo>
                <a:lnTo>
                  <a:pt x="10710" y="118109"/>
                </a:lnTo>
                <a:lnTo>
                  <a:pt x="10545" y="118363"/>
                </a:lnTo>
                <a:lnTo>
                  <a:pt x="10229" y="119252"/>
                </a:lnTo>
                <a:lnTo>
                  <a:pt x="10020" y="119252"/>
                </a:lnTo>
                <a:lnTo>
                  <a:pt x="6718" y="125221"/>
                </a:lnTo>
                <a:lnTo>
                  <a:pt x="8369" y="132714"/>
                </a:lnTo>
                <a:lnTo>
                  <a:pt x="13957" y="136778"/>
                </a:lnTo>
                <a:lnTo>
                  <a:pt x="19418" y="140969"/>
                </a:lnTo>
                <a:lnTo>
                  <a:pt x="38849" y="124078"/>
                </a:lnTo>
                <a:lnTo>
                  <a:pt x="38976" y="123824"/>
                </a:lnTo>
                <a:lnTo>
                  <a:pt x="40805" y="119252"/>
                </a:lnTo>
                <a:lnTo>
                  <a:pt x="10220" y="119252"/>
                </a:lnTo>
                <a:lnTo>
                  <a:pt x="10601" y="118363"/>
                </a:lnTo>
                <a:lnTo>
                  <a:pt x="41161" y="118363"/>
                </a:lnTo>
                <a:lnTo>
                  <a:pt x="41581" y="117347"/>
                </a:lnTo>
                <a:close/>
              </a:path>
              <a:path w="50800" h="140970">
                <a:moveTo>
                  <a:pt x="50295" y="65023"/>
                </a:moveTo>
                <a:lnTo>
                  <a:pt x="25133" y="65023"/>
                </a:lnTo>
                <a:lnTo>
                  <a:pt x="25045" y="65912"/>
                </a:lnTo>
                <a:lnTo>
                  <a:pt x="24998" y="66293"/>
                </a:lnTo>
                <a:lnTo>
                  <a:pt x="24752" y="69595"/>
                </a:lnTo>
                <a:lnTo>
                  <a:pt x="24538" y="70776"/>
                </a:lnTo>
                <a:lnTo>
                  <a:pt x="24479" y="70992"/>
                </a:lnTo>
                <a:lnTo>
                  <a:pt x="23725" y="74858"/>
                </a:lnTo>
                <a:lnTo>
                  <a:pt x="22085" y="81533"/>
                </a:lnTo>
                <a:lnTo>
                  <a:pt x="22085" y="81660"/>
                </a:lnTo>
                <a:lnTo>
                  <a:pt x="20561" y="87756"/>
                </a:lnTo>
                <a:lnTo>
                  <a:pt x="20434" y="88137"/>
                </a:lnTo>
                <a:lnTo>
                  <a:pt x="19403" y="93090"/>
                </a:lnTo>
                <a:lnTo>
                  <a:pt x="18148" y="98170"/>
                </a:lnTo>
                <a:lnTo>
                  <a:pt x="18038" y="98558"/>
                </a:lnTo>
                <a:lnTo>
                  <a:pt x="17860" y="99059"/>
                </a:lnTo>
                <a:lnTo>
                  <a:pt x="17005" y="101853"/>
                </a:lnTo>
                <a:lnTo>
                  <a:pt x="16837" y="102302"/>
                </a:lnTo>
                <a:lnTo>
                  <a:pt x="16559" y="102869"/>
                </a:lnTo>
                <a:lnTo>
                  <a:pt x="14831" y="106806"/>
                </a:lnTo>
                <a:lnTo>
                  <a:pt x="14465" y="107568"/>
                </a:lnTo>
                <a:lnTo>
                  <a:pt x="12400" y="113156"/>
                </a:lnTo>
                <a:lnTo>
                  <a:pt x="10636" y="118109"/>
                </a:lnTo>
                <a:lnTo>
                  <a:pt x="11036" y="117347"/>
                </a:lnTo>
                <a:lnTo>
                  <a:pt x="41581" y="117347"/>
                </a:lnTo>
                <a:lnTo>
                  <a:pt x="43310" y="113410"/>
                </a:lnTo>
                <a:lnTo>
                  <a:pt x="43421" y="113156"/>
                </a:lnTo>
                <a:lnTo>
                  <a:pt x="43929" y="111505"/>
                </a:lnTo>
                <a:lnTo>
                  <a:pt x="45371" y="107060"/>
                </a:lnTo>
                <a:lnTo>
                  <a:pt x="45453" y="106806"/>
                </a:lnTo>
                <a:lnTo>
                  <a:pt x="46977" y="99313"/>
                </a:lnTo>
                <a:lnTo>
                  <a:pt x="47703" y="94233"/>
                </a:lnTo>
                <a:lnTo>
                  <a:pt x="48882" y="86867"/>
                </a:lnTo>
                <a:lnTo>
                  <a:pt x="49898" y="80136"/>
                </a:lnTo>
                <a:lnTo>
                  <a:pt x="50025" y="79120"/>
                </a:lnTo>
                <a:lnTo>
                  <a:pt x="50533" y="73151"/>
                </a:lnTo>
                <a:lnTo>
                  <a:pt x="50415" y="66293"/>
                </a:lnTo>
                <a:lnTo>
                  <a:pt x="50295" y="65023"/>
                </a:lnTo>
                <a:close/>
              </a:path>
              <a:path w="50800" h="140970">
                <a:moveTo>
                  <a:pt x="35566" y="22224"/>
                </a:moveTo>
                <a:lnTo>
                  <a:pt x="12941" y="22224"/>
                </a:lnTo>
                <a:lnTo>
                  <a:pt x="16252" y="27389"/>
                </a:lnTo>
                <a:lnTo>
                  <a:pt x="18805" y="32173"/>
                </a:lnTo>
                <a:lnTo>
                  <a:pt x="18981" y="32638"/>
                </a:lnTo>
                <a:lnTo>
                  <a:pt x="21196" y="37845"/>
                </a:lnTo>
                <a:lnTo>
                  <a:pt x="22720" y="42418"/>
                </a:lnTo>
                <a:lnTo>
                  <a:pt x="25006" y="65912"/>
                </a:lnTo>
                <a:lnTo>
                  <a:pt x="25133" y="65023"/>
                </a:lnTo>
                <a:lnTo>
                  <a:pt x="50295" y="65023"/>
                </a:lnTo>
                <a:lnTo>
                  <a:pt x="49517" y="57403"/>
                </a:lnTo>
                <a:lnTo>
                  <a:pt x="40246" y="29717"/>
                </a:lnTo>
                <a:lnTo>
                  <a:pt x="39992" y="29209"/>
                </a:lnTo>
                <a:lnTo>
                  <a:pt x="35928" y="22732"/>
                </a:lnTo>
                <a:lnTo>
                  <a:pt x="35566" y="22224"/>
                </a:lnTo>
                <a:close/>
              </a:path>
              <a:path w="50800" h="140970">
                <a:moveTo>
                  <a:pt x="5067" y="0"/>
                </a:moveTo>
                <a:lnTo>
                  <a:pt x="2527" y="888"/>
                </a:lnTo>
                <a:lnTo>
                  <a:pt x="1257" y="2920"/>
                </a:lnTo>
                <a:lnTo>
                  <a:pt x="0" y="5206"/>
                </a:lnTo>
                <a:lnTo>
                  <a:pt x="241" y="7746"/>
                </a:lnTo>
                <a:lnTo>
                  <a:pt x="2019" y="9397"/>
                </a:lnTo>
                <a:lnTo>
                  <a:pt x="3963" y="11429"/>
                </a:lnTo>
                <a:lnTo>
                  <a:pt x="4686" y="12064"/>
                </a:lnTo>
                <a:lnTo>
                  <a:pt x="7753" y="15350"/>
                </a:lnTo>
                <a:lnTo>
                  <a:pt x="7835" y="15493"/>
                </a:lnTo>
                <a:lnTo>
                  <a:pt x="8641" y="16509"/>
                </a:lnTo>
                <a:lnTo>
                  <a:pt x="10401" y="18795"/>
                </a:lnTo>
                <a:lnTo>
                  <a:pt x="13157" y="22732"/>
                </a:lnTo>
                <a:lnTo>
                  <a:pt x="12941" y="22224"/>
                </a:lnTo>
                <a:lnTo>
                  <a:pt x="35566" y="22224"/>
                </a:lnTo>
                <a:lnTo>
                  <a:pt x="35293" y="21843"/>
                </a:lnTo>
                <a:lnTo>
                  <a:pt x="20942" y="7746"/>
                </a:lnTo>
                <a:lnTo>
                  <a:pt x="17132" y="5206"/>
                </a:lnTo>
                <a:lnTo>
                  <a:pt x="12052" y="2539"/>
                </a:lnTo>
                <a:lnTo>
                  <a:pt x="11163" y="2158"/>
                </a:lnTo>
                <a:lnTo>
                  <a:pt x="7700" y="888"/>
                </a:lnTo>
                <a:lnTo>
                  <a:pt x="5067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84155" y="4486909"/>
            <a:ext cx="162309" cy="190500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1856739" y="4648580"/>
            <a:ext cx="63500" cy="109855"/>
          </a:xfrm>
          <a:custGeom>
            <a:avLst/>
            <a:gdLst/>
            <a:ahLst/>
            <a:cxnLst/>
            <a:rect l="l" t="t" r="r" b="b"/>
            <a:pathLst>
              <a:path w="63500" h="109854">
                <a:moveTo>
                  <a:pt x="38177" y="36870"/>
                </a:moveTo>
                <a:lnTo>
                  <a:pt x="37520" y="39116"/>
                </a:lnTo>
                <a:lnTo>
                  <a:pt x="37211" y="40513"/>
                </a:lnTo>
                <a:lnTo>
                  <a:pt x="36889" y="41397"/>
                </a:lnTo>
                <a:lnTo>
                  <a:pt x="36645" y="41910"/>
                </a:lnTo>
                <a:lnTo>
                  <a:pt x="35560" y="44704"/>
                </a:lnTo>
                <a:lnTo>
                  <a:pt x="35389" y="45088"/>
                </a:lnTo>
                <a:lnTo>
                  <a:pt x="34962" y="45847"/>
                </a:lnTo>
                <a:lnTo>
                  <a:pt x="32406" y="50736"/>
                </a:lnTo>
                <a:lnTo>
                  <a:pt x="30349" y="54102"/>
                </a:lnTo>
                <a:lnTo>
                  <a:pt x="30099" y="54610"/>
                </a:lnTo>
                <a:lnTo>
                  <a:pt x="22733" y="65532"/>
                </a:lnTo>
                <a:lnTo>
                  <a:pt x="19177" y="70612"/>
                </a:lnTo>
                <a:lnTo>
                  <a:pt x="18923" y="70866"/>
                </a:lnTo>
                <a:lnTo>
                  <a:pt x="15862" y="75692"/>
                </a:lnTo>
                <a:lnTo>
                  <a:pt x="15493" y="76200"/>
                </a:lnTo>
                <a:lnTo>
                  <a:pt x="12318" y="81153"/>
                </a:lnTo>
                <a:lnTo>
                  <a:pt x="11811" y="81915"/>
                </a:lnTo>
                <a:lnTo>
                  <a:pt x="9271" y="86360"/>
                </a:lnTo>
                <a:lnTo>
                  <a:pt x="6443" y="92164"/>
                </a:lnTo>
                <a:lnTo>
                  <a:pt x="4191" y="96012"/>
                </a:lnTo>
                <a:lnTo>
                  <a:pt x="3320" y="98044"/>
                </a:lnTo>
                <a:lnTo>
                  <a:pt x="3175" y="98298"/>
                </a:lnTo>
                <a:lnTo>
                  <a:pt x="2032" y="100584"/>
                </a:lnTo>
                <a:lnTo>
                  <a:pt x="692" y="102870"/>
                </a:lnTo>
                <a:lnTo>
                  <a:pt x="0" y="104140"/>
                </a:lnTo>
                <a:lnTo>
                  <a:pt x="0" y="105791"/>
                </a:lnTo>
                <a:lnTo>
                  <a:pt x="762" y="107188"/>
                </a:lnTo>
                <a:lnTo>
                  <a:pt x="1524" y="108458"/>
                </a:lnTo>
                <a:lnTo>
                  <a:pt x="3048" y="109347"/>
                </a:lnTo>
                <a:lnTo>
                  <a:pt x="7366" y="109347"/>
                </a:lnTo>
                <a:lnTo>
                  <a:pt x="10160" y="109093"/>
                </a:lnTo>
                <a:lnTo>
                  <a:pt x="10414" y="109093"/>
                </a:lnTo>
                <a:lnTo>
                  <a:pt x="42799" y="88011"/>
                </a:lnTo>
                <a:lnTo>
                  <a:pt x="43053" y="87630"/>
                </a:lnTo>
                <a:lnTo>
                  <a:pt x="47243" y="81915"/>
                </a:lnTo>
                <a:lnTo>
                  <a:pt x="62611" y="46609"/>
                </a:lnTo>
                <a:lnTo>
                  <a:pt x="63058" y="41910"/>
                </a:lnTo>
                <a:lnTo>
                  <a:pt x="63034" y="38100"/>
                </a:lnTo>
                <a:lnTo>
                  <a:pt x="37973" y="38100"/>
                </a:lnTo>
                <a:lnTo>
                  <a:pt x="38177" y="36870"/>
                </a:lnTo>
                <a:close/>
              </a:path>
              <a:path w="63500" h="109854">
                <a:moveTo>
                  <a:pt x="62581" y="33528"/>
                </a:moveTo>
                <a:lnTo>
                  <a:pt x="38735" y="33528"/>
                </a:lnTo>
                <a:lnTo>
                  <a:pt x="38227" y="36703"/>
                </a:lnTo>
                <a:lnTo>
                  <a:pt x="37973" y="38100"/>
                </a:lnTo>
                <a:lnTo>
                  <a:pt x="63034" y="38100"/>
                </a:lnTo>
                <a:lnTo>
                  <a:pt x="62748" y="34671"/>
                </a:lnTo>
                <a:lnTo>
                  <a:pt x="62581" y="33528"/>
                </a:lnTo>
                <a:close/>
              </a:path>
              <a:path w="63500" h="109854">
                <a:moveTo>
                  <a:pt x="38884" y="28702"/>
                </a:moveTo>
                <a:lnTo>
                  <a:pt x="38783" y="31242"/>
                </a:lnTo>
                <a:lnTo>
                  <a:pt x="38637" y="32893"/>
                </a:lnTo>
                <a:lnTo>
                  <a:pt x="38581" y="33528"/>
                </a:lnTo>
                <a:lnTo>
                  <a:pt x="38481" y="34671"/>
                </a:lnTo>
                <a:lnTo>
                  <a:pt x="38735" y="33528"/>
                </a:lnTo>
                <a:lnTo>
                  <a:pt x="62581" y="33528"/>
                </a:lnTo>
                <a:lnTo>
                  <a:pt x="62484" y="32893"/>
                </a:lnTo>
                <a:lnTo>
                  <a:pt x="61702" y="29210"/>
                </a:lnTo>
                <a:lnTo>
                  <a:pt x="38989" y="29210"/>
                </a:lnTo>
                <a:lnTo>
                  <a:pt x="38884" y="28702"/>
                </a:lnTo>
                <a:close/>
              </a:path>
              <a:path w="63500" h="109854">
                <a:moveTo>
                  <a:pt x="61129" y="27305"/>
                </a:moveTo>
                <a:lnTo>
                  <a:pt x="38735" y="27305"/>
                </a:lnTo>
                <a:lnTo>
                  <a:pt x="38840" y="28096"/>
                </a:lnTo>
                <a:lnTo>
                  <a:pt x="38921" y="28702"/>
                </a:lnTo>
                <a:lnTo>
                  <a:pt x="38989" y="29210"/>
                </a:lnTo>
                <a:lnTo>
                  <a:pt x="61702" y="29210"/>
                </a:lnTo>
                <a:lnTo>
                  <a:pt x="61595" y="28702"/>
                </a:lnTo>
                <a:lnTo>
                  <a:pt x="61129" y="27305"/>
                </a:lnTo>
                <a:close/>
              </a:path>
              <a:path w="63500" h="109854">
                <a:moveTo>
                  <a:pt x="54053" y="13589"/>
                </a:moveTo>
                <a:lnTo>
                  <a:pt x="32004" y="13589"/>
                </a:lnTo>
                <a:lnTo>
                  <a:pt x="32626" y="14478"/>
                </a:lnTo>
                <a:lnTo>
                  <a:pt x="33655" y="15875"/>
                </a:lnTo>
                <a:lnTo>
                  <a:pt x="34947" y="17780"/>
                </a:lnTo>
                <a:lnTo>
                  <a:pt x="35433" y="18415"/>
                </a:lnTo>
                <a:lnTo>
                  <a:pt x="36068" y="19431"/>
                </a:lnTo>
                <a:lnTo>
                  <a:pt x="35925" y="19431"/>
                </a:lnTo>
                <a:lnTo>
                  <a:pt x="36957" y="21463"/>
                </a:lnTo>
                <a:lnTo>
                  <a:pt x="37352" y="22352"/>
                </a:lnTo>
                <a:lnTo>
                  <a:pt x="37465" y="22606"/>
                </a:lnTo>
                <a:lnTo>
                  <a:pt x="37325" y="22606"/>
                </a:lnTo>
                <a:lnTo>
                  <a:pt x="37612" y="23495"/>
                </a:lnTo>
                <a:lnTo>
                  <a:pt x="37973" y="24257"/>
                </a:lnTo>
                <a:lnTo>
                  <a:pt x="38190" y="25233"/>
                </a:lnTo>
                <a:lnTo>
                  <a:pt x="38207" y="25400"/>
                </a:lnTo>
                <a:lnTo>
                  <a:pt x="38760" y="28096"/>
                </a:lnTo>
                <a:lnTo>
                  <a:pt x="38735" y="27305"/>
                </a:lnTo>
                <a:lnTo>
                  <a:pt x="61129" y="27305"/>
                </a:lnTo>
                <a:lnTo>
                  <a:pt x="59690" y="23495"/>
                </a:lnTo>
                <a:lnTo>
                  <a:pt x="59393" y="22606"/>
                </a:lnTo>
                <a:lnTo>
                  <a:pt x="37465" y="22606"/>
                </a:lnTo>
                <a:lnTo>
                  <a:pt x="37341" y="22352"/>
                </a:lnTo>
                <a:lnTo>
                  <a:pt x="59309" y="22352"/>
                </a:lnTo>
                <a:lnTo>
                  <a:pt x="57848" y="19431"/>
                </a:lnTo>
                <a:lnTo>
                  <a:pt x="36068" y="19431"/>
                </a:lnTo>
                <a:lnTo>
                  <a:pt x="35569" y="18695"/>
                </a:lnTo>
                <a:lnTo>
                  <a:pt x="57480" y="18695"/>
                </a:lnTo>
                <a:lnTo>
                  <a:pt x="57023" y="17780"/>
                </a:lnTo>
                <a:lnTo>
                  <a:pt x="56007" y="16129"/>
                </a:lnTo>
                <a:lnTo>
                  <a:pt x="54053" y="13589"/>
                </a:lnTo>
                <a:close/>
              </a:path>
              <a:path w="63500" h="109854">
                <a:moveTo>
                  <a:pt x="33147" y="0"/>
                </a:moveTo>
                <a:lnTo>
                  <a:pt x="29972" y="889"/>
                </a:lnTo>
                <a:lnTo>
                  <a:pt x="28448" y="3302"/>
                </a:lnTo>
                <a:lnTo>
                  <a:pt x="26797" y="5715"/>
                </a:lnTo>
                <a:lnTo>
                  <a:pt x="26939" y="7493"/>
                </a:lnTo>
                <a:lnTo>
                  <a:pt x="27051" y="8890"/>
                </a:lnTo>
                <a:lnTo>
                  <a:pt x="32639" y="14478"/>
                </a:lnTo>
                <a:lnTo>
                  <a:pt x="32004" y="13589"/>
                </a:lnTo>
                <a:lnTo>
                  <a:pt x="54053" y="13589"/>
                </a:lnTo>
                <a:lnTo>
                  <a:pt x="40456" y="3302"/>
                </a:lnTo>
                <a:lnTo>
                  <a:pt x="40671" y="3302"/>
                </a:lnTo>
                <a:lnTo>
                  <a:pt x="35814" y="1143"/>
                </a:lnTo>
                <a:lnTo>
                  <a:pt x="33147" y="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070735" y="4439030"/>
            <a:ext cx="169037" cy="21208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305557" y="4619878"/>
            <a:ext cx="91020" cy="14211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554732" y="4429886"/>
            <a:ext cx="180975" cy="26923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828544" y="4648453"/>
            <a:ext cx="105156" cy="16294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127120" y="4470780"/>
            <a:ext cx="198960" cy="23266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448684" y="4663821"/>
            <a:ext cx="96138" cy="13906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687490" y="4353052"/>
            <a:ext cx="442358" cy="46736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377063" y="4519676"/>
            <a:ext cx="1066412" cy="18541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363457" y="4525009"/>
            <a:ext cx="110997" cy="20827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711952" y="5140718"/>
            <a:ext cx="696976" cy="510539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6640448" y="5320157"/>
            <a:ext cx="159385" cy="105410"/>
          </a:xfrm>
          <a:custGeom>
            <a:avLst/>
            <a:gdLst/>
            <a:ahLst/>
            <a:cxnLst/>
            <a:rect l="l" t="t" r="r" b="b"/>
            <a:pathLst>
              <a:path w="159384" h="105410">
                <a:moveTo>
                  <a:pt x="144145" y="15113"/>
                </a:moveTo>
                <a:lnTo>
                  <a:pt x="142875" y="12319"/>
                </a:lnTo>
                <a:lnTo>
                  <a:pt x="142748" y="12065"/>
                </a:lnTo>
                <a:lnTo>
                  <a:pt x="141986" y="10541"/>
                </a:lnTo>
                <a:lnTo>
                  <a:pt x="140335" y="7747"/>
                </a:lnTo>
                <a:lnTo>
                  <a:pt x="138811" y="6096"/>
                </a:lnTo>
                <a:lnTo>
                  <a:pt x="136906" y="3937"/>
                </a:lnTo>
                <a:lnTo>
                  <a:pt x="134366" y="2413"/>
                </a:lnTo>
                <a:lnTo>
                  <a:pt x="131445" y="1905"/>
                </a:lnTo>
                <a:lnTo>
                  <a:pt x="124968" y="635"/>
                </a:lnTo>
                <a:lnTo>
                  <a:pt x="115443" y="0"/>
                </a:lnTo>
                <a:lnTo>
                  <a:pt x="107442" y="0"/>
                </a:lnTo>
                <a:lnTo>
                  <a:pt x="102108" y="381"/>
                </a:lnTo>
                <a:lnTo>
                  <a:pt x="103251" y="381"/>
                </a:lnTo>
                <a:lnTo>
                  <a:pt x="98933" y="762"/>
                </a:lnTo>
                <a:lnTo>
                  <a:pt x="98425" y="889"/>
                </a:lnTo>
                <a:lnTo>
                  <a:pt x="91821" y="1778"/>
                </a:lnTo>
                <a:lnTo>
                  <a:pt x="85090" y="2794"/>
                </a:lnTo>
                <a:lnTo>
                  <a:pt x="78994" y="3556"/>
                </a:lnTo>
                <a:lnTo>
                  <a:pt x="78867" y="3683"/>
                </a:lnTo>
                <a:lnTo>
                  <a:pt x="72136" y="4699"/>
                </a:lnTo>
                <a:lnTo>
                  <a:pt x="71628" y="4699"/>
                </a:lnTo>
                <a:lnTo>
                  <a:pt x="64770" y="5969"/>
                </a:lnTo>
                <a:lnTo>
                  <a:pt x="58928" y="6985"/>
                </a:lnTo>
                <a:lnTo>
                  <a:pt x="58547" y="6985"/>
                </a:lnTo>
                <a:lnTo>
                  <a:pt x="51816" y="7747"/>
                </a:lnTo>
                <a:lnTo>
                  <a:pt x="45720" y="8509"/>
                </a:lnTo>
                <a:lnTo>
                  <a:pt x="44831" y="8636"/>
                </a:lnTo>
                <a:lnTo>
                  <a:pt x="37211" y="9906"/>
                </a:lnTo>
                <a:lnTo>
                  <a:pt x="37719" y="9906"/>
                </a:lnTo>
                <a:lnTo>
                  <a:pt x="30861" y="11176"/>
                </a:lnTo>
                <a:lnTo>
                  <a:pt x="31369" y="11176"/>
                </a:lnTo>
                <a:lnTo>
                  <a:pt x="25400" y="12065"/>
                </a:lnTo>
                <a:lnTo>
                  <a:pt x="26035" y="11938"/>
                </a:lnTo>
                <a:lnTo>
                  <a:pt x="16459" y="13081"/>
                </a:lnTo>
                <a:lnTo>
                  <a:pt x="15621" y="13081"/>
                </a:lnTo>
                <a:lnTo>
                  <a:pt x="13716" y="13843"/>
                </a:lnTo>
                <a:lnTo>
                  <a:pt x="12065" y="14859"/>
                </a:lnTo>
                <a:lnTo>
                  <a:pt x="2667" y="20828"/>
                </a:lnTo>
                <a:lnTo>
                  <a:pt x="1016" y="21844"/>
                </a:lnTo>
                <a:lnTo>
                  <a:pt x="0" y="23622"/>
                </a:lnTo>
                <a:lnTo>
                  <a:pt x="0" y="27432"/>
                </a:lnTo>
                <a:lnTo>
                  <a:pt x="762" y="28956"/>
                </a:lnTo>
                <a:lnTo>
                  <a:pt x="889" y="29210"/>
                </a:lnTo>
                <a:lnTo>
                  <a:pt x="11798" y="36449"/>
                </a:lnTo>
                <a:lnTo>
                  <a:pt x="13716" y="37846"/>
                </a:lnTo>
                <a:lnTo>
                  <a:pt x="16370" y="38735"/>
                </a:lnTo>
                <a:lnTo>
                  <a:pt x="18415" y="38735"/>
                </a:lnTo>
                <a:lnTo>
                  <a:pt x="26797" y="39116"/>
                </a:lnTo>
                <a:lnTo>
                  <a:pt x="34417" y="39116"/>
                </a:lnTo>
                <a:lnTo>
                  <a:pt x="39751" y="38735"/>
                </a:lnTo>
                <a:lnTo>
                  <a:pt x="39281" y="38735"/>
                </a:lnTo>
                <a:lnTo>
                  <a:pt x="47625" y="38265"/>
                </a:lnTo>
                <a:lnTo>
                  <a:pt x="44767" y="38265"/>
                </a:lnTo>
                <a:lnTo>
                  <a:pt x="70612" y="37846"/>
                </a:lnTo>
                <a:lnTo>
                  <a:pt x="64223" y="37846"/>
                </a:lnTo>
                <a:lnTo>
                  <a:pt x="68707" y="37465"/>
                </a:lnTo>
                <a:lnTo>
                  <a:pt x="69342" y="37338"/>
                </a:lnTo>
                <a:lnTo>
                  <a:pt x="76327" y="36576"/>
                </a:lnTo>
                <a:lnTo>
                  <a:pt x="76073" y="36576"/>
                </a:lnTo>
                <a:lnTo>
                  <a:pt x="82931" y="35941"/>
                </a:lnTo>
                <a:lnTo>
                  <a:pt x="89281" y="35179"/>
                </a:lnTo>
                <a:lnTo>
                  <a:pt x="89789" y="35179"/>
                </a:lnTo>
                <a:lnTo>
                  <a:pt x="96520" y="34163"/>
                </a:lnTo>
                <a:lnTo>
                  <a:pt x="96901" y="34163"/>
                </a:lnTo>
                <a:lnTo>
                  <a:pt x="107442" y="32334"/>
                </a:lnTo>
                <a:lnTo>
                  <a:pt x="109537" y="31965"/>
                </a:lnTo>
                <a:lnTo>
                  <a:pt x="112776" y="31496"/>
                </a:lnTo>
                <a:lnTo>
                  <a:pt x="112903" y="31369"/>
                </a:lnTo>
                <a:lnTo>
                  <a:pt x="117221" y="30734"/>
                </a:lnTo>
                <a:lnTo>
                  <a:pt x="117602" y="30607"/>
                </a:lnTo>
                <a:lnTo>
                  <a:pt x="140081" y="22098"/>
                </a:lnTo>
                <a:lnTo>
                  <a:pt x="141351" y="20828"/>
                </a:lnTo>
                <a:lnTo>
                  <a:pt x="143637" y="18415"/>
                </a:lnTo>
                <a:lnTo>
                  <a:pt x="144145" y="15113"/>
                </a:lnTo>
                <a:close/>
              </a:path>
              <a:path w="159384" h="105410">
                <a:moveTo>
                  <a:pt x="157619" y="75628"/>
                </a:moveTo>
                <a:lnTo>
                  <a:pt x="157314" y="74803"/>
                </a:lnTo>
                <a:lnTo>
                  <a:pt x="157226" y="74549"/>
                </a:lnTo>
                <a:lnTo>
                  <a:pt x="150418" y="69723"/>
                </a:lnTo>
                <a:lnTo>
                  <a:pt x="149047" y="68707"/>
                </a:lnTo>
                <a:lnTo>
                  <a:pt x="148463" y="68707"/>
                </a:lnTo>
                <a:lnTo>
                  <a:pt x="146672" y="68770"/>
                </a:lnTo>
                <a:lnTo>
                  <a:pt x="146672" y="69088"/>
                </a:lnTo>
                <a:lnTo>
                  <a:pt x="143637" y="69088"/>
                </a:lnTo>
                <a:lnTo>
                  <a:pt x="145135" y="68910"/>
                </a:lnTo>
                <a:lnTo>
                  <a:pt x="146672" y="69088"/>
                </a:lnTo>
                <a:lnTo>
                  <a:pt x="146672" y="68770"/>
                </a:lnTo>
                <a:lnTo>
                  <a:pt x="146202" y="68783"/>
                </a:lnTo>
                <a:lnTo>
                  <a:pt x="146812" y="68707"/>
                </a:lnTo>
                <a:lnTo>
                  <a:pt x="143446" y="68707"/>
                </a:lnTo>
                <a:lnTo>
                  <a:pt x="144513" y="68846"/>
                </a:lnTo>
                <a:lnTo>
                  <a:pt x="136652" y="69088"/>
                </a:lnTo>
                <a:lnTo>
                  <a:pt x="139839" y="69088"/>
                </a:lnTo>
                <a:lnTo>
                  <a:pt x="136144" y="69723"/>
                </a:lnTo>
                <a:lnTo>
                  <a:pt x="135572" y="69723"/>
                </a:lnTo>
                <a:lnTo>
                  <a:pt x="129286" y="70231"/>
                </a:lnTo>
                <a:lnTo>
                  <a:pt x="118872" y="71247"/>
                </a:lnTo>
                <a:lnTo>
                  <a:pt x="118364" y="71374"/>
                </a:lnTo>
                <a:lnTo>
                  <a:pt x="114808" y="71882"/>
                </a:lnTo>
                <a:lnTo>
                  <a:pt x="109728" y="72517"/>
                </a:lnTo>
                <a:lnTo>
                  <a:pt x="103378" y="73660"/>
                </a:lnTo>
                <a:lnTo>
                  <a:pt x="103124" y="73787"/>
                </a:lnTo>
                <a:lnTo>
                  <a:pt x="97574" y="74803"/>
                </a:lnTo>
                <a:lnTo>
                  <a:pt x="92189" y="75628"/>
                </a:lnTo>
                <a:lnTo>
                  <a:pt x="157619" y="75628"/>
                </a:lnTo>
                <a:close/>
              </a:path>
              <a:path w="159384" h="105410">
                <a:moveTo>
                  <a:pt x="159258" y="80010"/>
                </a:moveTo>
                <a:lnTo>
                  <a:pt x="157708" y="75869"/>
                </a:lnTo>
                <a:lnTo>
                  <a:pt x="91211" y="75869"/>
                </a:lnTo>
                <a:lnTo>
                  <a:pt x="90512" y="75869"/>
                </a:lnTo>
                <a:lnTo>
                  <a:pt x="84963" y="76454"/>
                </a:lnTo>
                <a:lnTo>
                  <a:pt x="78232" y="77343"/>
                </a:lnTo>
                <a:lnTo>
                  <a:pt x="77724" y="77343"/>
                </a:lnTo>
                <a:lnTo>
                  <a:pt x="71628" y="78232"/>
                </a:lnTo>
                <a:lnTo>
                  <a:pt x="71247" y="78359"/>
                </a:lnTo>
                <a:lnTo>
                  <a:pt x="65278" y="79375"/>
                </a:lnTo>
                <a:lnTo>
                  <a:pt x="65024" y="79502"/>
                </a:lnTo>
                <a:lnTo>
                  <a:pt x="53848" y="81661"/>
                </a:lnTo>
                <a:lnTo>
                  <a:pt x="49136" y="82423"/>
                </a:lnTo>
                <a:lnTo>
                  <a:pt x="47993" y="82423"/>
                </a:lnTo>
                <a:lnTo>
                  <a:pt x="43180" y="82677"/>
                </a:lnTo>
                <a:lnTo>
                  <a:pt x="42672" y="82804"/>
                </a:lnTo>
                <a:lnTo>
                  <a:pt x="39116" y="83185"/>
                </a:lnTo>
                <a:lnTo>
                  <a:pt x="36830" y="83693"/>
                </a:lnTo>
                <a:lnTo>
                  <a:pt x="27432" y="91059"/>
                </a:lnTo>
                <a:lnTo>
                  <a:pt x="27813" y="92837"/>
                </a:lnTo>
                <a:lnTo>
                  <a:pt x="50063" y="104775"/>
                </a:lnTo>
                <a:lnTo>
                  <a:pt x="50419" y="104775"/>
                </a:lnTo>
                <a:lnTo>
                  <a:pt x="55372" y="105029"/>
                </a:lnTo>
                <a:lnTo>
                  <a:pt x="56261" y="105029"/>
                </a:lnTo>
                <a:lnTo>
                  <a:pt x="62357" y="104902"/>
                </a:lnTo>
                <a:lnTo>
                  <a:pt x="65151" y="104775"/>
                </a:lnTo>
                <a:lnTo>
                  <a:pt x="64833" y="104775"/>
                </a:lnTo>
                <a:lnTo>
                  <a:pt x="73914" y="104406"/>
                </a:lnTo>
                <a:lnTo>
                  <a:pt x="86868" y="104140"/>
                </a:lnTo>
                <a:lnTo>
                  <a:pt x="94234" y="103886"/>
                </a:lnTo>
                <a:lnTo>
                  <a:pt x="94615" y="103886"/>
                </a:lnTo>
                <a:lnTo>
                  <a:pt x="101473" y="103505"/>
                </a:lnTo>
                <a:lnTo>
                  <a:pt x="102108" y="103378"/>
                </a:lnTo>
                <a:lnTo>
                  <a:pt x="107569" y="102870"/>
                </a:lnTo>
                <a:lnTo>
                  <a:pt x="111925" y="102387"/>
                </a:lnTo>
                <a:lnTo>
                  <a:pt x="117475" y="102108"/>
                </a:lnTo>
                <a:lnTo>
                  <a:pt x="121412" y="102108"/>
                </a:lnTo>
                <a:lnTo>
                  <a:pt x="129032" y="101600"/>
                </a:lnTo>
                <a:lnTo>
                  <a:pt x="130721" y="101600"/>
                </a:lnTo>
                <a:lnTo>
                  <a:pt x="140462" y="100330"/>
                </a:lnTo>
                <a:lnTo>
                  <a:pt x="144526" y="99314"/>
                </a:lnTo>
                <a:lnTo>
                  <a:pt x="148590" y="97536"/>
                </a:lnTo>
                <a:lnTo>
                  <a:pt x="153035" y="95758"/>
                </a:lnTo>
                <a:lnTo>
                  <a:pt x="156337" y="91948"/>
                </a:lnTo>
                <a:lnTo>
                  <a:pt x="159131" y="80518"/>
                </a:lnTo>
                <a:lnTo>
                  <a:pt x="159258" y="80010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8052307" y="5178933"/>
            <a:ext cx="158750" cy="25908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312277" y="5357114"/>
            <a:ext cx="76757" cy="146558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53734" y="5852324"/>
            <a:ext cx="738504" cy="55753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1129" y="2462910"/>
            <a:ext cx="3266567" cy="13792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777735" y="6196812"/>
            <a:ext cx="161671" cy="12462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7589011" y="6046584"/>
            <a:ext cx="149733" cy="234911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179436" y="4300601"/>
            <a:ext cx="694933" cy="40411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205726" y="6035179"/>
            <a:ext cx="197357" cy="27828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8337677" y="6221209"/>
            <a:ext cx="82749" cy="15943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9081769" y="4306570"/>
            <a:ext cx="557707" cy="520065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173086" y="5158232"/>
            <a:ext cx="672814" cy="41287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165596" y="797305"/>
            <a:ext cx="300143" cy="101092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8956786" y="5108727"/>
            <a:ext cx="557574" cy="49530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516873" y="4351273"/>
            <a:ext cx="511809" cy="456945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453373" y="5127625"/>
            <a:ext cx="468375" cy="44411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8982075" y="5938253"/>
            <a:ext cx="567200" cy="488175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7950625" y="4293996"/>
            <a:ext cx="314561" cy="48640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8450377" y="5917336"/>
            <a:ext cx="413646" cy="51001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902067" y="5921476"/>
            <a:ext cx="366140" cy="457847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7765795" y="4108196"/>
            <a:ext cx="635" cy="0"/>
          </a:xfrm>
          <a:custGeom>
            <a:avLst/>
            <a:gdLst/>
            <a:ahLst/>
            <a:cxnLst/>
            <a:rect l="l" t="t" r="r" b="b"/>
            <a:pathLst>
              <a:path w="634">
                <a:moveTo>
                  <a:pt x="0" y="0"/>
                </a:moveTo>
                <a:lnTo>
                  <a:pt x="0" y="0"/>
                </a:lnTo>
                <a:lnTo>
                  <a:pt x="380" y="0"/>
                </a:lnTo>
              </a:path>
            </a:pathLst>
          </a:custGeom>
          <a:ln w="24001">
            <a:solidFill>
              <a:srgbClr val="EC1C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0213690-7AFC-93A4-FC14-FB8BF727218D}"/>
              </a:ext>
            </a:extLst>
          </p:cNvPr>
          <p:cNvGrpSpPr/>
          <p:nvPr/>
        </p:nvGrpSpPr>
        <p:grpSpPr>
          <a:xfrm>
            <a:off x="6331248" y="645336"/>
            <a:ext cx="1698840" cy="289800"/>
            <a:chOff x="6331248" y="645336"/>
            <a:chExt cx="169884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DF696D-20A4-9480-BC12-2BECAAFECBA9}"/>
                    </a:ext>
                  </a:extLst>
                </p14:cNvPr>
                <p14:cNvContentPartPr/>
                <p14:nvPr/>
              </p14:nvContentPartPr>
              <p14:xfrm>
                <a:off x="6331248" y="679896"/>
                <a:ext cx="129600" cy="216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DF696D-20A4-9480-BC12-2BECAAFECBA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25128" y="673776"/>
                  <a:ext cx="141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5D0D7F-96F7-4BF2-D1CB-E3EB9BD85026}"/>
                    </a:ext>
                  </a:extLst>
                </p14:cNvPr>
                <p14:cNvContentPartPr/>
                <p14:nvPr/>
              </p14:nvContentPartPr>
              <p14:xfrm>
                <a:off x="6570288" y="785016"/>
                <a:ext cx="61920" cy="65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65D0D7F-96F7-4BF2-D1CB-E3EB9BD850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64168" y="778896"/>
                  <a:ext cx="74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6DA1C46-8EFF-1DD7-9E07-94F923D0AC71}"/>
                    </a:ext>
                  </a:extLst>
                </p14:cNvPr>
                <p14:cNvContentPartPr/>
                <p14:nvPr/>
              </p14:nvContentPartPr>
              <p14:xfrm>
                <a:off x="6651288" y="683496"/>
                <a:ext cx="176040" cy="179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6DA1C46-8EFF-1DD7-9E07-94F923D0AC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45168" y="677376"/>
                  <a:ext cx="188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863040-4C56-1E57-35AD-58F567192745}"/>
                    </a:ext>
                  </a:extLst>
                </p14:cNvPr>
                <p14:cNvContentPartPr/>
                <p14:nvPr/>
              </p14:nvContentPartPr>
              <p14:xfrm>
                <a:off x="6922368" y="755856"/>
                <a:ext cx="85320" cy="111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863040-4C56-1E57-35AD-58F56719274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16248" y="749736"/>
                  <a:ext cx="97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0CF0CC-A949-E2B5-7BE2-ED83BB5A6984}"/>
                    </a:ext>
                  </a:extLst>
                </p14:cNvPr>
                <p14:cNvContentPartPr/>
                <p14:nvPr/>
              </p14:nvContentPartPr>
              <p14:xfrm>
                <a:off x="7058448" y="713016"/>
                <a:ext cx="218880" cy="145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0CF0CC-A949-E2B5-7BE2-ED83BB5A69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52328" y="706896"/>
                  <a:ext cx="231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66F4F74-CA51-6F8A-E34E-0C8FAF65AF11}"/>
                    </a:ext>
                  </a:extLst>
                </p14:cNvPr>
                <p14:cNvContentPartPr/>
                <p14:nvPr/>
              </p14:nvContentPartPr>
              <p14:xfrm>
                <a:off x="7356528" y="755856"/>
                <a:ext cx="202680" cy="120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66F4F74-CA51-6F8A-E34E-0C8FAF65AF1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350408" y="749736"/>
                  <a:ext cx="214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2794FC9-06ED-7D79-BDC8-2C9B7512FD6D}"/>
                    </a:ext>
                  </a:extLst>
                </p14:cNvPr>
                <p14:cNvContentPartPr/>
                <p14:nvPr/>
              </p14:nvContentPartPr>
              <p14:xfrm>
                <a:off x="7581168" y="813816"/>
                <a:ext cx="68040" cy="76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2794FC9-06ED-7D79-BDC8-2C9B7512FD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75048" y="807696"/>
                  <a:ext cx="80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1B3D027-DAFE-3654-88D8-010278B5B675}"/>
                    </a:ext>
                  </a:extLst>
                </p14:cNvPr>
                <p14:cNvContentPartPr/>
                <p14:nvPr/>
              </p14:nvContentPartPr>
              <p14:xfrm>
                <a:off x="7665408" y="645336"/>
                <a:ext cx="364680" cy="289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1B3D027-DAFE-3654-88D8-010278B5B67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59288" y="639216"/>
                  <a:ext cx="37692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3A68AF-A1AF-4DE9-287C-2A5BB18BA441}"/>
              </a:ext>
            </a:extLst>
          </p:cNvPr>
          <p:cNvGrpSpPr/>
          <p:nvPr/>
        </p:nvGrpSpPr>
        <p:grpSpPr>
          <a:xfrm>
            <a:off x="9307008" y="3074616"/>
            <a:ext cx="2630160" cy="512640"/>
            <a:chOff x="9307008" y="3074616"/>
            <a:chExt cx="263016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D7D0F9D-D2C5-290B-BCF2-7CA2887F6D4A}"/>
                    </a:ext>
                  </a:extLst>
                </p14:cNvPr>
                <p14:cNvContentPartPr/>
                <p14:nvPr/>
              </p14:nvContentPartPr>
              <p14:xfrm>
                <a:off x="9307008" y="3143736"/>
                <a:ext cx="88200" cy="257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D7D0F9D-D2C5-290B-BCF2-7CA2887F6D4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300888" y="3137616"/>
                  <a:ext cx="100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ECE26E7-FF13-DC6F-B70D-E9433B4CDF78}"/>
                    </a:ext>
                  </a:extLst>
                </p14:cNvPr>
                <p14:cNvContentPartPr/>
                <p14:nvPr/>
              </p14:nvContentPartPr>
              <p14:xfrm>
                <a:off x="9443088" y="3174336"/>
                <a:ext cx="160560" cy="29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ECE26E7-FF13-DC6F-B70D-E9433B4CDF7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36968" y="3168216"/>
                  <a:ext cx="172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DC99C5-6510-5DDB-BD88-09DC1EF5F49C}"/>
                    </a:ext>
                  </a:extLst>
                </p14:cNvPr>
                <p14:cNvContentPartPr/>
                <p14:nvPr/>
              </p14:nvContentPartPr>
              <p14:xfrm>
                <a:off x="9496368" y="3189456"/>
                <a:ext cx="10800" cy="121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DC99C5-6510-5DDB-BD88-09DC1EF5F49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90248" y="3183336"/>
                  <a:ext cx="23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24D67CC-F65E-9083-8D34-A6CFB22A4901}"/>
                    </a:ext>
                  </a:extLst>
                </p14:cNvPr>
                <p14:cNvContentPartPr/>
                <p14:nvPr/>
              </p14:nvContentPartPr>
              <p14:xfrm>
                <a:off x="9533088" y="3186216"/>
                <a:ext cx="389880" cy="218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24D67CC-F65E-9083-8D34-A6CFB22A490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26968" y="3180096"/>
                  <a:ext cx="402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0469CF3-3D68-62F9-86F9-C36D08748BE4}"/>
                    </a:ext>
                  </a:extLst>
                </p14:cNvPr>
                <p14:cNvContentPartPr/>
                <p14:nvPr/>
              </p14:nvContentPartPr>
              <p14:xfrm>
                <a:off x="10007568" y="3204216"/>
                <a:ext cx="32760" cy="177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0469CF3-3D68-62F9-86F9-C36D08748B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01448" y="3198096"/>
                  <a:ext cx="45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6B682F-DF77-E5DD-7289-573FF0561FDC}"/>
                    </a:ext>
                  </a:extLst>
                </p14:cNvPr>
                <p14:cNvContentPartPr/>
                <p14:nvPr/>
              </p14:nvContentPartPr>
              <p14:xfrm>
                <a:off x="10062648" y="3211056"/>
                <a:ext cx="190440" cy="215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6B682F-DF77-E5DD-7289-573FF0561FD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56528" y="3204936"/>
                  <a:ext cx="202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8EE346A-C623-1FB6-1ACB-572F7A87413B}"/>
                    </a:ext>
                  </a:extLst>
                </p14:cNvPr>
                <p14:cNvContentPartPr/>
                <p14:nvPr/>
              </p14:nvContentPartPr>
              <p14:xfrm>
                <a:off x="10329768" y="3094416"/>
                <a:ext cx="214200" cy="301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8EE346A-C623-1FB6-1ACB-572F7A87413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23648" y="3088296"/>
                  <a:ext cx="2264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8111E7-EC20-C94D-64CA-C463A7ED11F6}"/>
                    </a:ext>
                  </a:extLst>
                </p14:cNvPr>
                <p14:cNvContentPartPr/>
                <p14:nvPr/>
              </p14:nvContentPartPr>
              <p14:xfrm>
                <a:off x="10656288" y="3218616"/>
                <a:ext cx="94320" cy="152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8111E7-EC20-C94D-64CA-C463A7ED11F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650168" y="3212496"/>
                  <a:ext cx="106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76FF10B-F30C-3EAD-FC5C-ECF582A643F0}"/>
                    </a:ext>
                  </a:extLst>
                </p14:cNvPr>
                <p14:cNvContentPartPr/>
                <p14:nvPr/>
              </p14:nvContentPartPr>
              <p14:xfrm>
                <a:off x="10759608" y="3131136"/>
                <a:ext cx="347040" cy="248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76FF10B-F30C-3EAD-FC5C-ECF582A643F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53488" y="3125016"/>
                  <a:ext cx="359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CFB9492-BA7F-B17A-DC00-FED18859B9B0}"/>
                    </a:ext>
                  </a:extLst>
                </p14:cNvPr>
                <p14:cNvContentPartPr/>
                <p14:nvPr/>
              </p14:nvContentPartPr>
              <p14:xfrm>
                <a:off x="11152008" y="3108456"/>
                <a:ext cx="25200" cy="230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CFB9492-BA7F-B17A-DC00-FED18859B9B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145888" y="3102336"/>
                  <a:ext cx="37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ED99D65-B6E3-E914-CD97-7809C967CE19}"/>
                    </a:ext>
                  </a:extLst>
                </p14:cNvPr>
                <p14:cNvContentPartPr/>
                <p14:nvPr/>
              </p14:nvContentPartPr>
              <p14:xfrm>
                <a:off x="11212488" y="3218976"/>
                <a:ext cx="179280" cy="271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ED99D65-B6E3-E914-CD97-7809C967CE1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206368" y="3212856"/>
                  <a:ext cx="191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09E8AAB-373C-245A-8FF3-5E5FE14A95E1}"/>
                    </a:ext>
                  </a:extLst>
                </p14:cNvPr>
                <p14:cNvContentPartPr/>
                <p14:nvPr/>
              </p14:nvContentPartPr>
              <p14:xfrm>
                <a:off x="11436768" y="3215016"/>
                <a:ext cx="38160" cy="259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09E8AAB-373C-245A-8FF3-5E5FE14A95E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30648" y="3208896"/>
                  <a:ext cx="50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7350F7-4023-1E60-CAB0-6F5C75E1B36B}"/>
                    </a:ext>
                  </a:extLst>
                </p14:cNvPr>
                <p14:cNvContentPartPr/>
                <p14:nvPr/>
              </p14:nvContentPartPr>
              <p14:xfrm>
                <a:off x="11510568" y="3254256"/>
                <a:ext cx="150120" cy="120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7350F7-4023-1E60-CAB0-6F5C75E1B36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504448" y="3248136"/>
                  <a:ext cx="162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328090E-17E3-51ED-D8B2-BDD314124A12}"/>
                    </a:ext>
                  </a:extLst>
                </p14:cNvPr>
                <p14:cNvContentPartPr/>
                <p14:nvPr/>
              </p14:nvContentPartPr>
              <p14:xfrm>
                <a:off x="11632248" y="3284856"/>
                <a:ext cx="105840" cy="302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328090E-17E3-51ED-D8B2-BDD314124A1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26128" y="3278736"/>
                  <a:ext cx="118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0B005D-CBAB-014D-760C-8B2E43FA35CD}"/>
                    </a:ext>
                  </a:extLst>
                </p14:cNvPr>
                <p14:cNvContentPartPr/>
                <p14:nvPr/>
              </p14:nvContentPartPr>
              <p14:xfrm>
                <a:off x="11584728" y="3083616"/>
                <a:ext cx="19080" cy="30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0B005D-CBAB-014D-760C-8B2E43FA35C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578608" y="3077496"/>
                  <a:ext cx="31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B75F3F9-ADD3-C2D2-3E2F-325A3920CFFA}"/>
                    </a:ext>
                  </a:extLst>
                </p14:cNvPr>
                <p14:cNvContentPartPr/>
                <p14:nvPr/>
              </p14:nvContentPartPr>
              <p14:xfrm>
                <a:off x="11772648" y="3074616"/>
                <a:ext cx="164520" cy="466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B75F3F9-ADD3-C2D2-3E2F-325A3920CFF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766528" y="3068496"/>
                  <a:ext cx="176760" cy="478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28194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2220"/>
              </a:spcBef>
            </a:pPr>
            <a:r>
              <a:rPr sz="2500" spc="345" dirty="0"/>
              <a:t>WHAT</a:t>
            </a:r>
            <a:r>
              <a:rPr sz="2500" spc="-315" dirty="0"/>
              <a:t> </a:t>
            </a:r>
            <a:r>
              <a:rPr sz="2500" spc="225" dirty="0"/>
              <a:t>ARE</a:t>
            </a:r>
            <a:r>
              <a:rPr sz="2500" spc="-40" dirty="0"/>
              <a:t> </a:t>
            </a:r>
            <a:r>
              <a:rPr sz="2500" spc="235" dirty="0"/>
              <a:t>ENSEMBLE</a:t>
            </a:r>
            <a:r>
              <a:rPr sz="2500" spc="-45" dirty="0"/>
              <a:t> </a:t>
            </a:r>
            <a:r>
              <a:rPr sz="2500" spc="300" dirty="0"/>
              <a:t>METHODS</a:t>
            </a:r>
            <a:r>
              <a:rPr sz="2500" spc="-45" dirty="0"/>
              <a:t> </a:t>
            </a:r>
            <a:r>
              <a:rPr sz="2500" spc="280" dirty="0"/>
              <a:t>IN</a:t>
            </a:r>
            <a:r>
              <a:rPr sz="2500" spc="-425" dirty="0"/>
              <a:t> </a:t>
            </a:r>
            <a:r>
              <a:rPr sz="2500" spc="190" dirty="0"/>
              <a:t>TREE</a:t>
            </a:r>
            <a:r>
              <a:rPr sz="2500" spc="-45" dirty="0"/>
              <a:t> </a:t>
            </a:r>
            <a:r>
              <a:rPr sz="2500" spc="280" dirty="0"/>
              <a:t>BASED</a:t>
            </a:r>
            <a:r>
              <a:rPr sz="2500" spc="-50" dirty="0"/>
              <a:t> </a:t>
            </a:r>
            <a:r>
              <a:rPr sz="2500" spc="300" dirty="0"/>
              <a:t>MODELING</a:t>
            </a:r>
            <a:r>
              <a:rPr sz="2500" spc="-40" dirty="0"/>
              <a:t> </a:t>
            </a:r>
            <a:r>
              <a:rPr sz="2500" spc="-50" dirty="0"/>
              <a:t>?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59891" y="3324605"/>
            <a:ext cx="9822815" cy="83629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1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literary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meaning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word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‘ensemble’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i="1" spc="-10" dirty="0">
                <a:solidFill>
                  <a:srgbClr val="3C3C3C"/>
                </a:solidFill>
                <a:latin typeface="Trebuchet MS"/>
                <a:cs typeface="Trebuchet MS"/>
              </a:rPr>
              <a:t>group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Ensemble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methods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involve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group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predictive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models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achieve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better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accuracy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stability.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4783" y="3499992"/>
            <a:ext cx="1063116" cy="314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4053" y="3489197"/>
            <a:ext cx="629793" cy="2806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18923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490"/>
              </a:spcBef>
            </a:pPr>
            <a:r>
              <a:rPr spc="484" dirty="0"/>
              <a:t>WHY</a:t>
            </a:r>
            <a:r>
              <a:rPr spc="-55" dirty="0"/>
              <a:t> </a:t>
            </a:r>
            <a:r>
              <a:rPr spc="265" dirty="0"/>
              <a:t>ENSEMBLE</a:t>
            </a:r>
            <a:r>
              <a:rPr spc="-85" dirty="0"/>
              <a:t> </a:t>
            </a:r>
            <a:r>
              <a:rPr spc="310" dirty="0"/>
              <a:t>MODELS</a:t>
            </a:r>
            <a:r>
              <a:rPr spc="-355" dirty="0"/>
              <a:t> </a:t>
            </a:r>
            <a:r>
              <a:rPr spc="250" dirty="0"/>
              <a:t>ARE</a:t>
            </a:r>
            <a:r>
              <a:rPr spc="-50" dirty="0"/>
              <a:t> </a:t>
            </a:r>
            <a:r>
              <a:rPr spc="229" dirty="0"/>
              <a:t>NEEDED?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891" y="2414270"/>
            <a:ext cx="10854690" cy="382968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1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Like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every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other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model,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tree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based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also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suffers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plague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bias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variance.</a:t>
            </a: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Bias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means,</a:t>
            </a:r>
            <a:r>
              <a:rPr sz="1800" spc="-4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‘how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much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an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average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predicted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values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different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actual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value.’</a:t>
            </a: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Variance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means,</a:t>
            </a:r>
            <a:r>
              <a:rPr sz="1800" spc="-4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‘how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different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predictions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be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at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same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point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if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different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samples</a:t>
            </a:r>
            <a:endParaRPr sz="1800">
              <a:latin typeface="Trebuchet MS"/>
              <a:cs typeface="Trebuchet MS"/>
            </a:endParaRPr>
          </a:p>
          <a:p>
            <a:pPr marL="318770">
              <a:lnSpc>
                <a:spcPct val="100000"/>
              </a:lnSpc>
            </a:pP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taken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same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population’.</a:t>
            </a: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build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small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tree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get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with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low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variance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high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bias.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How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do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manage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balance</a:t>
            </a:r>
            <a:endParaRPr sz="1800">
              <a:latin typeface="Trebuchet MS"/>
              <a:cs typeface="Trebuchet MS"/>
            </a:endParaRPr>
          </a:p>
          <a:p>
            <a:pPr marL="318770">
              <a:lnSpc>
                <a:spcPct val="100000"/>
              </a:lnSpc>
            </a:pP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trade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off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between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bias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variance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  <a:p>
            <a:pPr marL="318770" marR="508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Normally,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increase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complexity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your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model,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see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reduction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prediction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error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due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lower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bias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model.</a:t>
            </a:r>
            <a:r>
              <a:rPr sz="1800" spc="-4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continue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make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your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more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complex,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you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end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up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over-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fitting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your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and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your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start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suffering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high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variance.</a:t>
            </a:r>
            <a:endParaRPr sz="1800">
              <a:latin typeface="Trebuchet MS"/>
              <a:cs typeface="Trebuchet MS"/>
            </a:endParaRPr>
          </a:p>
          <a:p>
            <a:pPr marL="318770" marR="12446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12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champion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model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should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maintain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balance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between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these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two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types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errors.This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known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trade-off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management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bias-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variance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errors.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Ensemble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learning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one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way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to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execute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this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trade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off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analysis.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8253" y="1490229"/>
            <a:ext cx="6961392" cy="44211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436" y="614172"/>
            <a:ext cx="11309350" cy="1189990"/>
          </a:xfrm>
          <a:custGeom>
            <a:avLst/>
            <a:gdLst/>
            <a:ahLst/>
            <a:cxnLst/>
            <a:rect l="l" t="t" r="r" b="b"/>
            <a:pathLst>
              <a:path w="11309350" h="1189989">
                <a:moveTo>
                  <a:pt x="11308842" y="0"/>
                </a:moveTo>
                <a:lnTo>
                  <a:pt x="0" y="0"/>
                </a:lnTo>
                <a:lnTo>
                  <a:pt x="0" y="1189481"/>
                </a:lnTo>
                <a:lnTo>
                  <a:pt x="11308842" y="1189481"/>
                </a:lnTo>
                <a:lnTo>
                  <a:pt x="11308842" y="0"/>
                </a:lnTo>
                <a:close/>
              </a:path>
            </a:pathLst>
          </a:custGeom>
          <a:solidFill>
            <a:srgbClr val="366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spc="385" dirty="0"/>
              <a:t>WHAT</a:t>
            </a:r>
            <a:r>
              <a:rPr spc="-80" dirty="0"/>
              <a:t> </a:t>
            </a:r>
            <a:r>
              <a:rPr spc="195" dirty="0"/>
              <a:t>IS</a:t>
            </a:r>
            <a:r>
              <a:rPr spc="-55" dirty="0"/>
              <a:t> </a:t>
            </a:r>
            <a:r>
              <a:rPr spc="270" dirty="0"/>
              <a:t>BAGGING?</a:t>
            </a:r>
            <a:r>
              <a:rPr spc="-75" dirty="0"/>
              <a:t> </a:t>
            </a:r>
            <a:r>
              <a:rPr spc="505" dirty="0"/>
              <a:t>HOW</a:t>
            </a:r>
            <a:r>
              <a:rPr spc="-70" dirty="0"/>
              <a:t> </a:t>
            </a:r>
            <a:r>
              <a:rPr spc="340" dirty="0"/>
              <a:t>DOES</a:t>
            </a:r>
            <a:r>
              <a:rPr spc="-75" dirty="0"/>
              <a:t> </a:t>
            </a:r>
            <a:r>
              <a:rPr spc="220" dirty="0"/>
              <a:t>IT</a:t>
            </a:r>
            <a:r>
              <a:rPr spc="-409" dirty="0"/>
              <a:t> </a:t>
            </a:r>
            <a:r>
              <a:rPr spc="265" dirty="0"/>
              <a:t>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9891" y="2103373"/>
            <a:ext cx="9196705" cy="97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Bagging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technique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used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reduce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variance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our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predictions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combining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result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of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multiple</a:t>
            </a: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classifiers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modeled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different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sub-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samples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same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set.</a:t>
            </a: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following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figure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make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it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clearer: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97230" y="2957957"/>
            <a:ext cx="4754245" cy="3686810"/>
            <a:chOff x="3697230" y="2957957"/>
            <a:chExt cx="4754245" cy="36868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7230" y="3214882"/>
              <a:ext cx="4572749" cy="342937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72148" y="3406139"/>
              <a:ext cx="1148715" cy="353695"/>
            </a:xfrm>
            <a:custGeom>
              <a:avLst/>
              <a:gdLst/>
              <a:ahLst/>
              <a:cxnLst/>
              <a:rect l="l" t="t" r="r" b="b"/>
              <a:pathLst>
                <a:path w="1148715" h="353695">
                  <a:moveTo>
                    <a:pt x="802259" y="34925"/>
                  </a:moveTo>
                  <a:lnTo>
                    <a:pt x="799592" y="28575"/>
                  </a:lnTo>
                  <a:lnTo>
                    <a:pt x="794004" y="25654"/>
                  </a:lnTo>
                  <a:lnTo>
                    <a:pt x="792226" y="24612"/>
                  </a:lnTo>
                  <a:lnTo>
                    <a:pt x="792226" y="50165"/>
                  </a:lnTo>
                  <a:lnTo>
                    <a:pt x="784656" y="50317"/>
                  </a:lnTo>
                  <a:lnTo>
                    <a:pt x="781799" y="50165"/>
                  </a:lnTo>
                  <a:lnTo>
                    <a:pt x="789051" y="50165"/>
                  </a:lnTo>
                  <a:lnTo>
                    <a:pt x="792226" y="50165"/>
                  </a:lnTo>
                  <a:lnTo>
                    <a:pt x="792226" y="24612"/>
                  </a:lnTo>
                  <a:lnTo>
                    <a:pt x="791845" y="24384"/>
                  </a:lnTo>
                  <a:lnTo>
                    <a:pt x="787146" y="22987"/>
                  </a:lnTo>
                  <a:lnTo>
                    <a:pt x="780415" y="22098"/>
                  </a:lnTo>
                  <a:lnTo>
                    <a:pt x="781545" y="22098"/>
                  </a:lnTo>
                  <a:lnTo>
                    <a:pt x="774954" y="21590"/>
                  </a:lnTo>
                  <a:lnTo>
                    <a:pt x="779322" y="21590"/>
                  </a:lnTo>
                  <a:lnTo>
                    <a:pt x="755396" y="20726"/>
                  </a:lnTo>
                  <a:lnTo>
                    <a:pt x="756158" y="20726"/>
                  </a:lnTo>
                  <a:lnTo>
                    <a:pt x="742162" y="20053"/>
                  </a:lnTo>
                  <a:lnTo>
                    <a:pt x="739317" y="20053"/>
                  </a:lnTo>
                  <a:lnTo>
                    <a:pt x="720471" y="19558"/>
                  </a:lnTo>
                  <a:lnTo>
                    <a:pt x="699465" y="19558"/>
                  </a:lnTo>
                  <a:lnTo>
                    <a:pt x="631571" y="18542"/>
                  </a:lnTo>
                  <a:lnTo>
                    <a:pt x="611632" y="18542"/>
                  </a:lnTo>
                  <a:lnTo>
                    <a:pt x="599224" y="18694"/>
                  </a:lnTo>
                  <a:lnTo>
                    <a:pt x="599224" y="49149"/>
                  </a:lnTo>
                  <a:lnTo>
                    <a:pt x="593966" y="49237"/>
                  </a:lnTo>
                  <a:lnTo>
                    <a:pt x="588276" y="49212"/>
                  </a:lnTo>
                  <a:lnTo>
                    <a:pt x="575678" y="49149"/>
                  </a:lnTo>
                  <a:lnTo>
                    <a:pt x="590931" y="49149"/>
                  </a:lnTo>
                  <a:lnTo>
                    <a:pt x="599224" y="49149"/>
                  </a:lnTo>
                  <a:lnTo>
                    <a:pt x="599224" y="18694"/>
                  </a:lnTo>
                  <a:lnTo>
                    <a:pt x="579818" y="18923"/>
                  </a:lnTo>
                  <a:lnTo>
                    <a:pt x="584796" y="18923"/>
                  </a:lnTo>
                  <a:lnTo>
                    <a:pt x="556704" y="19558"/>
                  </a:lnTo>
                  <a:lnTo>
                    <a:pt x="558876" y="19558"/>
                  </a:lnTo>
                  <a:lnTo>
                    <a:pt x="517398" y="20726"/>
                  </a:lnTo>
                  <a:lnTo>
                    <a:pt x="526224" y="20726"/>
                  </a:lnTo>
                  <a:lnTo>
                    <a:pt x="461378" y="21590"/>
                  </a:lnTo>
                  <a:lnTo>
                    <a:pt x="458114" y="21590"/>
                  </a:lnTo>
                  <a:lnTo>
                    <a:pt x="427875" y="20726"/>
                  </a:lnTo>
                  <a:lnTo>
                    <a:pt x="413740" y="20053"/>
                  </a:lnTo>
                  <a:lnTo>
                    <a:pt x="411340" y="19939"/>
                  </a:lnTo>
                  <a:lnTo>
                    <a:pt x="406628" y="19723"/>
                  </a:lnTo>
                  <a:lnTo>
                    <a:pt x="403212" y="19558"/>
                  </a:lnTo>
                  <a:lnTo>
                    <a:pt x="403339" y="19558"/>
                  </a:lnTo>
                  <a:lnTo>
                    <a:pt x="404380" y="19558"/>
                  </a:lnTo>
                  <a:lnTo>
                    <a:pt x="395351" y="18923"/>
                  </a:lnTo>
                  <a:lnTo>
                    <a:pt x="379730" y="18034"/>
                  </a:lnTo>
                  <a:lnTo>
                    <a:pt x="364109" y="17399"/>
                  </a:lnTo>
                  <a:lnTo>
                    <a:pt x="351586" y="16637"/>
                  </a:lnTo>
                  <a:lnTo>
                    <a:pt x="351370" y="16637"/>
                  </a:lnTo>
                  <a:lnTo>
                    <a:pt x="337693" y="15367"/>
                  </a:lnTo>
                  <a:lnTo>
                    <a:pt x="337947" y="15367"/>
                  </a:lnTo>
                  <a:lnTo>
                    <a:pt x="316230" y="13208"/>
                  </a:lnTo>
                  <a:lnTo>
                    <a:pt x="307886" y="12141"/>
                  </a:lnTo>
                  <a:lnTo>
                    <a:pt x="302463" y="11455"/>
                  </a:lnTo>
                  <a:lnTo>
                    <a:pt x="302247" y="11417"/>
                  </a:lnTo>
                  <a:lnTo>
                    <a:pt x="289052" y="9525"/>
                  </a:lnTo>
                  <a:lnTo>
                    <a:pt x="288925" y="9525"/>
                  </a:lnTo>
                  <a:lnTo>
                    <a:pt x="286308" y="9017"/>
                  </a:lnTo>
                  <a:lnTo>
                    <a:pt x="285623" y="8890"/>
                  </a:lnTo>
                  <a:lnTo>
                    <a:pt x="284924" y="8636"/>
                  </a:lnTo>
                  <a:lnTo>
                    <a:pt x="283133" y="8001"/>
                  </a:lnTo>
                  <a:lnTo>
                    <a:pt x="279946" y="6883"/>
                  </a:lnTo>
                  <a:lnTo>
                    <a:pt x="279095" y="6096"/>
                  </a:lnTo>
                  <a:lnTo>
                    <a:pt x="278003" y="5080"/>
                  </a:lnTo>
                  <a:lnTo>
                    <a:pt x="277241" y="4572"/>
                  </a:lnTo>
                  <a:lnTo>
                    <a:pt x="274320" y="2286"/>
                  </a:lnTo>
                  <a:lnTo>
                    <a:pt x="271653" y="254"/>
                  </a:lnTo>
                  <a:lnTo>
                    <a:pt x="268224" y="0"/>
                  </a:lnTo>
                  <a:lnTo>
                    <a:pt x="262382" y="3048"/>
                  </a:lnTo>
                  <a:lnTo>
                    <a:pt x="261137" y="5080"/>
                  </a:lnTo>
                  <a:lnTo>
                    <a:pt x="260604" y="6096"/>
                  </a:lnTo>
                  <a:lnTo>
                    <a:pt x="260680" y="8001"/>
                  </a:lnTo>
                  <a:lnTo>
                    <a:pt x="260794" y="11417"/>
                  </a:lnTo>
                  <a:lnTo>
                    <a:pt x="282321" y="32766"/>
                  </a:lnTo>
                  <a:lnTo>
                    <a:pt x="283337" y="33147"/>
                  </a:lnTo>
                  <a:lnTo>
                    <a:pt x="289052" y="34671"/>
                  </a:lnTo>
                  <a:lnTo>
                    <a:pt x="295148" y="36068"/>
                  </a:lnTo>
                  <a:lnTo>
                    <a:pt x="295402" y="36068"/>
                  </a:lnTo>
                  <a:lnTo>
                    <a:pt x="303276" y="37719"/>
                  </a:lnTo>
                  <a:lnTo>
                    <a:pt x="303657" y="37719"/>
                  </a:lnTo>
                  <a:lnTo>
                    <a:pt x="313423" y="39370"/>
                  </a:lnTo>
                  <a:lnTo>
                    <a:pt x="312928" y="39370"/>
                  </a:lnTo>
                  <a:lnTo>
                    <a:pt x="334518" y="42545"/>
                  </a:lnTo>
                  <a:lnTo>
                    <a:pt x="334772" y="42545"/>
                  </a:lnTo>
                  <a:lnTo>
                    <a:pt x="347967" y="44196"/>
                  </a:lnTo>
                  <a:lnTo>
                    <a:pt x="347472" y="44196"/>
                  </a:lnTo>
                  <a:lnTo>
                    <a:pt x="362204" y="45466"/>
                  </a:lnTo>
                  <a:lnTo>
                    <a:pt x="362585" y="45466"/>
                  </a:lnTo>
                  <a:lnTo>
                    <a:pt x="393319" y="47625"/>
                  </a:lnTo>
                  <a:lnTo>
                    <a:pt x="410908" y="49149"/>
                  </a:lnTo>
                  <a:lnTo>
                    <a:pt x="412191" y="49161"/>
                  </a:lnTo>
                  <a:lnTo>
                    <a:pt x="430555" y="50165"/>
                  </a:lnTo>
                  <a:lnTo>
                    <a:pt x="432168" y="50165"/>
                  </a:lnTo>
                  <a:lnTo>
                    <a:pt x="443865" y="50673"/>
                  </a:lnTo>
                  <a:lnTo>
                    <a:pt x="462534" y="51054"/>
                  </a:lnTo>
                  <a:lnTo>
                    <a:pt x="499618" y="51054"/>
                  </a:lnTo>
                  <a:lnTo>
                    <a:pt x="540004" y="50165"/>
                  </a:lnTo>
                  <a:lnTo>
                    <a:pt x="546227" y="50165"/>
                  </a:lnTo>
                  <a:lnTo>
                    <a:pt x="730872" y="50165"/>
                  </a:lnTo>
                  <a:lnTo>
                    <a:pt x="778776" y="50419"/>
                  </a:lnTo>
                  <a:lnTo>
                    <a:pt x="765289" y="50673"/>
                  </a:lnTo>
                  <a:lnTo>
                    <a:pt x="790067" y="50673"/>
                  </a:lnTo>
                  <a:lnTo>
                    <a:pt x="793242" y="50927"/>
                  </a:lnTo>
                  <a:lnTo>
                    <a:pt x="793584" y="50673"/>
                  </a:lnTo>
                  <a:lnTo>
                    <a:pt x="791972" y="50673"/>
                  </a:lnTo>
                  <a:lnTo>
                    <a:pt x="787831" y="50469"/>
                  </a:lnTo>
                  <a:lnTo>
                    <a:pt x="793826" y="50507"/>
                  </a:lnTo>
                  <a:lnTo>
                    <a:pt x="798830" y="46863"/>
                  </a:lnTo>
                  <a:lnTo>
                    <a:pt x="800608" y="40894"/>
                  </a:lnTo>
                  <a:lnTo>
                    <a:pt x="802259" y="34925"/>
                  </a:lnTo>
                  <a:close/>
                </a:path>
                <a:path w="1148715" h="353695">
                  <a:moveTo>
                    <a:pt x="914400" y="279273"/>
                  </a:moveTo>
                  <a:lnTo>
                    <a:pt x="912596" y="275094"/>
                  </a:lnTo>
                  <a:lnTo>
                    <a:pt x="911733" y="273050"/>
                  </a:lnTo>
                  <a:lnTo>
                    <a:pt x="905129" y="269367"/>
                  </a:lnTo>
                  <a:lnTo>
                    <a:pt x="883920" y="264795"/>
                  </a:lnTo>
                  <a:lnTo>
                    <a:pt x="883539" y="264795"/>
                  </a:lnTo>
                  <a:lnTo>
                    <a:pt x="869569" y="263398"/>
                  </a:lnTo>
                  <a:lnTo>
                    <a:pt x="844550" y="260604"/>
                  </a:lnTo>
                  <a:lnTo>
                    <a:pt x="781812" y="252349"/>
                  </a:lnTo>
                  <a:lnTo>
                    <a:pt x="781558" y="252349"/>
                  </a:lnTo>
                  <a:lnTo>
                    <a:pt x="765048" y="250444"/>
                  </a:lnTo>
                  <a:lnTo>
                    <a:pt x="764667" y="250444"/>
                  </a:lnTo>
                  <a:lnTo>
                    <a:pt x="748411" y="248920"/>
                  </a:lnTo>
                  <a:lnTo>
                    <a:pt x="748157" y="248920"/>
                  </a:lnTo>
                  <a:lnTo>
                    <a:pt x="731647" y="247777"/>
                  </a:lnTo>
                  <a:lnTo>
                    <a:pt x="731520" y="247650"/>
                  </a:lnTo>
                  <a:lnTo>
                    <a:pt x="661289" y="243459"/>
                  </a:lnTo>
                  <a:lnTo>
                    <a:pt x="628142" y="242189"/>
                  </a:lnTo>
                  <a:lnTo>
                    <a:pt x="191008" y="237744"/>
                  </a:lnTo>
                  <a:lnTo>
                    <a:pt x="127419" y="237744"/>
                  </a:lnTo>
                  <a:lnTo>
                    <a:pt x="89027" y="236855"/>
                  </a:lnTo>
                  <a:lnTo>
                    <a:pt x="87109" y="236855"/>
                  </a:lnTo>
                  <a:lnTo>
                    <a:pt x="65532" y="236347"/>
                  </a:lnTo>
                  <a:lnTo>
                    <a:pt x="42926" y="236347"/>
                  </a:lnTo>
                  <a:lnTo>
                    <a:pt x="35814" y="236855"/>
                  </a:lnTo>
                  <a:lnTo>
                    <a:pt x="34836" y="236855"/>
                  </a:lnTo>
                  <a:lnTo>
                    <a:pt x="26581" y="237236"/>
                  </a:lnTo>
                  <a:lnTo>
                    <a:pt x="28575" y="237236"/>
                  </a:lnTo>
                  <a:lnTo>
                    <a:pt x="24765" y="237744"/>
                  </a:lnTo>
                  <a:lnTo>
                    <a:pt x="25019" y="237744"/>
                  </a:lnTo>
                  <a:lnTo>
                    <a:pt x="18288" y="238506"/>
                  </a:lnTo>
                  <a:lnTo>
                    <a:pt x="17907" y="238633"/>
                  </a:lnTo>
                  <a:lnTo>
                    <a:pt x="9525" y="240157"/>
                  </a:lnTo>
                  <a:lnTo>
                    <a:pt x="8001" y="241935"/>
                  </a:lnTo>
                  <a:lnTo>
                    <a:pt x="7975" y="246380"/>
                  </a:lnTo>
                  <a:lnTo>
                    <a:pt x="9398" y="248031"/>
                  </a:lnTo>
                  <a:lnTo>
                    <a:pt x="11557" y="248539"/>
                  </a:lnTo>
                  <a:lnTo>
                    <a:pt x="18402" y="249936"/>
                  </a:lnTo>
                  <a:lnTo>
                    <a:pt x="18034" y="249936"/>
                  </a:lnTo>
                  <a:lnTo>
                    <a:pt x="25133" y="250875"/>
                  </a:lnTo>
                  <a:lnTo>
                    <a:pt x="24752" y="250875"/>
                  </a:lnTo>
                  <a:lnTo>
                    <a:pt x="28321" y="251587"/>
                  </a:lnTo>
                  <a:lnTo>
                    <a:pt x="29210" y="251714"/>
                  </a:lnTo>
                  <a:lnTo>
                    <a:pt x="37338" y="252349"/>
                  </a:lnTo>
                  <a:lnTo>
                    <a:pt x="49784" y="253492"/>
                  </a:lnTo>
                  <a:lnTo>
                    <a:pt x="88011" y="257048"/>
                  </a:lnTo>
                  <a:lnTo>
                    <a:pt x="171005" y="260604"/>
                  </a:lnTo>
                  <a:lnTo>
                    <a:pt x="172364" y="260604"/>
                  </a:lnTo>
                  <a:lnTo>
                    <a:pt x="627367" y="269125"/>
                  </a:lnTo>
                  <a:lnTo>
                    <a:pt x="660654" y="270408"/>
                  </a:lnTo>
                  <a:lnTo>
                    <a:pt x="660006" y="270408"/>
                  </a:lnTo>
                  <a:lnTo>
                    <a:pt x="736714" y="275602"/>
                  </a:lnTo>
                  <a:lnTo>
                    <a:pt x="762635" y="277926"/>
                  </a:lnTo>
                  <a:lnTo>
                    <a:pt x="762114" y="277926"/>
                  </a:lnTo>
                  <a:lnTo>
                    <a:pt x="782853" y="280479"/>
                  </a:lnTo>
                  <a:lnTo>
                    <a:pt x="807466" y="283972"/>
                  </a:lnTo>
                  <a:lnTo>
                    <a:pt x="819404" y="285496"/>
                  </a:lnTo>
                  <a:lnTo>
                    <a:pt x="830961" y="287147"/>
                  </a:lnTo>
                  <a:lnTo>
                    <a:pt x="851281" y="289687"/>
                  </a:lnTo>
                  <a:lnTo>
                    <a:pt x="859663" y="290576"/>
                  </a:lnTo>
                  <a:lnTo>
                    <a:pt x="859790" y="290576"/>
                  </a:lnTo>
                  <a:lnTo>
                    <a:pt x="866648" y="291338"/>
                  </a:lnTo>
                  <a:lnTo>
                    <a:pt x="880999" y="292735"/>
                  </a:lnTo>
                  <a:lnTo>
                    <a:pt x="881532" y="292735"/>
                  </a:lnTo>
                  <a:lnTo>
                    <a:pt x="888873" y="293624"/>
                  </a:lnTo>
                  <a:lnTo>
                    <a:pt x="888517" y="293624"/>
                  </a:lnTo>
                  <a:lnTo>
                    <a:pt x="893191" y="294513"/>
                  </a:lnTo>
                  <a:lnTo>
                    <a:pt x="892810" y="294513"/>
                  </a:lnTo>
                  <a:lnTo>
                    <a:pt x="895477" y="295021"/>
                  </a:lnTo>
                  <a:lnTo>
                    <a:pt x="898652" y="295402"/>
                  </a:lnTo>
                  <a:lnTo>
                    <a:pt x="906018" y="295402"/>
                  </a:lnTo>
                  <a:lnTo>
                    <a:pt x="911186" y="291338"/>
                  </a:lnTo>
                  <a:lnTo>
                    <a:pt x="911313" y="291338"/>
                  </a:lnTo>
                  <a:lnTo>
                    <a:pt x="914234" y="279920"/>
                  </a:lnTo>
                  <a:lnTo>
                    <a:pt x="914400" y="279273"/>
                  </a:lnTo>
                  <a:close/>
                </a:path>
                <a:path w="1148715" h="353695">
                  <a:moveTo>
                    <a:pt x="1118108" y="319913"/>
                  </a:moveTo>
                  <a:lnTo>
                    <a:pt x="1117866" y="320509"/>
                  </a:lnTo>
                  <a:lnTo>
                    <a:pt x="1117600" y="321437"/>
                  </a:lnTo>
                  <a:lnTo>
                    <a:pt x="1117396" y="321437"/>
                  </a:lnTo>
                  <a:lnTo>
                    <a:pt x="1117269" y="321437"/>
                  </a:lnTo>
                  <a:lnTo>
                    <a:pt x="1117485" y="322173"/>
                  </a:lnTo>
                  <a:lnTo>
                    <a:pt x="1118031" y="323977"/>
                  </a:lnTo>
                  <a:lnTo>
                    <a:pt x="1118108" y="319913"/>
                  </a:lnTo>
                  <a:close/>
                </a:path>
                <a:path w="1148715" h="353695">
                  <a:moveTo>
                    <a:pt x="1148334" y="323342"/>
                  </a:moveTo>
                  <a:lnTo>
                    <a:pt x="1141730" y="316357"/>
                  </a:lnTo>
                  <a:lnTo>
                    <a:pt x="1137526" y="316230"/>
                  </a:lnTo>
                  <a:lnTo>
                    <a:pt x="1136434" y="316230"/>
                  </a:lnTo>
                  <a:lnTo>
                    <a:pt x="1134745" y="315595"/>
                  </a:lnTo>
                  <a:lnTo>
                    <a:pt x="1132890" y="314960"/>
                  </a:lnTo>
                  <a:lnTo>
                    <a:pt x="1131062" y="314325"/>
                  </a:lnTo>
                  <a:lnTo>
                    <a:pt x="1128509" y="313867"/>
                  </a:lnTo>
                  <a:lnTo>
                    <a:pt x="1127201" y="313055"/>
                  </a:lnTo>
                  <a:lnTo>
                    <a:pt x="1125918" y="312166"/>
                  </a:lnTo>
                  <a:lnTo>
                    <a:pt x="1123442" y="310515"/>
                  </a:lnTo>
                  <a:lnTo>
                    <a:pt x="1118235" y="306705"/>
                  </a:lnTo>
                  <a:lnTo>
                    <a:pt x="1116711" y="305562"/>
                  </a:lnTo>
                  <a:lnTo>
                    <a:pt x="1114425" y="305689"/>
                  </a:lnTo>
                  <a:lnTo>
                    <a:pt x="1113028" y="307086"/>
                  </a:lnTo>
                  <a:lnTo>
                    <a:pt x="1111631" y="308356"/>
                  </a:lnTo>
                  <a:lnTo>
                    <a:pt x="1111504" y="309372"/>
                  </a:lnTo>
                  <a:lnTo>
                    <a:pt x="1111440" y="309880"/>
                  </a:lnTo>
                  <a:lnTo>
                    <a:pt x="1111377" y="310515"/>
                  </a:lnTo>
                  <a:lnTo>
                    <a:pt x="1114882" y="316230"/>
                  </a:lnTo>
                  <a:lnTo>
                    <a:pt x="1115504" y="317131"/>
                  </a:lnTo>
                  <a:lnTo>
                    <a:pt x="1115682" y="317500"/>
                  </a:lnTo>
                  <a:lnTo>
                    <a:pt x="1115771" y="317754"/>
                  </a:lnTo>
                  <a:lnTo>
                    <a:pt x="1116342" y="319074"/>
                  </a:lnTo>
                  <a:lnTo>
                    <a:pt x="1118298" y="318871"/>
                  </a:lnTo>
                  <a:lnTo>
                    <a:pt x="1117790" y="318998"/>
                  </a:lnTo>
                  <a:lnTo>
                    <a:pt x="1118387" y="318858"/>
                  </a:lnTo>
                  <a:lnTo>
                    <a:pt x="1118552" y="318858"/>
                  </a:lnTo>
                  <a:lnTo>
                    <a:pt x="1118704" y="318858"/>
                  </a:lnTo>
                  <a:lnTo>
                    <a:pt x="1118108" y="318973"/>
                  </a:lnTo>
                  <a:lnTo>
                    <a:pt x="1118108" y="319913"/>
                  </a:lnTo>
                  <a:lnTo>
                    <a:pt x="1118108" y="324231"/>
                  </a:lnTo>
                  <a:lnTo>
                    <a:pt x="1117485" y="322173"/>
                  </a:lnTo>
                  <a:lnTo>
                    <a:pt x="1116977" y="320509"/>
                  </a:lnTo>
                  <a:lnTo>
                    <a:pt x="1117396" y="321437"/>
                  </a:lnTo>
                  <a:lnTo>
                    <a:pt x="1116990" y="320509"/>
                  </a:lnTo>
                  <a:lnTo>
                    <a:pt x="1117866" y="320509"/>
                  </a:lnTo>
                  <a:lnTo>
                    <a:pt x="1118031" y="319913"/>
                  </a:lnTo>
                  <a:lnTo>
                    <a:pt x="1118108" y="318973"/>
                  </a:lnTo>
                  <a:lnTo>
                    <a:pt x="1117041" y="319163"/>
                  </a:lnTo>
                  <a:lnTo>
                    <a:pt x="1116545" y="319278"/>
                  </a:lnTo>
                  <a:lnTo>
                    <a:pt x="1116406" y="319278"/>
                  </a:lnTo>
                  <a:lnTo>
                    <a:pt x="1114679" y="319278"/>
                  </a:lnTo>
                  <a:lnTo>
                    <a:pt x="1106893" y="319913"/>
                  </a:lnTo>
                  <a:lnTo>
                    <a:pt x="1115822" y="319913"/>
                  </a:lnTo>
                  <a:lnTo>
                    <a:pt x="1088313" y="320446"/>
                  </a:lnTo>
                  <a:lnTo>
                    <a:pt x="1073442" y="319913"/>
                  </a:lnTo>
                  <a:lnTo>
                    <a:pt x="1073162" y="319913"/>
                  </a:lnTo>
                  <a:lnTo>
                    <a:pt x="1072845" y="319900"/>
                  </a:lnTo>
                  <a:lnTo>
                    <a:pt x="1067777" y="319595"/>
                  </a:lnTo>
                  <a:lnTo>
                    <a:pt x="1062558" y="319278"/>
                  </a:lnTo>
                  <a:lnTo>
                    <a:pt x="1063879" y="319278"/>
                  </a:lnTo>
                  <a:lnTo>
                    <a:pt x="1058570" y="318858"/>
                  </a:lnTo>
                  <a:lnTo>
                    <a:pt x="1058240" y="318858"/>
                  </a:lnTo>
                  <a:lnTo>
                    <a:pt x="1056665" y="318706"/>
                  </a:lnTo>
                  <a:lnTo>
                    <a:pt x="1056246" y="318668"/>
                  </a:lnTo>
                  <a:lnTo>
                    <a:pt x="1052258" y="318262"/>
                  </a:lnTo>
                  <a:lnTo>
                    <a:pt x="1040523" y="317131"/>
                  </a:lnTo>
                  <a:lnTo>
                    <a:pt x="979297" y="309372"/>
                  </a:lnTo>
                  <a:lnTo>
                    <a:pt x="978916" y="309372"/>
                  </a:lnTo>
                  <a:lnTo>
                    <a:pt x="952881" y="306705"/>
                  </a:lnTo>
                  <a:lnTo>
                    <a:pt x="952500" y="306705"/>
                  </a:lnTo>
                  <a:lnTo>
                    <a:pt x="806831" y="296418"/>
                  </a:lnTo>
                  <a:lnTo>
                    <a:pt x="569722" y="283845"/>
                  </a:lnTo>
                  <a:lnTo>
                    <a:pt x="514604" y="281559"/>
                  </a:lnTo>
                  <a:lnTo>
                    <a:pt x="352679" y="277368"/>
                  </a:lnTo>
                  <a:lnTo>
                    <a:pt x="258953" y="273939"/>
                  </a:lnTo>
                  <a:lnTo>
                    <a:pt x="182765" y="269875"/>
                  </a:lnTo>
                  <a:lnTo>
                    <a:pt x="183388" y="269875"/>
                  </a:lnTo>
                  <a:lnTo>
                    <a:pt x="146939" y="268224"/>
                  </a:lnTo>
                  <a:lnTo>
                    <a:pt x="147929" y="268224"/>
                  </a:lnTo>
                  <a:lnTo>
                    <a:pt x="110756" y="266992"/>
                  </a:lnTo>
                  <a:lnTo>
                    <a:pt x="88176" y="265874"/>
                  </a:lnTo>
                  <a:lnTo>
                    <a:pt x="70802" y="264515"/>
                  </a:lnTo>
                  <a:lnTo>
                    <a:pt x="56248" y="262839"/>
                  </a:lnTo>
                  <a:lnTo>
                    <a:pt x="55613" y="262839"/>
                  </a:lnTo>
                  <a:lnTo>
                    <a:pt x="45034" y="261239"/>
                  </a:lnTo>
                  <a:lnTo>
                    <a:pt x="44831" y="261239"/>
                  </a:lnTo>
                  <a:lnTo>
                    <a:pt x="37617" y="259778"/>
                  </a:lnTo>
                  <a:lnTo>
                    <a:pt x="37211" y="258445"/>
                  </a:lnTo>
                  <a:lnTo>
                    <a:pt x="36703" y="256286"/>
                  </a:lnTo>
                  <a:lnTo>
                    <a:pt x="35179" y="255143"/>
                  </a:lnTo>
                  <a:lnTo>
                    <a:pt x="34798" y="254863"/>
                  </a:lnTo>
                  <a:lnTo>
                    <a:pt x="30759" y="254927"/>
                  </a:lnTo>
                  <a:lnTo>
                    <a:pt x="30759" y="258140"/>
                  </a:lnTo>
                  <a:lnTo>
                    <a:pt x="19519" y="255143"/>
                  </a:lnTo>
                  <a:lnTo>
                    <a:pt x="27165" y="257175"/>
                  </a:lnTo>
                  <a:lnTo>
                    <a:pt x="30759" y="258140"/>
                  </a:lnTo>
                  <a:lnTo>
                    <a:pt x="30759" y="254927"/>
                  </a:lnTo>
                  <a:lnTo>
                    <a:pt x="23291" y="255028"/>
                  </a:lnTo>
                  <a:lnTo>
                    <a:pt x="21082" y="254762"/>
                  </a:lnTo>
                  <a:lnTo>
                    <a:pt x="21437" y="254762"/>
                  </a:lnTo>
                  <a:lnTo>
                    <a:pt x="18796" y="254127"/>
                  </a:lnTo>
                  <a:lnTo>
                    <a:pt x="17145" y="254000"/>
                  </a:lnTo>
                  <a:lnTo>
                    <a:pt x="14033" y="253707"/>
                  </a:lnTo>
                  <a:lnTo>
                    <a:pt x="13817" y="253657"/>
                  </a:lnTo>
                  <a:lnTo>
                    <a:pt x="13233" y="253504"/>
                  </a:lnTo>
                  <a:lnTo>
                    <a:pt x="10160" y="252730"/>
                  </a:lnTo>
                  <a:lnTo>
                    <a:pt x="8394" y="253504"/>
                  </a:lnTo>
                  <a:lnTo>
                    <a:pt x="7315" y="253504"/>
                  </a:lnTo>
                  <a:lnTo>
                    <a:pt x="5867" y="254622"/>
                  </a:lnTo>
                  <a:lnTo>
                    <a:pt x="4660" y="255143"/>
                  </a:lnTo>
                  <a:lnTo>
                    <a:pt x="4876" y="255143"/>
                  </a:lnTo>
                  <a:lnTo>
                    <a:pt x="4648" y="255549"/>
                  </a:lnTo>
                  <a:lnTo>
                    <a:pt x="2540" y="257175"/>
                  </a:lnTo>
                  <a:lnTo>
                    <a:pt x="1587" y="261239"/>
                  </a:lnTo>
                  <a:lnTo>
                    <a:pt x="698" y="262839"/>
                  </a:lnTo>
                  <a:lnTo>
                    <a:pt x="0" y="264160"/>
                  </a:lnTo>
                  <a:lnTo>
                    <a:pt x="431" y="266992"/>
                  </a:lnTo>
                  <a:lnTo>
                    <a:pt x="558" y="266065"/>
                  </a:lnTo>
                  <a:lnTo>
                    <a:pt x="1219" y="262839"/>
                  </a:lnTo>
                  <a:lnTo>
                    <a:pt x="609" y="265874"/>
                  </a:lnTo>
                  <a:lnTo>
                    <a:pt x="622" y="268224"/>
                  </a:lnTo>
                  <a:lnTo>
                    <a:pt x="546" y="267716"/>
                  </a:lnTo>
                  <a:lnTo>
                    <a:pt x="431" y="266992"/>
                  </a:lnTo>
                  <a:lnTo>
                    <a:pt x="228" y="267716"/>
                  </a:lnTo>
                  <a:lnTo>
                    <a:pt x="127" y="268224"/>
                  </a:lnTo>
                  <a:lnTo>
                    <a:pt x="825" y="269481"/>
                  </a:lnTo>
                  <a:lnTo>
                    <a:pt x="889" y="269875"/>
                  </a:lnTo>
                  <a:lnTo>
                    <a:pt x="1206" y="270167"/>
                  </a:lnTo>
                  <a:lnTo>
                    <a:pt x="3175" y="273685"/>
                  </a:lnTo>
                  <a:lnTo>
                    <a:pt x="6413" y="274929"/>
                  </a:lnTo>
                  <a:lnTo>
                    <a:pt x="8636" y="276987"/>
                  </a:lnTo>
                  <a:lnTo>
                    <a:pt x="12700" y="277266"/>
                  </a:lnTo>
                  <a:lnTo>
                    <a:pt x="14338" y="277368"/>
                  </a:lnTo>
                  <a:lnTo>
                    <a:pt x="13004" y="277368"/>
                  </a:lnTo>
                  <a:lnTo>
                    <a:pt x="18542" y="279400"/>
                  </a:lnTo>
                  <a:lnTo>
                    <a:pt x="23495" y="281305"/>
                  </a:lnTo>
                  <a:lnTo>
                    <a:pt x="30226" y="283591"/>
                  </a:lnTo>
                  <a:lnTo>
                    <a:pt x="31115" y="283845"/>
                  </a:lnTo>
                  <a:lnTo>
                    <a:pt x="39116" y="285877"/>
                  </a:lnTo>
                  <a:lnTo>
                    <a:pt x="40005" y="286131"/>
                  </a:lnTo>
                  <a:lnTo>
                    <a:pt x="52501" y="288417"/>
                  </a:lnTo>
                  <a:lnTo>
                    <a:pt x="52324" y="288417"/>
                  </a:lnTo>
                  <a:lnTo>
                    <a:pt x="66675" y="290449"/>
                  </a:lnTo>
                  <a:lnTo>
                    <a:pt x="67056" y="290576"/>
                  </a:lnTo>
                  <a:lnTo>
                    <a:pt x="85090" y="292481"/>
                  </a:lnTo>
                  <a:lnTo>
                    <a:pt x="85471" y="292481"/>
                  </a:lnTo>
                  <a:lnTo>
                    <a:pt x="108585" y="294132"/>
                  </a:lnTo>
                  <a:lnTo>
                    <a:pt x="108966" y="294132"/>
                  </a:lnTo>
                  <a:lnTo>
                    <a:pt x="179070" y="297688"/>
                  </a:lnTo>
                  <a:lnTo>
                    <a:pt x="218186" y="300355"/>
                  </a:lnTo>
                  <a:lnTo>
                    <a:pt x="257556" y="302641"/>
                  </a:lnTo>
                  <a:lnTo>
                    <a:pt x="300482" y="304673"/>
                  </a:lnTo>
                  <a:lnTo>
                    <a:pt x="513448" y="311670"/>
                  </a:lnTo>
                  <a:lnTo>
                    <a:pt x="568325" y="314071"/>
                  </a:lnTo>
                  <a:lnTo>
                    <a:pt x="845058" y="330327"/>
                  </a:lnTo>
                  <a:lnTo>
                    <a:pt x="950163" y="338607"/>
                  </a:lnTo>
                  <a:lnTo>
                    <a:pt x="952690" y="338797"/>
                  </a:lnTo>
                  <a:lnTo>
                    <a:pt x="975829" y="341274"/>
                  </a:lnTo>
                  <a:lnTo>
                    <a:pt x="975664" y="341274"/>
                  </a:lnTo>
                  <a:lnTo>
                    <a:pt x="978141" y="341528"/>
                  </a:lnTo>
                  <a:lnTo>
                    <a:pt x="976122" y="341312"/>
                  </a:lnTo>
                  <a:lnTo>
                    <a:pt x="977925" y="341503"/>
                  </a:lnTo>
                  <a:lnTo>
                    <a:pt x="978141" y="341528"/>
                  </a:lnTo>
                  <a:lnTo>
                    <a:pt x="1019759" y="347218"/>
                  </a:lnTo>
                  <a:lnTo>
                    <a:pt x="1020089" y="347218"/>
                  </a:lnTo>
                  <a:lnTo>
                    <a:pt x="1035558" y="349250"/>
                  </a:lnTo>
                  <a:lnTo>
                    <a:pt x="1035812" y="349250"/>
                  </a:lnTo>
                  <a:lnTo>
                    <a:pt x="1052487" y="351028"/>
                  </a:lnTo>
                  <a:lnTo>
                    <a:pt x="1051687" y="351028"/>
                  </a:lnTo>
                  <a:lnTo>
                    <a:pt x="1064260" y="352171"/>
                  </a:lnTo>
                  <a:lnTo>
                    <a:pt x="1064514" y="352171"/>
                  </a:lnTo>
                  <a:lnTo>
                    <a:pt x="1075563" y="352933"/>
                  </a:lnTo>
                  <a:lnTo>
                    <a:pt x="1075944" y="352933"/>
                  </a:lnTo>
                  <a:lnTo>
                    <a:pt x="1089583" y="353568"/>
                  </a:lnTo>
                  <a:lnTo>
                    <a:pt x="1106843" y="353568"/>
                  </a:lnTo>
                  <a:lnTo>
                    <a:pt x="1117219" y="352933"/>
                  </a:lnTo>
                  <a:lnTo>
                    <a:pt x="1117727" y="352806"/>
                  </a:lnTo>
                  <a:lnTo>
                    <a:pt x="1122426" y="352425"/>
                  </a:lnTo>
                  <a:lnTo>
                    <a:pt x="1125347" y="351917"/>
                  </a:lnTo>
                  <a:lnTo>
                    <a:pt x="1129284" y="350774"/>
                  </a:lnTo>
                  <a:lnTo>
                    <a:pt x="1132078" y="349758"/>
                  </a:lnTo>
                  <a:lnTo>
                    <a:pt x="1136904" y="347345"/>
                  </a:lnTo>
                  <a:lnTo>
                    <a:pt x="1137158" y="347218"/>
                  </a:lnTo>
                  <a:lnTo>
                    <a:pt x="1141222" y="347218"/>
                  </a:lnTo>
                  <a:lnTo>
                    <a:pt x="1148207" y="340106"/>
                  </a:lnTo>
                  <a:lnTo>
                    <a:pt x="1148232" y="336626"/>
                  </a:lnTo>
                  <a:lnTo>
                    <a:pt x="1148207" y="330085"/>
                  </a:lnTo>
                  <a:lnTo>
                    <a:pt x="1148334" y="323342"/>
                  </a:lnTo>
                  <a:close/>
                </a:path>
                <a:path w="1148715" h="353695">
                  <a:moveTo>
                    <a:pt x="1148715" y="335534"/>
                  </a:moveTo>
                  <a:lnTo>
                    <a:pt x="1148270" y="330835"/>
                  </a:lnTo>
                  <a:lnTo>
                    <a:pt x="1148232" y="336626"/>
                  </a:lnTo>
                  <a:lnTo>
                    <a:pt x="1148715" y="335534"/>
                  </a:lnTo>
                  <a:close/>
                </a:path>
              </a:pathLst>
            </a:custGeom>
            <a:solidFill>
              <a:srgbClr val="3064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6764" y="2957957"/>
              <a:ext cx="483214" cy="2137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3685" y="4937379"/>
              <a:ext cx="422021" cy="215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80889" y="5266689"/>
              <a:ext cx="111125" cy="71755"/>
            </a:xfrm>
            <a:custGeom>
              <a:avLst/>
              <a:gdLst/>
              <a:ahLst/>
              <a:cxnLst/>
              <a:rect l="l" t="t" r="r" b="b"/>
              <a:pathLst>
                <a:path w="111125" h="71754">
                  <a:moveTo>
                    <a:pt x="12319" y="67691"/>
                  </a:moveTo>
                  <a:lnTo>
                    <a:pt x="12065" y="66040"/>
                  </a:lnTo>
                  <a:lnTo>
                    <a:pt x="11430" y="61341"/>
                  </a:lnTo>
                  <a:lnTo>
                    <a:pt x="9144" y="59309"/>
                  </a:lnTo>
                  <a:lnTo>
                    <a:pt x="6350" y="59182"/>
                  </a:lnTo>
                  <a:lnTo>
                    <a:pt x="3556" y="59182"/>
                  </a:lnTo>
                  <a:lnTo>
                    <a:pt x="1143" y="61087"/>
                  </a:lnTo>
                  <a:lnTo>
                    <a:pt x="508" y="63881"/>
                  </a:lnTo>
                  <a:lnTo>
                    <a:pt x="0" y="66548"/>
                  </a:lnTo>
                  <a:lnTo>
                    <a:pt x="1524" y="69342"/>
                  </a:lnTo>
                  <a:lnTo>
                    <a:pt x="4191" y="70231"/>
                  </a:lnTo>
                  <a:lnTo>
                    <a:pt x="5969" y="70993"/>
                  </a:lnTo>
                  <a:lnTo>
                    <a:pt x="7493" y="71501"/>
                  </a:lnTo>
                  <a:lnTo>
                    <a:pt x="9144" y="71247"/>
                  </a:lnTo>
                  <a:lnTo>
                    <a:pt x="11684" y="69215"/>
                  </a:lnTo>
                  <a:lnTo>
                    <a:pt x="12319" y="67691"/>
                  </a:lnTo>
                  <a:close/>
                </a:path>
                <a:path w="111125" h="71754">
                  <a:moveTo>
                    <a:pt x="106997" y="1270"/>
                  </a:moveTo>
                  <a:lnTo>
                    <a:pt x="102438" y="0"/>
                  </a:lnTo>
                  <a:lnTo>
                    <a:pt x="106629" y="1270"/>
                  </a:lnTo>
                  <a:lnTo>
                    <a:pt x="106997" y="1270"/>
                  </a:lnTo>
                  <a:close/>
                </a:path>
                <a:path w="111125" h="71754">
                  <a:moveTo>
                    <a:pt x="110998" y="8001"/>
                  </a:moveTo>
                  <a:lnTo>
                    <a:pt x="108839" y="4699"/>
                  </a:lnTo>
                  <a:lnTo>
                    <a:pt x="107238" y="2159"/>
                  </a:lnTo>
                  <a:lnTo>
                    <a:pt x="106629" y="1270"/>
                  </a:lnTo>
                  <a:lnTo>
                    <a:pt x="102362" y="0"/>
                  </a:lnTo>
                  <a:lnTo>
                    <a:pt x="101701" y="0"/>
                  </a:lnTo>
                  <a:lnTo>
                    <a:pt x="98171" y="1651"/>
                  </a:lnTo>
                  <a:lnTo>
                    <a:pt x="97650" y="1930"/>
                  </a:lnTo>
                  <a:lnTo>
                    <a:pt x="97180" y="2159"/>
                  </a:lnTo>
                  <a:lnTo>
                    <a:pt x="97028" y="2159"/>
                  </a:lnTo>
                  <a:lnTo>
                    <a:pt x="93472" y="3683"/>
                  </a:lnTo>
                  <a:lnTo>
                    <a:pt x="91313" y="7239"/>
                  </a:lnTo>
                  <a:lnTo>
                    <a:pt x="91694" y="11049"/>
                  </a:lnTo>
                  <a:lnTo>
                    <a:pt x="91821" y="12827"/>
                  </a:lnTo>
                  <a:lnTo>
                    <a:pt x="91948" y="14224"/>
                  </a:lnTo>
                  <a:lnTo>
                    <a:pt x="92583" y="15367"/>
                  </a:lnTo>
                  <a:lnTo>
                    <a:pt x="93726" y="16129"/>
                  </a:lnTo>
                  <a:lnTo>
                    <a:pt x="95123" y="17272"/>
                  </a:lnTo>
                  <a:lnTo>
                    <a:pt x="95745" y="17741"/>
                  </a:lnTo>
                  <a:lnTo>
                    <a:pt x="96139" y="18923"/>
                  </a:lnTo>
                  <a:lnTo>
                    <a:pt x="96647" y="20193"/>
                  </a:lnTo>
                  <a:lnTo>
                    <a:pt x="97663" y="21082"/>
                  </a:lnTo>
                  <a:lnTo>
                    <a:pt x="98806" y="21336"/>
                  </a:lnTo>
                  <a:lnTo>
                    <a:pt x="100076" y="21717"/>
                  </a:lnTo>
                  <a:lnTo>
                    <a:pt x="101473" y="21336"/>
                  </a:lnTo>
                  <a:lnTo>
                    <a:pt x="103136" y="19685"/>
                  </a:lnTo>
                  <a:lnTo>
                    <a:pt x="106083" y="16814"/>
                  </a:lnTo>
                  <a:lnTo>
                    <a:pt x="105473" y="17272"/>
                  </a:lnTo>
                  <a:lnTo>
                    <a:pt x="106768" y="16129"/>
                  </a:lnTo>
                  <a:lnTo>
                    <a:pt x="108750" y="14224"/>
                  </a:lnTo>
                  <a:lnTo>
                    <a:pt x="110985" y="8128"/>
                  </a:lnTo>
                  <a:lnTo>
                    <a:pt x="110998" y="8001"/>
                  </a:lnTo>
                  <a:close/>
                </a:path>
                <a:path w="111125" h="71754">
                  <a:moveTo>
                    <a:pt x="111125" y="8128"/>
                  </a:moveTo>
                  <a:lnTo>
                    <a:pt x="111036" y="8001"/>
                  </a:lnTo>
                  <a:lnTo>
                    <a:pt x="110985" y="8128"/>
                  </a:lnTo>
                  <a:lnTo>
                    <a:pt x="110731" y="11049"/>
                  </a:lnTo>
                  <a:lnTo>
                    <a:pt x="111125" y="8128"/>
                  </a:lnTo>
                  <a:close/>
                </a:path>
              </a:pathLst>
            </a:custGeom>
            <a:solidFill>
              <a:srgbClr val="3064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1328" y="4853686"/>
              <a:ext cx="328885" cy="2501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56959" y="5280405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6223" y="0"/>
                  </a:moveTo>
                  <a:lnTo>
                    <a:pt x="1777" y="0"/>
                  </a:lnTo>
                  <a:lnTo>
                    <a:pt x="0" y="1778"/>
                  </a:lnTo>
                  <a:lnTo>
                    <a:pt x="0" y="6223"/>
                  </a:lnTo>
                  <a:lnTo>
                    <a:pt x="1777" y="8128"/>
                  </a:lnTo>
                  <a:lnTo>
                    <a:pt x="6223" y="8128"/>
                  </a:lnTo>
                  <a:lnTo>
                    <a:pt x="8000" y="6223"/>
                  </a:lnTo>
                  <a:lnTo>
                    <a:pt x="8000" y="4064"/>
                  </a:lnTo>
                  <a:lnTo>
                    <a:pt x="8000" y="1778"/>
                  </a:lnTo>
                  <a:lnTo>
                    <a:pt x="6223" y="0"/>
                  </a:lnTo>
                  <a:close/>
                </a:path>
              </a:pathLst>
            </a:custGeom>
            <a:solidFill>
              <a:srgbClr val="3064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7785" y="4869433"/>
              <a:ext cx="319562" cy="2255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93330" y="5205095"/>
              <a:ext cx="13335" cy="19050"/>
            </a:xfrm>
            <a:custGeom>
              <a:avLst/>
              <a:gdLst/>
              <a:ahLst/>
              <a:cxnLst/>
              <a:rect l="l" t="t" r="r" b="b"/>
              <a:pathLst>
                <a:path w="13334" h="19050">
                  <a:moveTo>
                    <a:pt x="472" y="10724"/>
                  </a:moveTo>
                  <a:lnTo>
                    <a:pt x="554" y="12064"/>
                  </a:lnTo>
                  <a:lnTo>
                    <a:pt x="661" y="13842"/>
                  </a:lnTo>
                  <a:lnTo>
                    <a:pt x="762" y="16890"/>
                  </a:lnTo>
                  <a:lnTo>
                    <a:pt x="1777" y="18033"/>
                  </a:lnTo>
                  <a:lnTo>
                    <a:pt x="3048" y="18414"/>
                  </a:lnTo>
                  <a:lnTo>
                    <a:pt x="4445" y="18795"/>
                  </a:lnTo>
                  <a:lnTo>
                    <a:pt x="5842" y="18287"/>
                  </a:lnTo>
                  <a:lnTo>
                    <a:pt x="6603" y="17144"/>
                  </a:lnTo>
                  <a:lnTo>
                    <a:pt x="8885" y="13842"/>
                  </a:lnTo>
                  <a:lnTo>
                    <a:pt x="3991" y="13842"/>
                  </a:lnTo>
                  <a:lnTo>
                    <a:pt x="2540" y="12826"/>
                  </a:lnTo>
                  <a:lnTo>
                    <a:pt x="1143" y="12064"/>
                  </a:lnTo>
                  <a:lnTo>
                    <a:pt x="472" y="10724"/>
                  </a:lnTo>
                  <a:close/>
                </a:path>
                <a:path w="13334" h="19050">
                  <a:moveTo>
                    <a:pt x="5175" y="544"/>
                  </a:moveTo>
                  <a:lnTo>
                    <a:pt x="2159" y="1142"/>
                  </a:lnTo>
                  <a:lnTo>
                    <a:pt x="1570" y="1904"/>
                  </a:lnTo>
                  <a:lnTo>
                    <a:pt x="287" y="3936"/>
                  </a:lnTo>
                  <a:lnTo>
                    <a:pt x="20" y="4199"/>
                  </a:lnTo>
                  <a:lnTo>
                    <a:pt x="253" y="7111"/>
                  </a:lnTo>
                  <a:lnTo>
                    <a:pt x="369" y="9016"/>
                  </a:lnTo>
                  <a:lnTo>
                    <a:pt x="472" y="10724"/>
                  </a:lnTo>
                  <a:lnTo>
                    <a:pt x="1143" y="12064"/>
                  </a:lnTo>
                  <a:lnTo>
                    <a:pt x="2540" y="12826"/>
                  </a:lnTo>
                  <a:lnTo>
                    <a:pt x="3991" y="13842"/>
                  </a:lnTo>
                  <a:lnTo>
                    <a:pt x="5461" y="13842"/>
                  </a:lnTo>
                  <a:lnTo>
                    <a:pt x="6985" y="13207"/>
                  </a:lnTo>
                  <a:lnTo>
                    <a:pt x="10411" y="11633"/>
                  </a:lnTo>
                  <a:lnTo>
                    <a:pt x="12953" y="8000"/>
                  </a:lnTo>
                  <a:lnTo>
                    <a:pt x="12953" y="7111"/>
                  </a:lnTo>
                  <a:lnTo>
                    <a:pt x="12171" y="4340"/>
                  </a:lnTo>
                  <a:lnTo>
                    <a:pt x="12048" y="3936"/>
                  </a:lnTo>
                  <a:lnTo>
                    <a:pt x="10526" y="1904"/>
                  </a:lnTo>
                  <a:lnTo>
                    <a:pt x="1288" y="1904"/>
                  </a:lnTo>
                  <a:lnTo>
                    <a:pt x="5175" y="544"/>
                  </a:lnTo>
                  <a:close/>
                </a:path>
                <a:path w="13334" h="19050">
                  <a:moveTo>
                    <a:pt x="10411" y="11633"/>
                  </a:moveTo>
                  <a:lnTo>
                    <a:pt x="6985" y="13207"/>
                  </a:lnTo>
                  <a:lnTo>
                    <a:pt x="5461" y="13842"/>
                  </a:lnTo>
                  <a:lnTo>
                    <a:pt x="8885" y="13842"/>
                  </a:lnTo>
                  <a:lnTo>
                    <a:pt x="10411" y="11633"/>
                  </a:lnTo>
                  <a:close/>
                </a:path>
                <a:path w="13334" h="19050">
                  <a:moveTo>
                    <a:pt x="12985" y="7111"/>
                  </a:moveTo>
                  <a:lnTo>
                    <a:pt x="12953" y="8000"/>
                  </a:lnTo>
                  <a:lnTo>
                    <a:pt x="10411" y="11633"/>
                  </a:lnTo>
                  <a:lnTo>
                    <a:pt x="11684" y="11048"/>
                  </a:lnTo>
                  <a:lnTo>
                    <a:pt x="13147" y="8000"/>
                  </a:lnTo>
                  <a:lnTo>
                    <a:pt x="12985" y="7111"/>
                  </a:lnTo>
                  <a:close/>
                </a:path>
                <a:path w="13334" h="19050">
                  <a:moveTo>
                    <a:pt x="12079" y="3936"/>
                  </a:moveTo>
                  <a:lnTo>
                    <a:pt x="12171" y="4340"/>
                  </a:lnTo>
                  <a:lnTo>
                    <a:pt x="12985" y="7111"/>
                  </a:lnTo>
                  <a:lnTo>
                    <a:pt x="12953" y="5079"/>
                  </a:lnTo>
                  <a:lnTo>
                    <a:pt x="12079" y="3936"/>
                  </a:lnTo>
                  <a:close/>
                </a:path>
                <a:path w="13334" h="19050">
                  <a:moveTo>
                    <a:pt x="1570" y="1904"/>
                  </a:moveTo>
                  <a:lnTo>
                    <a:pt x="0" y="3936"/>
                  </a:lnTo>
                  <a:lnTo>
                    <a:pt x="20" y="4199"/>
                  </a:lnTo>
                  <a:lnTo>
                    <a:pt x="287" y="3936"/>
                  </a:lnTo>
                  <a:lnTo>
                    <a:pt x="1570" y="1904"/>
                  </a:lnTo>
                  <a:close/>
                </a:path>
                <a:path w="13334" h="19050">
                  <a:moveTo>
                    <a:pt x="9698" y="822"/>
                  </a:moveTo>
                  <a:lnTo>
                    <a:pt x="12079" y="3936"/>
                  </a:lnTo>
                  <a:lnTo>
                    <a:pt x="11429" y="1904"/>
                  </a:lnTo>
                  <a:lnTo>
                    <a:pt x="9698" y="822"/>
                  </a:lnTo>
                  <a:close/>
                </a:path>
                <a:path w="13334" h="19050">
                  <a:moveTo>
                    <a:pt x="7447" y="186"/>
                  </a:moveTo>
                  <a:lnTo>
                    <a:pt x="5659" y="544"/>
                  </a:lnTo>
                  <a:lnTo>
                    <a:pt x="4380" y="822"/>
                  </a:lnTo>
                  <a:lnTo>
                    <a:pt x="1288" y="1904"/>
                  </a:lnTo>
                  <a:lnTo>
                    <a:pt x="10526" y="1904"/>
                  </a:lnTo>
                  <a:lnTo>
                    <a:pt x="9698" y="822"/>
                  </a:lnTo>
                  <a:lnTo>
                    <a:pt x="9885" y="822"/>
                  </a:lnTo>
                  <a:lnTo>
                    <a:pt x="7447" y="186"/>
                  </a:lnTo>
                  <a:close/>
                </a:path>
                <a:path w="13334" h="19050">
                  <a:moveTo>
                    <a:pt x="6730" y="0"/>
                  </a:moveTo>
                  <a:lnTo>
                    <a:pt x="4380" y="822"/>
                  </a:lnTo>
                  <a:lnTo>
                    <a:pt x="5659" y="544"/>
                  </a:lnTo>
                  <a:lnTo>
                    <a:pt x="7447" y="186"/>
                  </a:lnTo>
                  <a:lnTo>
                    <a:pt x="6730" y="0"/>
                  </a:lnTo>
                  <a:close/>
                </a:path>
                <a:path w="13334" h="19050">
                  <a:moveTo>
                    <a:pt x="8382" y="0"/>
                  </a:moveTo>
                  <a:lnTo>
                    <a:pt x="7447" y="186"/>
                  </a:lnTo>
                  <a:lnTo>
                    <a:pt x="9885" y="822"/>
                  </a:lnTo>
                  <a:lnTo>
                    <a:pt x="9698" y="822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3064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3953" y="4898008"/>
              <a:ext cx="346422" cy="2816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4444" y="5682272"/>
              <a:ext cx="241300" cy="2661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37300" y="5699087"/>
              <a:ext cx="120396" cy="10594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13354" y="5710859"/>
              <a:ext cx="106045" cy="276225"/>
            </a:xfrm>
            <a:custGeom>
              <a:avLst/>
              <a:gdLst/>
              <a:ahLst/>
              <a:cxnLst/>
              <a:rect l="l" t="t" r="r" b="b"/>
              <a:pathLst>
                <a:path w="106045" h="276225">
                  <a:moveTo>
                    <a:pt x="1242" y="114580"/>
                  </a:moveTo>
                  <a:lnTo>
                    <a:pt x="1937" y="127431"/>
                  </a:lnTo>
                  <a:lnTo>
                    <a:pt x="2270" y="134691"/>
                  </a:lnTo>
                  <a:lnTo>
                    <a:pt x="2328" y="136018"/>
                  </a:lnTo>
                  <a:lnTo>
                    <a:pt x="2432" y="138404"/>
                  </a:lnTo>
                  <a:lnTo>
                    <a:pt x="3067" y="147497"/>
                  </a:lnTo>
                  <a:lnTo>
                    <a:pt x="4395" y="164922"/>
                  </a:lnTo>
                  <a:lnTo>
                    <a:pt x="4436" y="165468"/>
                  </a:lnTo>
                  <a:lnTo>
                    <a:pt x="4562" y="167159"/>
                  </a:lnTo>
                  <a:lnTo>
                    <a:pt x="4637" y="168169"/>
                  </a:lnTo>
                  <a:lnTo>
                    <a:pt x="5021" y="176580"/>
                  </a:lnTo>
                  <a:lnTo>
                    <a:pt x="5099" y="177787"/>
                  </a:lnTo>
                  <a:lnTo>
                    <a:pt x="5226" y="197827"/>
                  </a:lnTo>
                  <a:lnTo>
                    <a:pt x="5435" y="206439"/>
                  </a:lnTo>
                  <a:lnTo>
                    <a:pt x="5480" y="208318"/>
                  </a:lnTo>
                  <a:lnTo>
                    <a:pt x="5607" y="209016"/>
                  </a:lnTo>
                  <a:lnTo>
                    <a:pt x="6242" y="218033"/>
                  </a:lnTo>
                  <a:lnTo>
                    <a:pt x="6242" y="218427"/>
                  </a:lnTo>
                  <a:lnTo>
                    <a:pt x="7385" y="228219"/>
                  </a:lnTo>
                  <a:lnTo>
                    <a:pt x="7385" y="228854"/>
                  </a:lnTo>
                  <a:lnTo>
                    <a:pt x="24833" y="267226"/>
                  </a:lnTo>
                  <a:lnTo>
                    <a:pt x="37202" y="275348"/>
                  </a:lnTo>
                  <a:lnTo>
                    <a:pt x="37502" y="275348"/>
                  </a:lnTo>
                  <a:lnTo>
                    <a:pt x="40659" y="275882"/>
                  </a:lnTo>
                  <a:lnTo>
                    <a:pt x="42310" y="276136"/>
                  </a:lnTo>
                  <a:lnTo>
                    <a:pt x="43834" y="275348"/>
                  </a:lnTo>
                  <a:lnTo>
                    <a:pt x="44469" y="273951"/>
                  </a:lnTo>
                  <a:lnTo>
                    <a:pt x="45231" y="272554"/>
                  </a:lnTo>
                  <a:lnTo>
                    <a:pt x="44850" y="270865"/>
                  </a:lnTo>
                  <a:lnTo>
                    <a:pt x="43707" y="269786"/>
                  </a:lnTo>
                  <a:lnTo>
                    <a:pt x="41713" y="267792"/>
                  </a:lnTo>
                  <a:lnTo>
                    <a:pt x="41548" y="267792"/>
                  </a:lnTo>
                  <a:lnTo>
                    <a:pt x="41121" y="267226"/>
                  </a:lnTo>
                  <a:lnTo>
                    <a:pt x="38788" y="263893"/>
                  </a:lnTo>
                  <a:lnTo>
                    <a:pt x="38680" y="263740"/>
                  </a:lnTo>
                  <a:lnTo>
                    <a:pt x="38373" y="263740"/>
                  </a:lnTo>
                  <a:lnTo>
                    <a:pt x="37484" y="262051"/>
                  </a:lnTo>
                  <a:lnTo>
                    <a:pt x="37825" y="262051"/>
                  </a:lnTo>
                  <a:lnTo>
                    <a:pt x="37421" y="260807"/>
                  </a:lnTo>
                  <a:lnTo>
                    <a:pt x="37230" y="260807"/>
                  </a:lnTo>
                  <a:lnTo>
                    <a:pt x="37063" y="259907"/>
                  </a:lnTo>
                  <a:lnTo>
                    <a:pt x="37042" y="259130"/>
                  </a:lnTo>
                  <a:lnTo>
                    <a:pt x="36855" y="257458"/>
                  </a:lnTo>
                  <a:lnTo>
                    <a:pt x="36828" y="256270"/>
                  </a:lnTo>
                  <a:lnTo>
                    <a:pt x="36722" y="251523"/>
                  </a:lnTo>
                  <a:lnTo>
                    <a:pt x="36224" y="243547"/>
                  </a:lnTo>
                  <a:lnTo>
                    <a:pt x="36028" y="239306"/>
                  </a:lnTo>
                  <a:lnTo>
                    <a:pt x="35952" y="237578"/>
                  </a:lnTo>
                  <a:lnTo>
                    <a:pt x="35833" y="234861"/>
                  </a:lnTo>
                  <a:lnTo>
                    <a:pt x="35325" y="225945"/>
                  </a:lnTo>
                  <a:lnTo>
                    <a:pt x="35325" y="225704"/>
                  </a:lnTo>
                  <a:lnTo>
                    <a:pt x="34563" y="215874"/>
                  </a:lnTo>
                  <a:lnTo>
                    <a:pt x="34078" y="209016"/>
                  </a:lnTo>
                  <a:lnTo>
                    <a:pt x="33958" y="207325"/>
                  </a:lnTo>
                  <a:lnTo>
                    <a:pt x="33896" y="206439"/>
                  </a:lnTo>
                  <a:lnTo>
                    <a:pt x="33166" y="186575"/>
                  </a:lnTo>
                  <a:lnTo>
                    <a:pt x="32838" y="178377"/>
                  </a:lnTo>
                  <a:lnTo>
                    <a:pt x="32785" y="176580"/>
                  </a:lnTo>
                  <a:lnTo>
                    <a:pt x="31896" y="165468"/>
                  </a:lnTo>
                  <a:lnTo>
                    <a:pt x="31896" y="164922"/>
                  </a:lnTo>
                  <a:lnTo>
                    <a:pt x="30753" y="154774"/>
                  </a:lnTo>
                  <a:lnTo>
                    <a:pt x="30626" y="154597"/>
                  </a:lnTo>
                  <a:lnTo>
                    <a:pt x="28041" y="134691"/>
                  </a:lnTo>
                  <a:lnTo>
                    <a:pt x="27197" y="127571"/>
                  </a:lnTo>
                  <a:lnTo>
                    <a:pt x="27197" y="127431"/>
                  </a:lnTo>
                  <a:lnTo>
                    <a:pt x="26350" y="121132"/>
                  </a:lnTo>
                  <a:lnTo>
                    <a:pt x="12587" y="121132"/>
                  </a:lnTo>
                  <a:lnTo>
                    <a:pt x="6877" y="120167"/>
                  </a:lnTo>
                  <a:lnTo>
                    <a:pt x="5475" y="118646"/>
                  </a:lnTo>
                  <a:lnTo>
                    <a:pt x="3321" y="117932"/>
                  </a:lnTo>
                  <a:lnTo>
                    <a:pt x="1242" y="114580"/>
                  </a:lnTo>
                  <a:close/>
                </a:path>
                <a:path w="106045" h="276225">
                  <a:moveTo>
                    <a:pt x="41561" y="267639"/>
                  </a:moveTo>
                  <a:lnTo>
                    <a:pt x="41548" y="267792"/>
                  </a:lnTo>
                  <a:lnTo>
                    <a:pt x="41713" y="267792"/>
                  </a:lnTo>
                  <a:lnTo>
                    <a:pt x="41561" y="267639"/>
                  </a:lnTo>
                  <a:close/>
                </a:path>
                <a:path w="106045" h="276225">
                  <a:moveTo>
                    <a:pt x="37484" y="262051"/>
                  </a:moveTo>
                  <a:lnTo>
                    <a:pt x="38373" y="263740"/>
                  </a:lnTo>
                  <a:lnTo>
                    <a:pt x="38113" y="262940"/>
                  </a:lnTo>
                  <a:lnTo>
                    <a:pt x="37484" y="262051"/>
                  </a:lnTo>
                  <a:close/>
                </a:path>
                <a:path w="106045" h="276225">
                  <a:moveTo>
                    <a:pt x="38113" y="262940"/>
                  </a:moveTo>
                  <a:lnTo>
                    <a:pt x="38373" y="263740"/>
                  </a:lnTo>
                  <a:lnTo>
                    <a:pt x="38680" y="263740"/>
                  </a:lnTo>
                  <a:lnTo>
                    <a:pt x="38113" y="262940"/>
                  </a:lnTo>
                  <a:close/>
                </a:path>
                <a:path w="106045" h="276225">
                  <a:moveTo>
                    <a:pt x="37825" y="262051"/>
                  </a:moveTo>
                  <a:lnTo>
                    <a:pt x="37484" y="262051"/>
                  </a:lnTo>
                  <a:lnTo>
                    <a:pt x="38113" y="262940"/>
                  </a:lnTo>
                  <a:lnTo>
                    <a:pt x="37825" y="262051"/>
                  </a:lnTo>
                  <a:close/>
                </a:path>
                <a:path w="106045" h="276225">
                  <a:moveTo>
                    <a:pt x="37129" y="259907"/>
                  </a:moveTo>
                  <a:lnTo>
                    <a:pt x="37230" y="260807"/>
                  </a:lnTo>
                  <a:lnTo>
                    <a:pt x="37421" y="260807"/>
                  </a:lnTo>
                  <a:lnTo>
                    <a:pt x="37129" y="259907"/>
                  </a:lnTo>
                  <a:close/>
                </a:path>
                <a:path w="106045" h="276225">
                  <a:moveTo>
                    <a:pt x="5475" y="118646"/>
                  </a:moveTo>
                  <a:lnTo>
                    <a:pt x="6877" y="120167"/>
                  </a:lnTo>
                  <a:lnTo>
                    <a:pt x="12587" y="121132"/>
                  </a:lnTo>
                  <a:lnTo>
                    <a:pt x="12973" y="121132"/>
                  </a:lnTo>
                  <a:lnTo>
                    <a:pt x="5475" y="118646"/>
                  </a:lnTo>
                  <a:close/>
                </a:path>
                <a:path w="106045" h="276225">
                  <a:moveTo>
                    <a:pt x="16316" y="88270"/>
                  </a:moveTo>
                  <a:lnTo>
                    <a:pt x="14497" y="90170"/>
                  </a:lnTo>
                  <a:lnTo>
                    <a:pt x="12084" y="92798"/>
                  </a:lnTo>
                  <a:lnTo>
                    <a:pt x="10385" y="94538"/>
                  </a:lnTo>
                  <a:lnTo>
                    <a:pt x="9798" y="95262"/>
                  </a:lnTo>
                  <a:lnTo>
                    <a:pt x="6750" y="98234"/>
                  </a:lnTo>
                  <a:lnTo>
                    <a:pt x="4972" y="100037"/>
                  </a:lnTo>
                  <a:lnTo>
                    <a:pt x="3165" y="102202"/>
                  </a:lnTo>
                  <a:lnTo>
                    <a:pt x="2305" y="103517"/>
                  </a:lnTo>
                  <a:lnTo>
                    <a:pt x="986" y="105661"/>
                  </a:lnTo>
                  <a:lnTo>
                    <a:pt x="1108" y="111544"/>
                  </a:lnTo>
                  <a:lnTo>
                    <a:pt x="1222" y="114128"/>
                  </a:lnTo>
                  <a:lnTo>
                    <a:pt x="3453" y="116459"/>
                  </a:lnTo>
                  <a:lnTo>
                    <a:pt x="5475" y="118646"/>
                  </a:lnTo>
                  <a:lnTo>
                    <a:pt x="12973" y="121132"/>
                  </a:lnTo>
                  <a:lnTo>
                    <a:pt x="12092" y="121132"/>
                  </a:lnTo>
                  <a:lnTo>
                    <a:pt x="20847" y="116459"/>
                  </a:lnTo>
                  <a:lnTo>
                    <a:pt x="23006" y="111544"/>
                  </a:lnTo>
                  <a:lnTo>
                    <a:pt x="22068" y="107645"/>
                  </a:lnTo>
                  <a:lnTo>
                    <a:pt x="21976" y="107264"/>
                  </a:lnTo>
                  <a:lnTo>
                    <a:pt x="21863" y="106794"/>
                  </a:lnTo>
                  <a:lnTo>
                    <a:pt x="21781" y="106438"/>
                  </a:lnTo>
                  <a:lnTo>
                    <a:pt x="19323" y="106438"/>
                  </a:lnTo>
                  <a:lnTo>
                    <a:pt x="19572" y="104543"/>
                  </a:lnTo>
                  <a:lnTo>
                    <a:pt x="19665" y="103835"/>
                  </a:lnTo>
                  <a:lnTo>
                    <a:pt x="19749" y="103192"/>
                  </a:lnTo>
                  <a:lnTo>
                    <a:pt x="19798" y="102819"/>
                  </a:lnTo>
                  <a:lnTo>
                    <a:pt x="19879" y="102202"/>
                  </a:lnTo>
                  <a:lnTo>
                    <a:pt x="20004" y="101257"/>
                  </a:lnTo>
                  <a:lnTo>
                    <a:pt x="20095" y="100558"/>
                  </a:lnTo>
                  <a:lnTo>
                    <a:pt x="20212" y="99669"/>
                  </a:lnTo>
                  <a:lnTo>
                    <a:pt x="22447" y="99669"/>
                  </a:lnTo>
                  <a:lnTo>
                    <a:pt x="21277" y="94538"/>
                  </a:lnTo>
                  <a:lnTo>
                    <a:pt x="21220" y="94297"/>
                  </a:lnTo>
                  <a:lnTo>
                    <a:pt x="21123" y="93883"/>
                  </a:lnTo>
                  <a:lnTo>
                    <a:pt x="16442" y="88602"/>
                  </a:lnTo>
                  <a:lnTo>
                    <a:pt x="16805" y="88602"/>
                  </a:lnTo>
                  <a:lnTo>
                    <a:pt x="16316" y="88270"/>
                  </a:lnTo>
                  <a:close/>
                </a:path>
                <a:path w="106045" h="276225">
                  <a:moveTo>
                    <a:pt x="22576" y="100245"/>
                  </a:moveTo>
                  <a:lnTo>
                    <a:pt x="21224" y="102819"/>
                  </a:lnTo>
                  <a:lnTo>
                    <a:pt x="21342" y="104543"/>
                  </a:lnTo>
                  <a:lnTo>
                    <a:pt x="23006" y="111544"/>
                  </a:lnTo>
                  <a:lnTo>
                    <a:pt x="20936" y="116255"/>
                  </a:lnTo>
                  <a:lnTo>
                    <a:pt x="20847" y="116459"/>
                  </a:lnTo>
                  <a:lnTo>
                    <a:pt x="12092" y="121132"/>
                  </a:lnTo>
                  <a:lnTo>
                    <a:pt x="12973" y="121132"/>
                  </a:lnTo>
                  <a:lnTo>
                    <a:pt x="16783" y="120675"/>
                  </a:lnTo>
                  <a:lnTo>
                    <a:pt x="21990" y="117335"/>
                  </a:lnTo>
                  <a:lnTo>
                    <a:pt x="23387" y="116255"/>
                  </a:lnTo>
                  <a:lnTo>
                    <a:pt x="25317" y="114580"/>
                  </a:lnTo>
                  <a:lnTo>
                    <a:pt x="25223" y="113499"/>
                  </a:lnTo>
                  <a:lnTo>
                    <a:pt x="24917" y="111544"/>
                  </a:lnTo>
                  <a:lnTo>
                    <a:pt x="24217" y="107645"/>
                  </a:lnTo>
                  <a:lnTo>
                    <a:pt x="24149" y="107264"/>
                  </a:lnTo>
                  <a:lnTo>
                    <a:pt x="22647" y="100558"/>
                  </a:lnTo>
                  <a:lnTo>
                    <a:pt x="22576" y="100245"/>
                  </a:lnTo>
                  <a:close/>
                </a:path>
                <a:path w="106045" h="276225">
                  <a:moveTo>
                    <a:pt x="25394" y="114580"/>
                  </a:moveTo>
                  <a:lnTo>
                    <a:pt x="24104" y="115633"/>
                  </a:lnTo>
                  <a:lnTo>
                    <a:pt x="23387" y="116255"/>
                  </a:lnTo>
                  <a:lnTo>
                    <a:pt x="21990" y="117335"/>
                  </a:lnTo>
                  <a:lnTo>
                    <a:pt x="16783" y="120675"/>
                  </a:lnTo>
                  <a:lnTo>
                    <a:pt x="12973" y="121132"/>
                  </a:lnTo>
                  <a:lnTo>
                    <a:pt x="26350" y="121132"/>
                  </a:lnTo>
                  <a:lnTo>
                    <a:pt x="26289" y="120675"/>
                  </a:lnTo>
                  <a:lnTo>
                    <a:pt x="26181" y="119557"/>
                  </a:lnTo>
                  <a:lnTo>
                    <a:pt x="25394" y="114580"/>
                  </a:lnTo>
                  <a:close/>
                </a:path>
                <a:path w="106045" h="276225">
                  <a:moveTo>
                    <a:pt x="1222" y="114128"/>
                  </a:moveTo>
                  <a:lnTo>
                    <a:pt x="1242" y="114580"/>
                  </a:lnTo>
                  <a:lnTo>
                    <a:pt x="3321" y="117932"/>
                  </a:lnTo>
                  <a:lnTo>
                    <a:pt x="5475" y="118646"/>
                  </a:lnTo>
                  <a:lnTo>
                    <a:pt x="3575" y="116586"/>
                  </a:lnTo>
                  <a:lnTo>
                    <a:pt x="1222" y="114128"/>
                  </a:lnTo>
                  <a:close/>
                </a:path>
                <a:path w="106045" h="276225">
                  <a:moveTo>
                    <a:pt x="620" y="113499"/>
                  </a:moveTo>
                  <a:lnTo>
                    <a:pt x="962" y="114128"/>
                  </a:lnTo>
                  <a:lnTo>
                    <a:pt x="1242" y="114580"/>
                  </a:lnTo>
                  <a:lnTo>
                    <a:pt x="1222" y="114128"/>
                  </a:lnTo>
                  <a:lnTo>
                    <a:pt x="620" y="113499"/>
                  </a:lnTo>
                  <a:close/>
                </a:path>
                <a:path w="106045" h="276225">
                  <a:moveTo>
                    <a:pt x="96920" y="0"/>
                  </a:moveTo>
                  <a:lnTo>
                    <a:pt x="92602" y="1206"/>
                  </a:lnTo>
                  <a:lnTo>
                    <a:pt x="90316" y="4546"/>
                  </a:lnTo>
                  <a:lnTo>
                    <a:pt x="85855" y="11150"/>
                  </a:lnTo>
                  <a:lnTo>
                    <a:pt x="84474" y="13119"/>
                  </a:lnTo>
                  <a:lnTo>
                    <a:pt x="81680" y="16586"/>
                  </a:lnTo>
                  <a:lnTo>
                    <a:pt x="77235" y="21602"/>
                  </a:lnTo>
                  <a:lnTo>
                    <a:pt x="72282" y="26847"/>
                  </a:lnTo>
                  <a:lnTo>
                    <a:pt x="66059" y="33286"/>
                  </a:lnTo>
                  <a:lnTo>
                    <a:pt x="60471" y="39319"/>
                  </a:lnTo>
                  <a:lnTo>
                    <a:pt x="54629" y="45745"/>
                  </a:lnTo>
                  <a:lnTo>
                    <a:pt x="49041" y="52019"/>
                  </a:lnTo>
                  <a:lnTo>
                    <a:pt x="33293" y="69494"/>
                  </a:lnTo>
                  <a:lnTo>
                    <a:pt x="28848" y="74282"/>
                  </a:lnTo>
                  <a:lnTo>
                    <a:pt x="20466" y="83845"/>
                  </a:lnTo>
                  <a:lnTo>
                    <a:pt x="18880" y="85610"/>
                  </a:lnTo>
                  <a:lnTo>
                    <a:pt x="16316" y="88270"/>
                  </a:lnTo>
                  <a:lnTo>
                    <a:pt x="20466" y="91084"/>
                  </a:lnTo>
                  <a:lnTo>
                    <a:pt x="21123" y="93883"/>
                  </a:lnTo>
                  <a:lnTo>
                    <a:pt x="21704" y="94538"/>
                  </a:lnTo>
                  <a:lnTo>
                    <a:pt x="22256" y="95262"/>
                  </a:lnTo>
                  <a:lnTo>
                    <a:pt x="22573" y="98234"/>
                  </a:lnTo>
                  <a:lnTo>
                    <a:pt x="22647" y="100558"/>
                  </a:lnTo>
                  <a:lnTo>
                    <a:pt x="23790" y="105661"/>
                  </a:lnTo>
                  <a:lnTo>
                    <a:pt x="23843" y="105899"/>
                  </a:lnTo>
                  <a:lnTo>
                    <a:pt x="23964" y="106438"/>
                  </a:lnTo>
                  <a:lnTo>
                    <a:pt x="24044" y="106794"/>
                  </a:lnTo>
                  <a:lnTo>
                    <a:pt x="24149" y="107264"/>
                  </a:lnTo>
                  <a:lnTo>
                    <a:pt x="24917" y="111544"/>
                  </a:lnTo>
                  <a:lnTo>
                    <a:pt x="25223" y="113499"/>
                  </a:lnTo>
                  <a:lnTo>
                    <a:pt x="25323" y="114128"/>
                  </a:lnTo>
                  <a:lnTo>
                    <a:pt x="25394" y="114580"/>
                  </a:lnTo>
                  <a:lnTo>
                    <a:pt x="25837" y="114128"/>
                  </a:lnTo>
                  <a:lnTo>
                    <a:pt x="26562" y="113499"/>
                  </a:lnTo>
                  <a:lnTo>
                    <a:pt x="28691" y="111544"/>
                  </a:lnTo>
                  <a:lnTo>
                    <a:pt x="29737" y="110528"/>
                  </a:lnTo>
                  <a:lnTo>
                    <a:pt x="30118" y="110197"/>
                  </a:lnTo>
                  <a:lnTo>
                    <a:pt x="32645" y="107645"/>
                  </a:lnTo>
                  <a:lnTo>
                    <a:pt x="32785" y="107429"/>
                  </a:lnTo>
                  <a:lnTo>
                    <a:pt x="36214" y="103835"/>
                  </a:lnTo>
                  <a:lnTo>
                    <a:pt x="39135" y="100558"/>
                  </a:lnTo>
                  <a:lnTo>
                    <a:pt x="43653" y="95262"/>
                  </a:lnTo>
                  <a:lnTo>
                    <a:pt x="51708" y="85610"/>
                  </a:lnTo>
                  <a:lnTo>
                    <a:pt x="57296" y="79082"/>
                  </a:lnTo>
                  <a:lnTo>
                    <a:pt x="61741" y="73609"/>
                  </a:lnTo>
                  <a:lnTo>
                    <a:pt x="66821" y="67221"/>
                  </a:lnTo>
                  <a:lnTo>
                    <a:pt x="77397" y="54140"/>
                  </a:lnTo>
                  <a:lnTo>
                    <a:pt x="79076" y="52019"/>
                  </a:lnTo>
                  <a:lnTo>
                    <a:pt x="82442" y="47853"/>
                  </a:lnTo>
                  <a:lnTo>
                    <a:pt x="88157" y="41071"/>
                  </a:lnTo>
                  <a:lnTo>
                    <a:pt x="88411" y="40843"/>
                  </a:lnTo>
                  <a:lnTo>
                    <a:pt x="93110" y="34861"/>
                  </a:lnTo>
                  <a:lnTo>
                    <a:pt x="104794" y="11315"/>
                  </a:lnTo>
                  <a:lnTo>
                    <a:pt x="105937" y="7467"/>
                  </a:lnTo>
                  <a:lnTo>
                    <a:pt x="104159" y="3378"/>
                  </a:lnTo>
                  <a:lnTo>
                    <a:pt x="100476" y="1689"/>
                  </a:lnTo>
                  <a:lnTo>
                    <a:pt x="96920" y="0"/>
                  </a:lnTo>
                  <a:close/>
                </a:path>
                <a:path w="106045" h="276225">
                  <a:moveTo>
                    <a:pt x="986" y="105661"/>
                  </a:moveTo>
                  <a:lnTo>
                    <a:pt x="839" y="105899"/>
                  </a:lnTo>
                  <a:lnTo>
                    <a:pt x="777" y="106794"/>
                  </a:lnTo>
                  <a:lnTo>
                    <a:pt x="654" y="108559"/>
                  </a:lnTo>
                  <a:lnTo>
                    <a:pt x="585" y="109893"/>
                  </a:lnTo>
                  <a:lnTo>
                    <a:pt x="499" y="111544"/>
                  </a:lnTo>
                  <a:lnTo>
                    <a:pt x="397" y="113499"/>
                  </a:lnTo>
                  <a:lnTo>
                    <a:pt x="620" y="113499"/>
                  </a:lnTo>
                  <a:lnTo>
                    <a:pt x="1222" y="114128"/>
                  </a:lnTo>
                  <a:lnTo>
                    <a:pt x="1108" y="111544"/>
                  </a:lnTo>
                  <a:lnTo>
                    <a:pt x="986" y="105661"/>
                  </a:lnTo>
                  <a:close/>
                </a:path>
                <a:path w="106045" h="276225">
                  <a:moveTo>
                    <a:pt x="839" y="105899"/>
                  </a:moveTo>
                  <a:lnTo>
                    <a:pt x="0" y="107264"/>
                  </a:lnTo>
                  <a:lnTo>
                    <a:pt x="42" y="111544"/>
                  </a:lnTo>
                  <a:lnTo>
                    <a:pt x="181" y="113499"/>
                  </a:lnTo>
                  <a:lnTo>
                    <a:pt x="397" y="113499"/>
                  </a:lnTo>
                  <a:lnTo>
                    <a:pt x="499" y="111544"/>
                  </a:lnTo>
                  <a:lnTo>
                    <a:pt x="585" y="109893"/>
                  </a:lnTo>
                  <a:lnTo>
                    <a:pt x="654" y="108559"/>
                  </a:lnTo>
                  <a:lnTo>
                    <a:pt x="777" y="106794"/>
                  </a:lnTo>
                  <a:lnTo>
                    <a:pt x="839" y="105899"/>
                  </a:lnTo>
                  <a:close/>
                </a:path>
                <a:path w="106045" h="276225">
                  <a:moveTo>
                    <a:pt x="20212" y="99669"/>
                  </a:moveTo>
                  <a:lnTo>
                    <a:pt x="19425" y="105661"/>
                  </a:lnTo>
                  <a:lnTo>
                    <a:pt x="19323" y="106438"/>
                  </a:lnTo>
                  <a:lnTo>
                    <a:pt x="21028" y="103192"/>
                  </a:lnTo>
                  <a:lnTo>
                    <a:pt x="20418" y="100558"/>
                  </a:lnTo>
                  <a:lnTo>
                    <a:pt x="20297" y="100037"/>
                  </a:lnTo>
                  <a:lnTo>
                    <a:pt x="20212" y="99669"/>
                  </a:lnTo>
                  <a:close/>
                </a:path>
                <a:path w="106045" h="276225">
                  <a:moveTo>
                    <a:pt x="21028" y="103192"/>
                  </a:moveTo>
                  <a:lnTo>
                    <a:pt x="19323" y="106438"/>
                  </a:lnTo>
                  <a:lnTo>
                    <a:pt x="21781" y="106438"/>
                  </a:lnTo>
                  <a:lnTo>
                    <a:pt x="21342" y="104543"/>
                  </a:lnTo>
                  <a:lnTo>
                    <a:pt x="21229" y="104056"/>
                  </a:lnTo>
                  <a:lnTo>
                    <a:pt x="21104" y="103517"/>
                  </a:lnTo>
                  <a:lnTo>
                    <a:pt x="21028" y="103192"/>
                  </a:lnTo>
                  <a:close/>
                </a:path>
                <a:path w="106045" h="276225">
                  <a:moveTo>
                    <a:pt x="3950" y="101257"/>
                  </a:moveTo>
                  <a:lnTo>
                    <a:pt x="1162" y="101257"/>
                  </a:lnTo>
                  <a:lnTo>
                    <a:pt x="1053" y="102819"/>
                  </a:lnTo>
                  <a:lnTo>
                    <a:pt x="986" y="105661"/>
                  </a:lnTo>
                  <a:lnTo>
                    <a:pt x="2305" y="103517"/>
                  </a:lnTo>
                  <a:lnTo>
                    <a:pt x="3165" y="102202"/>
                  </a:lnTo>
                  <a:lnTo>
                    <a:pt x="3950" y="101257"/>
                  </a:lnTo>
                  <a:close/>
                </a:path>
                <a:path w="106045" h="276225">
                  <a:moveTo>
                    <a:pt x="22447" y="99669"/>
                  </a:moveTo>
                  <a:lnTo>
                    <a:pt x="20212" y="99669"/>
                  </a:lnTo>
                  <a:lnTo>
                    <a:pt x="20942" y="102819"/>
                  </a:lnTo>
                  <a:lnTo>
                    <a:pt x="21028" y="103192"/>
                  </a:lnTo>
                  <a:lnTo>
                    <a:pt x="22576" y="100245"/>
                  </a:lnTo>
                  <a:lnTo>
                    <a:pt x="22530" y="100037"/>
                  </a:lnTo>
                  <a:lnTo>
                    <a:pt x="22447" y="99669"/>
                  </a:lnTo>
                  <a:close/>
                </a:path>
                <a:path w="106045" h="276225">
                  <a:moveTo>
                    <a:pt x="13454" y="87840"/>
                  </a:moveTo>
                  <a:lnTo>
                    <a:pt x="8649" y="88602"/>
                  </a:lnTo>
                  <a:lnTo>
                    <a:pt x="3575" y="90576"/>
                  </a:lnTo>
                  <a:lnTo>
                    <a:pt x="951" y="94297"/>
                  </a:lnTo>
                  <a:lnTo>
                    <a:pt x="1034" y="101257"/>
                  </a:lnTo>
                  <a:lnTo>
                    <a:pt x="1112" y="102202"/>
                  </a:lnTo>
                  <a:lnTo>
                    <a:pt x="1162" y="101257"/>
                  </a:lnTo>
                  <a:lnTo>
                    <a:pt x="3950" y="101257"/>
                  </a:lnTo>
                  <a:lnTo>
                    <a:pt x="4972" y="100037"/>
                  </a:lnTo>
                  <a:lnTo>
                    <a:pt x="6750" y="98234"/>
                  </a:lnTo>
                  <a:lnTo>
                    <a:pt x="9525" y="95529"/>
                  </a:lnTo>
                  <a:lnTo>
                    <a:pt x="9678" y="95262"/>
                  </a:lnTo>
                  <a:lnTo>
                    <a:pt x="12084" y="92798"/>
                  </a:lnTo>
                  <a:lnTo>
                    <a:pt x="14497" y="90170"/>
                  </a:lnTo>
                  <a:lnTo>
                    <a:pt x="15999" y="88602"/>
                  </a:lnTo>
                  <a:lnTo>
                    <a:pt x="16588" y="88602"/>
                  </a:lnTo>
                  <a:lnTo>
                    <a:pt x="13454" y="87840"/>
                  </a:lnTo>
                  <a:close/>
                </a:path>
                <a:path w="106045" h="276225">
                  <a:moveTo>
                    <a:pt x="21123" y="93883"/>
                  </a:moveTo>
                  <a:lnTo>
                    <a:pt x="21736" y="96494"/>
                  </a:lnTo>
                  <a:lnTo>
                    <a:pt x="22447" y="99669"/>
                  </a:lnTo>
                  <a:lnTo>
                    <a:pt x="22530" y="100037"/>
                  </a:lnTo>
                  <a:lnTo>
                    <a:pt x="22576" y="100245"/>
                  </a:lnTo>
                  <a:lnTo>
                    <a:pt x="22573" y="98234"/>
                  </a:lnTo>
                  <a:lnTo>
                    <a:pt x="22388" y="96494"/>
                  </a:lnTo>
                  <a:lnTo>
                    <a:pt x="22285" y="95529"/>
                  </a:lnTo>
                  <a:lnTo>
                    <a:pt x="22256" y="95262"/>
                  </a:lnTo>
                  <a:lnTo>
                    <a:pt x="21704" y="94538"/>
                  </a:lnTo>
                  <a:lnTo>
                    <a:pt x="21123" y="93883"/>
                  </a:lnTo>
                  <a:close/>
                </a:path>
                <a:path w="106045" h="276225">
                  <a:moveTo>
                    <a:pt x="8649" y="88602"/>
                  </a:moveTo>
                  <a:lnTo>
                    <a:pt x="4210" y="89306"/>
                  </a:lnTo>
                  <a:lnTo>
                    <a:pt x="400" y="94297"/>
                  </a:lnTo>
                  <a:lnTo>
                    <a:pt x="761" y="98234"/>
                  </a:lnTo>
                  <a:lnTo>
                    <a:pt x="781" y="94538"/>
                  </a:lnTo>
                  <a:lnTo>
                    <a:pt x="3575" y="90576"/>
                  </a:lnTo>
                  <a:lnTo>
                    <a:pt x="8649" y="88602"/>
                  </a:lnTo>
                  <a:close/>
                </a:path>
                <a:path w="106045" h="276225">
                  <a:moveTo>
                    <a:pt x="16805" y="88602"/>
                  </a:moveTo>
                  <a:lnTo>
                    <a:pt x="16442" y="88602"/>
                  </a:lnTo>
                  <a:lnTo>
                    <a:pt x="21123" y="93883"/>
                  </a:lnTo>
                  <a:lnTo>
                    <a:pt x="20466" y="91084"/>
                  </a:lnTo>
                  <a:lnTo>
                    <a:pt x="16805" y="88602"/>
                  </a:lnTo>
                  <a:close/>
                </a:path>
                <a:path w="106045" h="276225">
                  <a:moveTo>
                    <a:pt x="11703" y="87414"/>
                  </a:moveTo>
                  <a:lnTo>
                    <a:pt x="8649" y="88602"/>
                  </a:lnTo>
                  <a:lnTo>
                    <a:pt x="13454" y="87840"/>
                  </a:lnTo>
                  <a:lnTo>
                    <a:pt x="11703" y="87414"/>
                  </a:lnTo>
                  <a:close/>
                </a:path>
                <a:path w="106045" h="276225">
                  <a:moveTo>
                    <a:pt x="15259" y="87553"/>
                  </a:moveTo>
                  <a:lnTo>
                    <a:pt x="13454" y="87840"/>
                  </a:lnTo>
                  <a:lnTo>
                    <a:pt x="16588" y="88602"/>
                  </a:lnTo>
                  <a:lnTo>
                    <a:pt x="15999" y="88602"/>
                  </a:lnTo>
                  <a:lnTo>
                    <a:pt x="16316" y="88270"/>
                  </a:lnTo>
                  <a:lnTo>
                    <a:pt x="15259" y="87553"/>
                  </a:lnTo>
                  <a:close/>
                </a:path>
              </a:pathLst>
            </a:custGeom>
            <a:solidFill>
              <a:srgbClr val="3064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46772" y="5773572"/>
              <a:ext cx="215900" cy="2439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80020" y="5759996"/>
              <a:ext cx="224836" cy="2501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71493" y="3781933"/>
              <a:ext cx="883232" cy="87756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20517" y="3449193"/>
              <a:ext cx="416559" cy="44450"/>
            </a:xfrm>
            <a:custGeom>
              <a:avLst/>
              <a:gdLst/>
              <a:ahLst/>
              <a:cxnLst/>
              <a:rect l="l" t="t" r="r" b="b"/>
              <a:pathLst>
                <a:path w="416559" h="44450">
                  <a:moveTo>
                    <a:pt x="415794" y="31751"/>
                  </a:moveTo>
                  <a:lnTo>
                    <a:pt x="197819" y="31751"/>
                  </a:lnTo>
                  <a:lnTo>
                    <a:pt x="219707" y="33423"/>
                  </a:lnTo>
                  <a:lnTo>
                    <a:pt x="219496" y="33423"/>
                  </a:lnTo>
                  <a:lnTo>
                    <a:pt x="264583" y="37465"/>
                  </a:lnTo>
                  <a:lnTo>
                    <a:pt x="287560" y="39243"/>
                  </a:lnTo>
                  <a:lnTo>
                    <a:pt x="286046" y="39243"/>
                  </a:lnTo>
                  <a:lnTo>
                    <a:pt x="302937" y="40386"/>
                  </a:lnTo>
                  <a:lnTo>
                    <a:pt x="347260" y="42926"/>
                  </a:lnTo>
                  <a:lnTo>
                    <a:pt x="368215" y="43687"/>
                  </a:lnTo>
                  <a:lnTo>
                    <a:pt x="378205" y="44196"/>
                  </a:lnTo>
                  <a:lnTo>
                    <a:pt x="391117" y="44196"/>
                  </a:lnTo>
                  <a:lnTo>
                    <a:pt x="397192" y="43307"/>
                  </a:lnTo>
                  <a:lnTo>
                    <a:pt x="397552" y="43307"/>
                  </a:lnTo>
                  <a:lnTo>
                    <a:pt x="399584" y="42799"/>
                  </a:lnTo>
                  <a:lnTo>
                    <a:pt x="404156" y="41529"/>
                  </a:lnTo>
                  <a:lnTo>
                    <a:pt x="407712" y="39878"/>
                  </a:lnTo>
                  <a:lnTo>
                    <a:pt x="408058" y="39624"/>
                  </a:lnTo>
                  <a:lnTo>
                    <a:pt x="407331" y="39624"/>
                  </a:lnTo>
                  <a:lnTo>
                    <a:pt x="409617" y="38481"/>
                  </a:lnTo>
                  <a:lnTo>
                    <a:pt x="410656" y="38481"/>
                  </a:lnTo>
                  <a:lnTo>
                    <a:pt x="411395" y="38227"/>
                  </a:lnTo>
                  <a:lnTo>
                    <a:pt x="413173" y="37337"/>
                  </a:lnTo>
                  <a:lnTo>
                    <a:pt x="413681" y="36957"/>
                  </a:lnTo>
                  <a:lnTo>
                    <a:pt x="414062" y="36703"/>
                  </a:lnTo>
                  <a:lnTo>
                    <a:pt x="414570" y="35941"/>
                  </a:lnTo>
                  <a:lnTo>
                    <a:pt x="414824" y="35306"/>
                  </a:lnTo>
                  <a:lnTo>
                    <a:pt x="415967" y="33020"/>
                  </a:lnTo>
                  <a:lnTo>
                    <a:pt x="415893" y="32479"/>
                  </a:lnTo>
                  <a:lnTo>
                    <a:pt x="415794" y="31751"/>
                  </a:lnTo>
                  <a:close/>
                </a:path>
                <a:path w="416559" h="44450">
                  <a:moveTo>
                    <a:pt x="409617" y="38481"/>
                  </a:moveTo>
                  <a:lnTo>
                    <a:pt x="407331" y="39624"/>
                  </a:lnTo>
                  <a:lnTo>
                    <a:pt x="408439" y="39243"/>
                  </a:lnTo>
                  <a:lnTo>
                    <a:pt x="408578" y="39243"/>
                  </a:lnTo>
                  <a:lnTo>
                    <a:pt x="409617" y="38481"/>
                  </a:lnTo>
                  <a:close/>
                </a:path>
                <a:path w="416559" h="44450">
                  <a:moveTo>
                    <a:pt x="408578" y="39243"/>
                  </a:moveTo>
                  <a:lnTo>
                    <a:pt x="408439" y="39243"/>
                  </a:lnTo>
                  <a:lnTo>
                    <a:pt x="407331" y="39624"/>
                  </a:lnTo>
                  <a:lnTo>
                    <a:pt x="408058" y="39624"/>
                  </a:lnTo>
                  <a:lnTo>
                    <a:pt x="408578" y="39243"/>
                  </a:lnTo>
                  <a:close/>
                </a:path>
                <a:path w="416559" h="44450">
                  <a:moveTo>
                    <a:pt x="410656" y="38481"/>
                  </a:moveTo>
                  <a:lnTo>
                    <a:pt x="409617" y="38481"/>
                  </a:lnTo>
                  <a:lnTo>
                    <a:pt x="408578" y="39243"/>
                  </a:lnTo>
                  <a:lnTo>
                    <a:pt x="408439" y="39243"/>
                  </a:lnTo>
                  <a:lnTo>
                    <a:pt x="410656" y="38481"/>
                  </a:lnTo>
                  <a:close/>
                </a:path>
                <a:path w="416559" h="44450">
                  <a:moveTo>
                    <a:pt x="370120" y="14478"/>
                  </a:moveTo>
                  <a:lnTo>
                    <a:pt x="14842" y="14478"/>
                  </a:lnTo>
                  <a:lnTo>
                    <a:pt x="21124" y="16256"/>
                  </a:lnTo>
                  <a:lnTo>
                    <a:pt x="21505" y="16256"/>
                  </a:lnTo>
                  <a:lnTo>
                    <a:pt x="30004" y="18161"/>
                  </a:lnTo>
                  <a:lnTo>
                    <a:pt x="30236" y="18161"/>
                  </a:lnTo>
                  <a:lnTo>
                    <a:pt x="40523" y="19685"/>
                  </a:lnTo>
                  <a:lnTo>
                    <a:pt x="40047" y="19685"/>
                  </a:lnTo>
                  <a:lnTo>
                    <a:pt x="85904" y="24003"/>
                  </a:lnTo>
                  <a:lnTo>
                    <a:pt x="86099" y="24003"/>
                  </a:lnTo>
                  <a:lnTo>
                    <a:pt x="126661" y="27305"/>
                  </a:lnTo>
                  <a:lnTo>
                    <a:pt x="151288" y="28956"/>
                  </a:lnTo>
                  <a:lnTo>
                    <a:pt x="149521" y="28956"/>
                  </a:lnTo>
                  <a:lnTo>
                    <a:pt x="173397" y="30226"/>
                  </a:lnTo>
                  <a:lnTo>
                    <a:pt x="207384" y="32479"/>
                  </a:lnTo>
                  <a:lnTo>
                    <a:pt x="197819" y="31751"/>
                  </a:lnTo>
                  <a:lnTo>
                    <a:pt x="415794" y="31751"/>
                  </a:lnTo>
                  <a:lnTo>
                    <a:pt x="415586" y="30226"/>
                  </a:lnTo>
                  <a:lnTo>
                    <a:pt x="413808" y="28321"/>
                  </a:lnTo>
                  <a:lnTo>
                    <a:pt x="411395" y="25908"/>
                  </a:lnTo>
                  <a:lnTo>
                    <a:pt x="411268" y="25908"/>
                  </a:lnTo>
                  <a:lnTo>
                    <a:pt x="409744" y="24003"/>
                  </a:lnTo>
                  <a:lnTo>
                    <a:pt x="385614" y="16002"/>
                  </a:lnTo>
                  <a:lnTo>
                    <a:pt x="385360" y="16002"/>
                  </a:lnTo>
                  <a:lnTo>
                    <a:pt x="377867" y="15240"/>
                  </a:lnTo>
                  <a:lnTo>
                    <a:pt x="377613" y="15240"/>
                  </a:lnTo>
                  <a:lnTo>
                    <a:pt x="370120" y="14478"/>
                  </a:lnTo>
                  <a:close/>
                </a:path>
                <a:path w="416559" h="44450">
                  <a:moveTo>
                    <a:pt x="411014" y="25527"/>
                  </a:moveTo>
                  <a:lnTo>
                    <a:pt x="411268" y="25908"/>
                  </a:lnTo>
                  <a:lnTo>
                    <a:pt x="411395" y="25908"/>
                  </a:lnTo>
                  <a:lnTo>
                    <a:pt x="411014" y="25527"/>
                  </a:lnTo>
                  <a:close/>
                </a:path>
                <a:path w="416559" h="44450">
                  <a:moveTo>
                    <a:pt x="17441" y="0"/>
                  </a:moveTo>
                  <a:lnTo>
                    <a:pt x="16933" y="0"/>
                  </a:lnTo>
                  <a:lnTo>
                    <a:pt x="0" y="635"/>
                  </a:lnTo>
                  <a:lnTo>
                    <a:pt x="4215" y="635"/>
                  </a:lnTo>
                  <a:lnTo>
                    <a:pt x="3054" y="1651"/>
                  </a:lnTo>
                  <a:lnTo>
                    <a:pt x="2308" y="2412"/>
                  </a:lnTo>
                  <a:lnTo>
                    <a:pt x="2167" y="3302"/>
                  </a:lnTo>
                  <a:lnTo>
                    <a:pt x="2067" y="3937"/>
                  </a:lnTo>
                  <a:lnTo>
                    <a:pt x="1947" y="4699"/>
                  </a:lnTo>
                  <a:lnTo>
                    <a:pt x="1552" y="6477"/>
                  </a:lnTo>
                  <a:lnTo>
                    <a:pt x="1439" y="6985"/>
                  </a:lnTo>
                  <a:lnTo>
                    <a:pt x="2709" y="9398"/>
                  </a:lnTo>
                  <a:lnTo>
                    <a:pt x="4995" y="10414"/>
                  </a:lnTo>
                  <a:lnTo>
                    <a:pt x="14696" y="14478"/>
                  </a:lnTo>
                  <a:lnTo>
                    <a:pt x="369612" y="14478"/>
                  </a:lnTo>
                  <a:lnTo>
                    <a:pt x="359833" y="13970"/>
                  </a:lnTo>
                  <a:lnTo>
                    <a:pt x="336211" y="13208"/>
                  </a:lnTo>
                  <a:lnTo>
                    <a:pt x="287824" y="10922"/>
                  </a:lnTo>
                  <a:lnTo>
                    <a:pt x="266742" y="9652"/>
                  </a:lnTo>
                  <a:lnTo>
                    <a:pt x="221403" y="6477"/>
                  </a:lnTo>
                  <a:lnTo>
                    <a:pt x="197781" y="5334"/>
                  </a:lnTo>
                  <a:lnTo>
                    <a:pt x="178413" y="4699"/>
                  </a:lnTo>
                  <a:lnTo>
                    <a:pt x="179340" y="4699"/>
                  </a:lnTo>
                  <a:lnTo>
                    <a:pt x="127931" y="3302"/>
                  </a:lnTo>
                  <a:lnTo>
                    <a:pt x="68876" y="1143"/>
                  </a:lnTo>
                  <a:lnTo>
                    <a:pt x="20743" y="127"/>
                  </a:lnTo>
                  <a:lnTo>
                    <a:pt x="23537" y="127"/>
                  </a:lnTo>
                  <a:lnTo>
                    <a:pt x="17441" y="0"/>
                  </a:lnTo>
                  <a:close/>
                </a:path>
                <a:path w="416559" h="44450">
                  <a:moveTo>
                    <a:pt x="13546" y="127"/>
                  </a:moveTo>
                  <a:lnTo>
                    <a:pt x="11599" y="127"/>
                  </a:lnTo>
                  <a:lnTo>
                    <a:pt x="1947" y="635"/>
                  </a:lnTo>
                  <a:lnTo>
                    <a:pt x="0" y="635"/>
                  </a:lnTo>
                  <a:lnTo>
                    <a:pt x="13546" y="127"/>
                  </a:lnTo>
                  <a:close/>
                </a:path>
                <a:path w="416559" h="44450">
                  <a:moveTo>
                    <a:pt x="23537" y="127"/>
                  </a:moveTo>
                  <a:lnTo>
                    <a:pt x="20743" y="127"/>
                  </a:lnTo>
                  <a:lnTo>
                    <a:pt x="41317" y="635"/>
                  </a:lnTo>
                  <a:lnTo>
                    <a:pt x="38523" y="635"/>
                  </a:lnTo>
                  <a:lnTo>
                    <a:pt x="23537" y="127"/>
                  </a:lnTo>
                  <a:close/>
                </a:path>
              </a:pathLst>
            </a:custGeom>
            <a:solidFill>
              <a:srgbClr val="3064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26988" y="3894455"/>
              <a:ext cx="723011" cy="8255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60565" y="3842258"/>
              <a:ext cx="1890522" cy="9208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16704" y="5536488"/>
              <a:ext cx="857123" cy="703237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5145960" y="125729"/>
            <a:ext cx="39370" cy="213360"/>
          </a:xfrm>
          <a:custGeom>
            <a:avLst/>
            <a:gdLst/>
            <a:ahLst/>
            <a:cxnLst/>
            <a:rect l="l" t="t" r="r" b="b"/>
            <a:pathLst>
              <a:path w="39370" h="213360">
                <a:moveTo>
                  <a:pt x="19764" y="0"/>
                </a:moveTo>
                <a:lnTo>
                  <a:pt x="10112" y="3810"/>
                </a:lnTo>
                <a:lnTo>
                  <a:pt x="7191" y="8890"/>
                </a:lnTo>
                <a:lnTo>
                  <a:pt x="8334" y="14097"/>
                </a:lnTo>
                <a:lnTo>
                  <a:pt x="9350" y="19812"/>
                </a:lnTo>
                <a:lnTo>
                  <a:pt x="9474" y="22351"/>
                </a:lnTo>
                <a:lnTo>
                  <a:pt x="9596" y="64262"/>
                </a:lnTo>
                <a:lnTo>
                  <a:pt x="9241" y="74672"/>
                </a:lnTo>
                <a:lnTo>
                  <a:pt x="4405" y="123866"/>
                </a:lnTo>
                <a:lnTo>
                  <a:pt x="1603" y="146050"/>
                </a:lnTo>
                <a:lnTo>
                  <a:pt x="1603" y="146303"/>
                </a:lnTo>
                <a:lnTo>
                  <a:pt x="460" y="155955"/>
                </a:lnTo>
                <a:lnTo>
                  <a:pt x="333" y="156718"/>
                </a:lnTo>
                <a:lnTo>
                  <a:pt x="0" y="162390"/>
                </a:lnTo>
                <a:lnTo>
                  <a:pt x="8334" y="200278"/>
                </a:lnTo>
                <a:lnTo>
                  <a:pt x="23053" y="212090"/>
                </a:lnTo>
                <a:lnTo>
                  <a:pt x="23447" y="212090"/>
                </a:lnTo>
                <a:lnTo>
                  <a:pt x="27511" y="212851"/>
                </a:lnTo>
                <a:lnTo>
                  <a:pt x="29162" y="213105"/>
                </a:lnTo>
                <a:lnTo>
                  <a:pt x="30686" y="212344"/>
                </a:lnTo>
                <a:lnTo>
                  <a:pt x="31448" y="210947"/>
                </a:lnTo>
                <a:lnTo>
                  <a:pt x="32210" y="209423"/>
                </a:lnTo>
                <a:lnTo>
                  <a:pt x="31956" y="207772"/>
                </a:lnTo>
                <a:lnTo>
                  <a:pt x="30813" y="206628"/>
                </a:lnTo>
                <a:lnTo>
                  <a:pt x="28866" y="204597"/>
                </a:lnTo>
                <a:lnTo>
                  <a:pt x="28654" y="204597"/>
                </a:lnTo>
                <a:lnTo>
                  <a:pt x="27892" y="203580"/>
                </a:lnTo>
                <a:lnTo>
                  <a:pt x="28068" y="203580"/>
                </a:lnTo>
                <a:lnTo>
                  <a:pt x="27775" y="203073"/>
                </a:lnTo>
                <a:lnTo>
                  <a:pt x="27384" y="203073"/>
                </a:lnTo>
                <a:lnTo>
                  <a:pt x="26749" y="201295"/>
                </a:lnTo>
                <a:lnTo>
                  <a:pt x="26705" y="200278"/>
                </a:lnTo>
                <a:lnTo>
                  <a:pt x="26550" y="199644"/>
                </a:lnTo>
                <a:lnTo>
                  <a:pt x="26432" y="199327"/>
                </a:lnTo>
                <a:lnTo>
                  <a:pt x="26241" y="198374"/>
                </a:lnTo>
                <a:lnTo>
                  <a:pt x="26407" y="198374"/>
                </a:lnTo>
                <a:lnTo>
                  <a:pt x="26265" y="196342"/>
                </a:lnTo>
                <a:lnTo>
                  <a:pt x="25967" y="196342"/>
                </a:lnTo>
                <a:lnTo>
                  <a:pt x="26173" y="195022"/>
                </a:lnTo>
                <a:lnTo>
                  <a:pt x="26114" y="194183"/>
                </a:lnTo>
                <a:lnTo>
                  <a:pt x="26303" y="194183"/>
                </a:lnTo>
                <a:lnTo>
                  <a:pt x="27765" y="184785"/>
                </a:lnTo>
                <a:lnTo>
                  <a:pt x="29035" y="177165"/>
                </a:lnTo>
                <a:lnTo>
                  <a:pt x="29035" y="176784"/>
                </a:lnTo>
                <a:lnTo>
                  <a:pt x="30143" y="168414"/>
                </a:lnTo>
                <a:lnTo>
                  <a:pt x="30502" y="165353"/>
                </a:lnTo>
                <a:lnTo>
                  <a:pt x="32718" y="150368"/>
                </a:lnTo>
                <a:lnTo>
                  <a:pt x="33988" y="140462"/>
                </a:lnTo>
                <a:lnTo>
                  <a:pt x="34115" y="139953"/>
                </a:lnTo>
                <a:lnTo>
                  <a:pt x="35258" y="129667"/>
                </a:lnTo>
                <a:lnTo>
                  <a:pt x="35258" y="129413"/>
                </a:lnTo>
                <a:lnTo>
                  <a:pt x="36274" y="117728"/>
                </a:lnTo>
                <a:lnTo>
                  <a:pt x="37163" y="107061"/>
                </a:lnTo>
                <a:lnTo>
                  <a:pt x="37925" y="96647"/>
                </a:lnTo>
                <a:lnTo>
                  <a:pt x="37925" y="96266"/>
                </a:lnTo>
                <a:lnTo>
                  <a:pt x="38560" y="86614"/>
                </a:lnTo>
                <a:lnTo>
                  <a:pt x="38780" y="77313"/>
                </a:lnTo>
                <a:lnTo>
                  <a:pt x="38800" y="74672"/>
                </a:lnTo>
                <a:lnTo>
                  <a:pt x="38560" y="64262"/>
                </a:lnTo>
                <a:lnTo>
                  <a:pt x="38560" y="63500"/>
                </a:lnTo>
                <a:lnTo>
                  <a:pt x="38000" y="55879"/>
                </a:lnTo>
                <a:lnTo>
                  <a:pt x="37925" y="54610"/>
                </a:lnTo>
                <a:lnTo>
                  <a:pt x="37163" y="45720"/>
                </a:lnTo>
                <a:lnTo>
                  <a:pt x="37163" y="45466"/>
                </a:lnTo>
                <a:lnTo>
                  <a:pt x="36401" y="36829"/>
                </a:lnTo>
                <a:lnTo>
                  <a:pt x="36274" y="36575"/>
                </a:lnTo>
                <a:lnTo>
                  <a:pt x="35385" y="28955"/>
                </a:lnTo>
                <a:lnTo>
                  <a:pt x="35385" y="28701"/>
                </a:lnTo>
                <a:lnTo>
                  <a:pt x="34369" y="22351"/>
                </a:lnTo>
                <a:lnTo>
                  <a:pt x="34115" y="20954"/>
                </a:lnTo>
                <a:lnTo>
                  <a:pt x="32845" y="15875"/>
                </a:lnTo>
                <a:lnTo>
                  <a:pt x="32134" y="14097"/>
                </a:lnTo>
                <a:lnTo>
                  <a:pt x="30432" y="10541"/>
                </a:lnTo>
                <a:lnTo>
                  <a:pt x="29924" y="9398"/>
                </a:lnTo>
                <a:lnTo>
                  <a:pt x="28019" y="6350"/>
                </a:lnTo>
                <a:lnTo>
                  <a:pt x="25352" y="1904"/>
                </a:lnTo>
                <a:lnTo>
                  <a:pt x="19764" y="0"/>
                </a:lnTo>
                <a:close/>
              </a:path>
              <a:path w="39370" h="213360">
                <a:moveTo>
                  <a:pt x="28334" y="204042"/>
                </a:moveTo>
                <a:lnTo>
                  <a:pt x="28654" y="204597"/>
                </a:lnTo>
                <a:lnTo>
                  <a:pt x="28866" y="204597"/>
                </a:lnTo>
                <a:lnTo>
                  <a:pt x="28334" y="204042"/>
                </a:lnTo>
                <a:close/>
              </a:path>
              <a:path w="39370" h="213360">
                <a:moveTo>
                  <a:pt x="28068" y="203580"/>
                </a:moveTo>
                <a:lnTo>
                  <a:pt x="27892" y="203580"/>
                </a:lnTo>
                <a:lnTo>
                  <a:pt x="28334" y="204042"/>
                </a:lnTo>
                <a:lnTo>
                  <a:pt x="28068" y="203580"/>
                </a:lnTo>
                <a:close/>
              </a:path>
              <a:path w="39370" h="213360">
                <a:moveTo>
                  <a:pt x="26749" y="201295"/>
                </a:moveTo>
                <a:lnTo>
                  <a:pt x="27384" y="203073"/>
                </a:lnTo>
                <a:lnTo>
                  <a:pt x="27099" y="201901"/>
                </a:lnTo>
                <a:lnTo>
                  <a:pt x="26749" y="201295"/>
                </a:lnTo>
                <a:close/>
              </a:path>
              <a:path w="39370" h="213360">
                <a:moveTo>
                  <a:pt x="27099" y="201901"/>
                </a:moveTo>
                <a:lnTo>
                  <a:pt x="27384" y="203073"/>
                </a:lnTo>
                <a:lnTo>
                  <a:pt x="27775" y="203073"/>
                </a:lnTo>
                <a:lnTo>
                  <a:pt x="27099" y="201901"/>
                </a:lnTo>
                <a:close/>
              </a:path>
              <a:path w="39370" h="213360">
                <a:moveTo>
                  <a:pt x="26952" y="201295"/>
                </a:moveTo>
                <a:lnTo>
                  <a:pt x="26749" y="201295"/>
                </a:lnTo>
                <a:lnTo>
                  <a:pt x="27099" y="201901"/>
                </a:lnTo>
                <a:lnTo>
                  <a:pt x="26952" y="201295"/>
                </a:lnTo>
                <a:close/>
              </a:path>
              <a:path w="39370" h="213360">
                <a:moveTo>
                  <a:pt x="26407" y="198374"/>
                </a:moveTo>
                <a:lnTo>
                  <a:pt x="26241" y="198374"/>
                </a:lnTo>
                <a:lnTo>
                  <a:pt x="26473" y="199327"/>
                </a:lnTo>
                <a:lnTo>
                  <a:pt x="26407" y="198374"/>
                </a:lnTo>
                <a:close/>
              </a:path>
              <a:path w="39370" h="213360">
                <a:moveTo>
                  <a:pt x="26173" y="195022"/>
                </a:moveTo>
                <a:lnTo>
                  <a:pt x="25979" y="196342"/>
                </a:lnTo>
                <a:lnTo>
                  <a:pt x="26265" y="196342"/>
                </a:lnTo>
                <a:lnTo>
                  <a:pt x="26173" y="195022"/>
                </a:lnTo>
                <a:close/>
              </a:path>
              <a:path w="39370" h="213360">
                <a:moveTo>
                  <a:pt x="26303" y="194183"/>
                </a:moveTo>
                <a:lnTo>
                  <a:pt x="26114" y="194183"/>
                </a:lnTo>
                <a:lnTo>
                  <a:pt x="26173" y="195022"/>
                </a:lnTo>
                <a:lnTo>
                  <a:pt x="26303" y="194183"/>
                </a:lnTo>
                <a:close/>
              </a:path>
            </a:pathLst>
          </a:custGeom>
          <a:solidFill>
            <a:srgbClr val="306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66249" y="189611"/>
            <a:ext cx="338768" cy="157353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5757671" y="5587"/>
            <a:ext cx="2671445" cy="878840"/>
            <a:chOff x="5757671" y="5587"/>
            <a:chExt cx="2671445" cy="878840"/>
          </a:xfrm>
        </p:grpSpPr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57671" y="181991"/>
              <a:ext cx="693068" cy="20192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29857" y="5587"/>
              <a:ext cx="2199233" cy="878839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5E5E9FB-B193-4395-123F-7F73A741D0A0}"/>
              </a:ext>
            </a:extLst>
          </p:cNvPr>
          <p:cNvGrpSpPr/>
          <p:nvPr/>
        </p:nvGrpSpPr>
        <p:grpSpPr>
          <a:xfrm>
            <a:off x="8512488" y="3855816"/>
            <a:ext cx="3241800" cy="547920"/>
            <a:chOff x="8512488" y="3855816"/>
            <a:chExt cx="324180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B1FAAD-6AB6-C012-DE0F-0ACEAFB59DD3}"/>
                    </a:ext>
                  </a:extLst>
                </p14:cNvPr>
                <p14:cNvContentPartPr/>
                <p14:nvPr/>
              </p14:nvContentPartPr>
              <p14:xfrm>
                <a:off x="8512488" y="4065336"/>
                <a:ext cx="27720" cy="148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B1FAAD-6AB6-C012-DE0F-0ACEAFB59DD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06368" y="4059216"/>
                  <a:ext cx="39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28314FD-86EC-47A7-91BD-6E0E7111B012}"/>
                    </a:ext>
                  </a:extLst>
                </p14:cNvPr>
                <p14:cNvContentPartPr/>
                <p14:nvPr/>
              </p14:nvContentPartPr>
              <p14:xfrm>
                <a:off x="8692128" y="4043736"/>
                <a:ext cx="28440" cy="121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28314FD-86EC-47A7-91BD-6E0E7111B01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86008" y="4037616"/>
                  <a:ext cx="40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A436A9-69F9-9F29-529C-3F301422954F}"/>
                    </a:ext>
                  </a:extLst>
                </p14:cNvPr>
                <p14:cNvContentPartPr/>
                <p14:nvPr/>
              </p14:nvContentPartPr>
              <p14:xfrm>
                <a:off x="8556408" y="4119696"/>
                <a:ext cx="72720" cy="29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8A436A9-69F9-9F29-529C-3F301422954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50288" y="4113576"/>
                  <a:ext cx="84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E526C2-0F50-A29E-E7F0-2E8A7E137C20}"/>
                    </a:ext>
                  </a:extLst>
                </p14:cNvPr>
                <p14:cNvContentPartPr/>
                <p14:nvPr/>
              </p14:nvContentPartPr>
              <p14:xfrm>
                <a:off x="8745048" y="4112856"/>
                <a:ext cx="119160" cy="9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E526C2-0F50-A29E-E7F0-2E8A7E137C2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38928" y="4106736"/>
                  <a:ext cx="131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368BD2-869E-8429-8D46-DCC7986C2C3C}"/>
                    </a:ext>
                  </a:extLst>
                </p14:cNvPr>
                <p14:cNvContentPartPr/>
                <p14:nvPr/>
              </p14:nvContentPartPr>
              <p14:xfrm>
                <a:off x="8957808" y="4102776"/>
                <a:ext cx="157320" cy="120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368BD2-869E-8429-8D46-DCC7986C2C3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51688" y="4096656"/>
                  <a:ext cx="169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FF37C5-15F0-57C3-27C1-7C9BCE88940E}"/>
                    </a:ext>
                  </a:extLst>
                </p14:cNvPr>
                <p14:cNvContentPartPr/>
                <p14:nvPr/>
              </p14:nvContentPartPr>
              <p14:xfrm>
                <a:off x="9231768" y="4012776"/>
                <a:ext cx="28440" cy="15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FF37C5-15F0-57C3-27C1-7C9BCE88940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25648" y="4006656"/>
                  <a:ext cx="40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7691E82-EE7D-C2F7-1C19-B4CC84AEE322}"/>
                    </a:ext>
                  </a:extLst>
                </p14:cNvPr>
                <p14:cNvContentPartPr/>
                <p14:nvPr/>
              </p14:nvContentPartPr>
              <p14:xfrm>
                <a:off x="9325008" y="4084416"/>
                <a:ext cx="357840" cy="12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7691E82-EE7D-C2F7-1C19-B4CC84AEE32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18888" y="4078296"/>
                  <a:ext cx="370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E9F448A-9A30-64CF-F0B4-923D3073B1E9}"/>
                    </a:ext>
                  </a:extLst>
                </p14:cNvPr>
                <p14:cNvContentPartPr/>
                <p14:nvPr/>
              </p14:nvContentPartPr>
              <p14:xfrm>
                <a:off x="9857808" y="3922056"/>
                <a:ext cx="406080" cy="290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E9F448A-9A30-64CF-F0B4-923D3073B1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51688" y="3915936"/>
                  <a:ext cx="4183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0F628A-AF46-3EC6-F9D6-3CDABCEB1D4E}"/>
                    </a:ext>
                  </a:extLst>
                </p14:cNvPr>
                <p14:cNvContentPartPr/>
                <p14:nvPr/>
              </p14:nvContentPartPr>
              <p14:xfrm>
                <a:off x="10324368" y="3855816"/>
                <a:ext cx="413640" cy="30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0F628A-AF46-3EC6-F9D6-3CDABCEB1D4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18248" y="3849696"/>
                  <a:ext cx="4258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1BEAB1-E637-1DE2-8037-FD5B1901E92D}"/>
                    </a:ext>
                  </a:extLst>
                </p14:cNvPr>
                <p14:cNvContentPartPr/>
                <p14:nvPr/>
              </p14:nvContentPartPr>
              <p14:xfrm>
                <a:off x="10656648" y="4049496"/>
                <a:ext cx="133200" cy="354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1BEAB1-E637-1DE2-8037-FD5B1901E9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50528" y="4043376"/>
                  <a:ext cx="1454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7BEAC8-3A43-AB6C-F293-52A820B1AA17}"/>
                    </a:ext>
                  </a:extLst>
                </p14:cNvPr>
                <p14:cNvContentPartPr/>
                <p14:nvPr/>
              </p14:nvContentPartPr>
              <p14:xfrm>
                <a:off x="10619208" y="3949776"/>
                <a:ext cx="11160" cy="16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7BEAC8-3A43-AB6C-F293-52A820B1AA1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13088" y="3943656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30A424-6C94-E80F-51F9-D20337EEDC2C}"/>
                    </a:ext>
                  </a:extLst>
                </p14:cNvPr>
                <p14:cNvContentPartPr/>
                <p14:nvPr/>
              </p14:nvContentPartPr>
              <p14:xfrm>
                <a:off x="10320768" y="3942936"/>
                <a:ext cx="224280" cy="4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30A424-6C94-E80F-51F9-D20337EEDC2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14648" y="3936816"/>
                  <a:ext cx="236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0FC30F-DF83-2A70-FFE5-60E9747E1EED}"/>
                    </a:ext>
                  </a:extLst>
                </p14:cNvPr>
                <p14:cNvContentPartPr/>
                <p14:nvPr/>
              </p14:nvContentPartPr>
              <p14:xfrm>
                <a:off x="10927728" y="3964536"/>
                <a:ext cx="140760" cy="213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0FC30F-DF83-2A70-FFE5-60E9747E1EE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921608" y="3958416"/>
                  <a:ext cx="153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988746-35F4-CB05-D41E-CEB3E5461A55}"/>
                    </a:ext>
                  </a:extLst>
                </p14:cNvPr>
                <p14:cNvContentPartPr/>
                <p14:nvPr/>
              </p14:nvContentPartPr>
              <p14:xfrm>
                <a:off x="11101608" y="3894336"/>
                <a:ext cx="652680" cy="286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D988746-35F4-CB05-D41E-CEB3E5461A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095488" y="3888216"/>
                  <a:ext cx="6649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211494B-7A2D-5DD2-5268-A480559AE867}"/>
              </a:ext>
            </a:extLst>
          </p:cNvPr>
          <p:cNvGrpSpPr/>
          <p:nvPr/>
        </p:nvGrpSpPr>
        <p:grpSpPr>
          <a:xfrm>
            <a:off x="8655048" y="4315536"/>
            <a:ext cx="1127520" cy="304200"/>
            <a:chOff x="8655048" y="4315536"/>
            <a:chExt cx="112752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B802D23-04C0-7461-ED26-D2CFCD113B3C}"/>
                    </a:ext>
                  </a:extLst>
                </p14:cNvPr>
                <p14:cNvContentPartPr/>
                <p14:nvPr/>
              </p14:nvContentPartPr>
              <p14:xfrm>
                <a:off x="8655048" y="4315536"/>
                <a:ext cx="157680" cy="25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B802D23-04C0-7461-ED26-D2CFCD113B3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48928" y="4309416"/>
                  <a:ext cx="169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C1F3A59-3FB6-0764-9EBB-CBECFECCCE50}"/>
                    </a:ext>
                  </a:extLst>
                </p14:cNvPr>
                <p14:cNvContentPartPr/>
                <p14:nvPr/>
              </p14:nvContentPartPr>
              <p14:xfrm>
                <a:off x="8835048" y="4339296"/>
                <a:ext cx="176040" cy="239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C1F3A59-3FB6-0764-9EBB-CBECFECCCE5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28928" y="4333176"/>
                  <a:ext cx="188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927D1F9-BEC6-D8F0-9B0A-A72C172226B4}"/>
                    </a:ext>
                  </a:extLst>
                </p14:cNvPr>
                <p14:cNvContentPartPr/>
                <p14:nvPr/>
              </p14:nvContentPartPr>
              <p14:xfrm>
                <a:off x="8891208" y="4477176"/>
                <a:ext cx="273600" cy="93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927D1F9-BEC6-D8F0-9B0A-A72C172226B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85088" y="4471056"/>
                  <a:ext cx="285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2E2096-7D5D-BCCB-FE69-B53BA328E3C4}"/>
                    </a:ext>
                  </a:extLst>
                </p14:cNvPr>
                <p14:cNvContentPartPr/>
                <p14:nvPr/>
              </p14:nvContentPartPr>
              <p14:xfrm>
                <a:off x="9028008" y="4472136"/>
                <a:ext cx="153360" cy="120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2E2096-7D5D-BCCB-FE69-B53BA328E3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21888" y="4466016"/>
                  <a:ext cx="165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3BE7EA-1D05-6D58-2D0B-D2B3B4EAC928}"/>
                    </a:ext>
                  </a:extLst>
                </p14:cNvPr>
                <p14:cNvContentPartPr/>
                <p14:nvPr/>
              </p14:nvContentPartPr>
              <p14:xfrm>
                <a:off x="9257688" y="4338936"/>
                <a:ext cx="394560" cy="270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3BE7EA-1D05-6D58-2D0B-D2B3B4EAC92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51568" y="4332816"/>
                  <a:ext cx="4068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CD03EA-186B-1E8A-6621-B5CF342E7DFA}"/>
                    </a:ext>
                  </a:extLst>
                </p14:cNvPr>
                <p14:cNvContentPartPr/>
                <p14:nvPr/>
              </p14:nvContentPartPr>
              <p14:xfrm>
                <a:off x="9530928" y="4454496"/>
                <a:ext cx="192240" cy="7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CD03EA-186B-1E8A-6621-B5CF342E7DF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24808" y="4448376"/>
                  <a:ext cx="204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E33A86-AD00-9948-4E7F-95D70F479BFD}"/>
                    </a:ext>
                  </a:extLst>
                </p14:cNvPr>
                <p14:cNvContentPartPr/>
                <p14:nvPr/>
              </p14:nvContentPartPr>
              <p14:xfrm>
                <a:off x="9743688" y="4384296"/>
                <a:ext cx="38880" cy="164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E33A86-AD00-9948-4E7F-95D70F479BF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37568" y="4378176"/>
                  <a:ext cx="51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6A0930-0ACE-7088-9BFF-F0E5F01699A2}"/>
                    </a:ext>
                  </a:extLst>
                </p14:cNvPr>
                <p14:cNvContentPartPr/>
                <p14:nvPr/>
              </p14:nvContentPartPr>
              <p14:xfrm>
                <a:off x="9762408" y="4571856"/>
                <a:ext cx="9000" cy="4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6A0930-0ACE-7088-9BFF-F0E5F01699A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56288" y="4565736"/>
                  <a:ext cx="21240" cy="60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18923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490"/>
              </a:spcBef>
            </a:pPr>
            <a:r>
              <a:rPr spc="385" dirty="0"/>
              <a:t>WHAT</a:t>
            </a:r>
            <a:r>
              <a:rPr spc="-80" dirty="0"/>
              <a:t> </a:t>
            </a:r>
            <a:r>
              <a:rPr spc="195" dirty="0"/>
              <a:t>IS</a:t>
            </a:r>
            <a:r>
              <a:rPr spc="-55" dirty="0"/>
              <a:t> </a:t>
            </a:r>
            <a:r>
              <a:rPr spc="270" dirty="0"/>
              <a:t>BAGGING?</a:t>
            </a:r>
            <a:r>
              <a:rPr spc="-75" dirty="0"/>
              <a:t> </a:t>
            </a:r>
            <a:r>
              <a:rPr spc="505" dirty="0"/>
              <a:t>HOW</a:t>
            </a:r>
            <a:r>
              <a:rPr spc="-70" dirty="0"/>
              <a:t> </a:t>
            </a:r>
            <a:r>
              <a:rPr spc="340" dirty="0"/>
              <a:t>DOES</a:t>
            </a:r>
            <a:r>
              <a:rPr spc="-75" dirty="0"/>
              <a:t> </a:t>
            </a:r>
            <a:r>
              <a:rPr spc="220" dirty="0"/>
              <a:t>IT</a:t>
            </a:r>
            <a:r>
              <a:rPr spc="-409" dirty="0"/>
              <a:t> </a:t>
            </a:r>
            <a:r>
              <a:rPr spc="265" dirty="0"/>
              <a:t>WORK?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84932" y="2037588"/>
            <a:ext cx="6850380" cy="4632960"/>
            <a:chOff x="2884932" y="2037588"/>
            <a:chExt cx="6850380" cy="4632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4932" y="2037588"/>
              <a:ext cx="6850380" cy="4632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72562" y="3521074"/>
              <a:ext cx="535305" cy="410209"/>
            </a:xfrm>
            <a:custGeom>
              <a:avLst/>
              <a:gdLst/>
              <a:ahLst/>
              <a:cxnLst/>
              <a:rect l="l" t="t" r="r" b="b"/>
              <a:pathLst>
                <a:path w="535304" h="410210">
                  <a:moveTo>
                    <a:pt x="485902" y="18542"/>
                  </a:moveTo>
                  <a:lnTo>
                    <a:pt x="485089" y="16649"/>
                  </a:lnTo>
                  <a:lnTo>
                    <a:pt x="485394" y="14871"/>
                  </a:lnTo>
                  <a:lnTo>
                    <a:pt x="483692" y="10985"/>
                  </a:lnTo>
                  <a:lnTo>
                    <a:pt x="483692" y="13335"/>
                  </a:lnTo>
                  <a:lnTo>
                    <a:pt x="482257" y="9906"/>
                  </a:lnTo>
                  <a:lnTo>
                    <a:pt x="483108" y="11938"/>
                  </a:lnTo>
                  <a:lnTo>
                    <a:pt x="483692" y="13335"/>
                  </a:lnTo>
                  <a:lnTo>
                    <a:pt x="483692" y="10985"/>
                  </a:lnTo>
                  <a:lnTo>
                    <a:pt x="482447" y="8128"/>
                  </a:lnTo>
                  <a:lnTo>
                    <a:pt x="482714" y="8128"/>
                  </a:lnTo>
                  <a:lnTo>
                    <a:pt x="481050" y="7010"/>
                  </a:lnTo>
                  <a:lnTo>
                    <a:pt x="480314" y="5207"/>
                  </a:lnTo>
                  <a:lnTo>
                    <a:pt x="473837" y="889"/>
                  </a:lnTo>
                  <a:lnTo>
                    <a:pt x="471970" y="889"/>
                  </a:lnTo>
                  <a:lnTo>
                    <a:pt x="470662" y="0"/>
                  </a:lnTo>
                  <a:lnTo>
                    <a:pt x="462826" y="0"/>
                  </a:lnTo>
                  <a:lnTo>
                    <a:pt x="461391" y="889"/>
                  </a:lnTo>
                  <a:lnTo>
                    <a:pt x="459282" y="889"/>
                  </a:lnTo>
                  <a:lnTo>
                    <a:pt x="452945" y="5041"/>
                  </a:lnTo>
                  <a:lnTo>
                    <a:pt x="452945" y="44805"/>
                  </a:lnTo>
                  <a:lnTo>
                    <a:pt x="446011" y="48729"/>
                  </a:lnTo>
                  <a:lnTo>
                    <a:pt x="437908" y="53568"/>
                  </a:lnTo>
                  <a:lnTo>
                    <a:pt x="437019" y="54127"/>
                  </a:lnTo>
                  <a:lnTo>
                    <a:pt x="437248" y="53962"/>
                  </a:lnTo>
                  <a:lnTo>
                    <a:pt x="437908" y="53568"/>
                  </a:lnTo>
                  <a:lnTo>
                    <a:pt x="445998" y="48729"/>
                  </a:lnTo>
                  <a:lnTo>
                    <a:pt x="452932" y="44805"/>
                  </a:lnTo>
                  <a:lnTo>
                    <a:pt x="452945" y="5041"/>
                  </a:lnTo>
                  <a:lnTo>
                    <a:pt x="452183" y="6807"/>
                  </a:lnTo>
                  <a:lnTo>
                    <a:pt x="450723" y="7950"/>
                  </a:lnTo>
                  <a:lnTo>
                    <a:pt x="450723" y="10807"/>
                  </a:lnTo>
                  <a:lnTo>
                    <a:pt x="449580" y="12865"/>
                  </a:lnTo>
                  <a:lnTo>
                    <a:pt x="450278" y="11430"/>
                  </a:lnTo>
                  <a:lnTo>
                    <a:pt x="450723" y="10807"/>
                  </a:lnTo>
                  <a:lnTo>
                    <a:pt x="450723" y="7950"/>
                  </a:lnTo>
                  <a:lnTo>
                    <a:pt x="447090" y="10782"/>
                  </a:lnTo>
                  <a:lnTo>
                    <a:pt x="446151" y="11430"/>
                  </a:lnTo>
                  <a:lnTo>
                    <a:pt x="445770" y="11811"/>
                  </a:lnTo>
                  <a:lnTo>
                    <a:pt x="446252" y="11430"/>
                  </a:lnTo>
                  <a:lnTo>
                    <a:pt x="450113" y="11430"/>
                  </a:lnTo>
                  <a:lnTo>
                    <a:pt x="449745" y="11938"/>
                  </a:lnTo>
                  <a:lnTo>
                    <a:pt x="445643" y="11938"/>
                  </a:lnTo>
                  <a:lnTo>
                    <a:pt x="445452" y="11938"/>
                  </a:lnTo>
                  <a:lnTo>
                    <a:pt x="445135" y="12179"/>
                  </a:lnTo>
                  <a:lnTo>
                    <a:pt x="445135" y="20332"/>
                  </a:lnTo>
                  <a:lnTo>
                    <a:pt x="444271" y="21869"/>
                  </a:lnTo>
                  <a:lnTo>
                    <a:pt x="444271" y="22580"/>
                  </a:lnTo>
                  <a:lnTo>
                    <a:pt x="443572" y="24396"/>
                  </a:lnTo>
                  <a:lnTo>
                    <a:pt x="443484" y="24638"/>
                  </a:lnTo>
                  <a:lnTo>
                    <a:pt x="443534" y="24396"/>
                  </a:lnTo>
                  <a:lnTo>
                    <a:pt x="444271" y="22580"/>
                  </a:lnTo>
                  <a:lnTo>
                    <a:pt x="444271" y="21869"/>
                  </a:lnTo>
                  <a:lnTo>
                    <a:pt x="444030" y="22288"/>
                  </a:lnTo>
                  <a:lnTo>
                    <a:pt x="443992" y="22453"/>
                  </a:lnTo>
                  <a:lnTo>
                    <a:pt x="442976" y="24155"/>
                  </a:lnTo>
                  <a:lnTo>
                    <a:pt x="443928" y="22453"/>
                  </a:lnTo>
                  <a:lnTo>
                    <a:pt x="444017" y="22288"/>
                  </a:lnTo>
                  <a:lnTo>
                    <a:pt x="445135" y="20332"/>
                  </a:lnTo>
                  <a:lnTo>
                    <a:pt x="445135" y="12179"/>
                  </a:lnTo>
                  <a:lnTo>
                    <a:pt x="442760" y="13919"/>
                  </a:lnTo>
                  <a:lnTo>
                    <a:pt x="442760" y="24523"/>
                  </a:lnTo>
                  <a:lnTo>
                    <a:pt x="442544" y="24853"/>
                  </a:lnTo>
                  <a:lnTo>
                    <a:pt x="442760" y="24523"/>
                  </a:lnTo>
                  <a:lnTo>
                    <a:pt x="442760" y="13919"/>
                  </a:lnTo>
                  <a:lnTo>
                    <a:pt x="441452" y="14871"/>
                  </a:lnTo>
                  <a:lnTo>
                    <a:pt x="441642" y="14871"/>
                  </a:lnTo>
                  <a:lnTo>
                    <a:pt x="435737" y="18923"/>
                  </a:lnTo>
                  <a:lnTo>
                    <a:pt x="428053" y="24396"/>
                  </a:lnTo>
                  <a:lnTo>
                    <a:pt x="427863" y="24396"/>
                  </a:lnTo>
                  <a:lnTo>
                    <a:pt x="419912" y="30327"/>
                  </a:lnTo>
                  <a:lnTo>
                    <a:pt x="419100" y="30861"/>
                  </a:lnTo>
                  <a:lnTo>
                    <a:pt x="418922" y="31000"/>
                  </a:lnTo>
                  <a:lnTo>
                    <a:pt x="418922" y="66179"/>
                  </a:lnTo>
                  <a:lnTo>
                    <a:pt x="418249" y="66713"/>
                  </a:lnTo>
                  <a:lnTo>
                    <a:pt x="418439" y="66522"/>
                  </a:lnTo>
                  <a:lnTo>
                    <a:pt x="418922" y="66179"/>
                  </a:lnTo>
                  <a:lnTo>
                    <a:pt x="418922" y="31000"/>
                  </a:lnTo>
                  <a:lnTo>
                    <a:pt x="398526" y="46355"/>
                  </a:lnTo>
                  <a:lnTo>
                    <a:pt x="216916" y="178689"/>
                  </a:lnTo>
                  <a:lnTo>
                    <a:pt x="216789" y="178816"/>
                  </a:lnTo>
                  <a:lnTo>
                    <a:pt x="188595" y="199644"/>
                  </a:lnTo>
                  <a:lnTo>
                    <a:pt x="160528" y="220853"/>
                  </a:lnTo>
                  <a:lnTo>
                    <a:pt x="160528" y="220980"/>
                  </a:lnTo>
                  <a:lnTo>
                    <a:pt x="110998" y="258445"/>
                  </a:lnTo>
                  <a:lnTo>
                    <a:pt x="90551" y="273177"/>
                  </a:lnTo>
                  <a:lnTo>
                    <a:pt x="90297" y="273304"/>
                  </a:lnTo>
                  <a:lnTo>
                    <a:pt x="53886" y="301002"/>
                  </a:lnTo>
                  <a:lnTo>
                    <a:pt x="43180" y="308483"/>
                  </a:lnTo>
                  <a:lnTo>
                    <a:pt x="40005" y="310769"/>
                  </a:lnTo>
                  <a:lnTo>
                    <a:pt x="29591" y="316992"/>
                  </a:lnTo>
                  <a:lnTo>
                    <a:pt x="20815" y="321513"/>
                  </a:lnTo>
                  <a:lnTo>
                    <a:pt x="15659" y="323684"/>
                  </a:lnTo>
                  <a:lnTo>
                    <a:pt x="7874" y="326390"/>
                  </a:lnTo>
                  <a:lnTo>
                    <a:pt x="4445" y="328676"/>
                  </a:lnTo>
                  <a:lnTo>
                    <a:pt x="1524" y="331851"/>
                  </a:lnTo>
                  <a:lnTo>
                    <a:pt x="508" y="332994"/>
                  </a:lnTo>
                  <a:lnTo>
                    <a:pt x="0" y="334645"/>
                  </a:lnTo>
                  <a:lnTo>
                    <a:pt x="279" y="336296"/>
                  </a:lnTo>
                  <a:lnTo>
                    <a:pt x="635" y="337820"/>
                  </a:lnTo>
                  <a:lnTo>
                    <a:pt x="1651" y="339217"/>
                  </a:lnTo>
                  <a:lnTo>
                    <a:pt x="3048" y="339852"/>
                  </a:lnTo>
                  <a:lnTo>
                    <a:pt x="6858" y="341757"/>
                  </a:lnTo>
                  <a:lnTo>
                    <a:pt x="11430" y="342646"/>
                  </a:lnTo>
                  <a:lnTo>
                    <a:pt x="19812" y="341757"/>
                  </a:lnTo>
                  <a:lnTo>
                    <a:pt x="20027" y="341757"/>
                  </a:lnTo>
                  <a:lnTo>
                    <a:pt x="65405" y="322199"/>
                  </a:lnTo>
                  <a:lnTo>
                    <a:pt x="66040" y="321691"/>
                  </a:lnTo>
                  <a:lnTo>
                    <a:pt x="105664" y="294513"/>
                  </a:lnTo>
                  <a:lnTo>
                    <a:pt x="126619" y="280543"/>
                  </a:lnTo>
                  <a:lnTo>
                    <a:pt x="126873" y="280289"/>
                  </a:lnTo>
                  <a:lnTo>
                    <a:pt x="148717" y="265176"/>
                  </a:lnTo>
                  <a:lnTo>
                    <a:pt x="206222" y="224142"/>
                  </a:lnTo>
                  <a:lnTo>
                    <a:pt x="340233" y="130810"/>
                  </a:lnTo>
                  <a:lnTo>
                    <a:pt x="340360" y="130683"/>
                  </a:lnTo>
                  <a:lnTo>
                    <a:pt x="384683" y="99695"/>
                  </a:lnTo>
                  <a:lnTo>
                    <a:pt x="404241" y="86233"/>
                  </a:lnTo>
                  <a:lnTo>
                    <a:pt x="418223" y="76327"/>
                  </a:lnTo>
                  <a:lnTo>
                    <a:pt x="419481" y="75438"/>
                  </a:lnTo>
                  <a:lnTo>
                    <a:pt x="419608" y="75438"/>
                  </a:lnTo>
                  <a:lnTo>
                    <a:pt x="440829" y="60312"/>
                  </a:lnTo>
                  <a:lnTo>
                    <a:pt x="441337" y="59918"/>
                  </a:lnTo>
                  <a:lnTo>
                    <a:pt x="449135" y="54610"/>
                  </a:lnTo>
                  <a:lnTo>
                    <a:pt x="449783" y="54127"/>
                  </a:lnTo>
                  <a:lnTo>
                    <a:pt x="456819" y="49403"/>
                  </a:lnTo>
                  <a:lnTo>
                    <a:pt x="457314" y="49009"/>
                  </a:lnTo>
                  <a:lnTo>
                    <a:pt x="463283" y="44805"/>
                  </a:lnTo>
                  <a:lnTo>
                    <a:pt x="468122" y="41275"/>
                  </a:lnTo>
                  <a:lnTo>
                    <a:pt x="468884" y="40640"/>
                  </a:lnTo>
                  <a:lnTo>
                    <a:pt x="473456" y="36969"/>
                  </a:lnTo>
                  <a:lnTo>
                    <a:pt x="474091" y="36322"/>
                  </a:lnTo>
                  <a:lnTo>
                    <a:pt x="475615" y="34937"/>
                  </a:lnTo>
                  <a:lnTo>
                    <a:pt x="477901" y="34290"/>
                  </a:lnTo>
                  <a:lnTo>
                    <a:pt x="483108" y="28702"/>
                  </a:lnTo>
                  <a:lnTo>
                    <a:pt x="483349" y="27216"/>
                  </a:lnTo>
                  <a:lnTo>
                    <a:pt x="484378" y="26162"/>
                  </a:lnTo>
                  <a:lnTo>
                    <a:pt x="485813" y="18923"/>
                  </a:lnTo>
                  <a:lnTo>
                    <a:pt x="485902" y="18542"/>
                  </a:lnTo>
                  <a:close/>
                </a:path>
                <a:path w="535304" h="410210">
                  <a:moveTo>
                    <a:pt x="534962" y="74549"/>
                  </a:moveTo>
                  <a:lnTo>
                    <a:pt x="534873" y="73152"/>
                  </a:lnTo>
                  <a:lnTo>
                    <a:pt x="534416" y="69773"/>
                  </a:lnTo>
                  <a:lnTo>
                    <a:pt x="534416" y="73406"/>
                  </a:lnTo>
                  <a:lnTo>
                    <a:pt x="534238" y="74041"/>
                  </a:lnTo>
                  <a:lnTo>
                    <a:pt x="534327" y="73152"/>
                  </a:lnTo>
                  <a:lnTo>
                    <a:pt x="534416" y="73406"/>
                  </a:lnTo>
                  <a:lnTo>
                    <a:pt x="534416" y="69773"/>
                  </a:lnTo>
                  <a:lnTo>
                    <a:pt x="533895" y="65913"/>
                  </a:lnTo>
                  <a:lnTo>
                    <a:pt x="533781" y="65024"/>
                  </a:lnTo>
                  <a:lnTo>
                    <a:pt x="530999" y="62585"/>
                  </a:lnTo>
                  <a:lnTo>
                    <a:pt x="530479" y="60845"/>
                  </a:lnTo>
                  <a:lnTo>
                    <a:pt x="525145" y="56261"/>
                  </a:lnTo>
                  <a:lnTo>
                    <a:pt x="523633" y="56032"/>
                  </a:lnTo>
                  <a:lnTo>
                    <a:pt x="521639" y="54229"/>
                  </a:lnTo>
                  <a:lnTo>
                    <a:pt x="521081" y="53733"/>
                  </a:lnTo>
                  <a:lnTo>
                    <a:pt x="511556" y="53467"/>
                  </a:lnTo>
                  <a:lnTo>
                    <a:pt x="509079" y="55511"/>
                  </a:lnTo>
                  <a:lnTo>
                    <a:pt x="505714" y="56908"/>
                  </a:lnTo>
                  <a:lnTo>
                    <a:pt x="503364" y="60185"/>
                  </a:lnTo>
                  <a:lnTo>
                    <a:pt x="501637" y="62585"/>
                  </a:lnTo>
                  <a:lnTo>
                    <a:pt x="496824" y="69215"/>
                  </a:lnTo>
                  <a:lnTo>
                    <a:pt x="503364" y="60185"/>
                  </a:lnTo>
                  <a:lnTo>
                    <a:pt x="502793" y="60706"/>
                  </a:lnTo>
                  <a:lnTo>
                    <a:pt x="500786" y="62230"/>
                  </a:lnTo>
                  <a:lnTo>
                    <a:pt x="500049" y="62738"/>
                  </a:lnTo>
                  <a:lnTo>
                    <a:pt x="497078" y="65024"/>
                  </a:lnTo>
                  <a:lnTo>
                    <a:pt x="496316" y="65671"/>
                  </a:lnTo>
                  <a:lnTo>
                    <a:pt x="494233" y="67195"/>
                  </a:lnTo>
                  <a:lnTo>
                    <a:pt x="493090" y="68008"/>
                  </a:lnTo>
                  <a:lnTo>
                    <a:pt x="493090" y="74041"/>
                  </a:lnTo>
                  <a:lnTo>
                    <a:pt x="492506" y="74549"/>
                  </a:lnTo>
                  <a:lnTo>
                    <a:pt x="492137" y="74803"/>
                  </a:lnTo>
                  <a:lnTo>
                    <a:pt x="492442" y="74549"/>
                  </a:lnTo>
                  <a:lnTo>
                    <a:pt x="493090" y="74041"/>
                  </a:lnTo>
                  <a:lnTo>
                    <a:pt x="493090" y="68008"/>
                  </a:lnTo>
                  <a:lnTo>
                    <a:pt x="438404" y="106426"/>
                  </a:lnTo>
                  <a:lnTo>
                    <a:pt x="425196" y="115443"/>
                  </a:lnTo>
                  <a:lnTo>
                    <a:pt x="409956" y="125603"/>
                  </a:lnTo>
                  <a:lnTo>
                    <a:pt x="369316" y="152146"/>
                  </a:lnTo>
                  <a:lnTo>
                    <a:pt x="369316" y="152273"/>
                  </a:lnTo>
                  <a:lnTo>
                    <a:pt x="346837" y="167132"/>
                  </a:lnTo>
                  <a:lnTo>
                    <a:pt x="323596" y="182880"/>
                  </a:lnTo>
                  <a:lnTo>
                    <a:pt x="323456" y="182880"/>
                  </a:lnTo>
                  <a:lnTo>
                    <a:pt x="275844" y="215900"/>
                  </a:lnTo>
                  <a:lnTo>
                    <a:pt x="228727" y="250063"/>
                  </a:lnTo>
                  <a:lnTo>
                    <a:pt x="178435" y="288417"/>
                  </a:lnTo>
                  <a:lnTo>
                    <a:pt x="136525" y="321310"/>
                  </a:lnTo>
                  <a:lnTo>
                    <a:pt x="99949" y="351282"/>
                  </a:lnTo>
                  <a:lnTo>
                    <a:pt x="70612" y="377571"/>
                  </a:lnTo>
                  <a:lnTo>
                    <a:pt x="70612" y="377698"/>
                  </a:lnTo>
                  <a:lnTo>
                    <a:pt x="64770" y="383159"/>
                  </a:lnTo>
                  <a:lnTo>
                    <a:pt x="59817" y="387985"/>
                  </a:lnTo>
                  <a:lnTo>
                    <a:pt x="55753" y="391795"/>
                  </a:lnTo>
                  <a:lnTo>
                    <a:pt x="48133" y="399415"/>
                  </a:lnTo>
                  <a:lnTo>
                    <a:pt x="46101" y="401320"/>
                  </a:lnTo>
                  <a:lnTo>
                    <a:pt x="45897" y="403733"/>
                  </a:lnTo>
                  <a:lnTo>
                    <a:pt x="45847" y="404368"/>
                  </a:lnTo>
                  <a:lnTo>
                    <a:pt x="47371" y="406654"/>
                  </a:lnTo>
                  <a:lnTo>
                    <a:pt x="49022" y="408940"/>
                  </a:lnTo>
                  <a:lnTo>
                    <a:pt x="52070" y="409702"/>
                  </a:lnTo>
                  <a:lnTo>
                    <a:pt x="64262" y="403860"/>
                  </a:lnTo>
                  <a:lnTo>
                    <a:pt x="64389" y="403733"/>
                  </a:lnTo>
                  <a:lnTo>
                    <a:pt x="68973" y="401320"/>
                  </a:lnTo>
                  <a:lnTo>
                    <a:pt x="69164" y="401320"/>
                  </a:lnTo>
                  <a:lnTo>
                    <a:pt x="75692" y="397383"/>
                  </a:lnTo>
                  <a:lnTo>
                    <a:pt x="83058" y="392557"/>
                  </a:lnTo>
                  <a:lnTo>
                    <a:pt x="92202" y="385699"/>
                  </a:lnTo>
                  <a:lnTo>
                    <a:pt x="101727" y="378714"/>
                  </a:lnTo>
                  <a:lnTo>
                    <a:pt x="171958" y="326263"/>
                  </a:lnTo>
                  <a:lnTo>
                    <a:pt x="247472" y="271500"/>
                  </a:lnTo>
                  <a:lnTo>
                    <a:pt x="292735" y="240284"/>
                  </a:lnTo>
                  <a:lnTo>
                    <a:pt x="340614" y="208407"/>
                  </a:lnTo>
                  <a:lnTo>
                    <a:pt x="386588" y="178816"/>
                  </a:lnTo>
                  <a:lnTo>
                    <a:pt x="443357" y="142875"/>
                  </a:lnTo>
                  <a:lnTo>
                    <a:pt x="456946" y="133985"/>
                  </a:lnTo>
                  <a:lnTo>
                    <a:pt x="457200" y="133858"/>
                  </a:lnTo>
                  <a:lnTo>
                    <a:pt x="497967" y="106426"/>
                  </a:lnTo>
                  <a:lnTo>
                    <a:pt x="505079" y="101854"/>
                  </a:lnTo>
                  <a:lnTo>
                    <a:pt x="511683" y="97536"/>
                  </a:lnTo>
                  <a:lnTo>
                    <a:pt x="511937" y="97282"/>
                  </a:lnTo>
                  <a:lnTo>
                    <a:pt x="516382" y="94361"/>
                  </a:lnTo>
                  <a:lnTo>
                    <a:pt x="517017" y="93853"/>
                  </a:lnTo>
                  <a:lnTo>
                    <a:pt x="520090" y="91567"/>
                  </a:lnTo>
                  <a:lnTo>
                    <a:pt x="521462" y="90551"/>
                  </a:lnTo>
                  <a:lnTo>
                    <a:pt x="522198" y="89928"/>
                  </a:lnTo>
                  <a:lnTo>
                    <a:pt x="525907" y="88773"/>
                  </a:lnTo>
                  <a:lnTo>
                    <a:pt x="529412" y="83312"/>
                  </a:lnTo>
                  <a:lnTo>
                    <a:pt x="528231" y="84429"/>
                  </a:lnTo>
                  <a:lnTo>
                    <a:pt x="528713" y="83947"/>
                  </a:lnTo>
                  <a:lnTo>
                    <a:pt x="529374" y="83312"/>
                  </a:lnTo>
                  <a:lnTo>
                    <a:pt x="530110" y="82207"/>
                  </a:lnTo>
                  <a:lnTo>
                    <a:pt x="529412" y="83312"/>
                  </a:lnTo>
                  <a:lnTo>
                    <a:pt x="531063" y="81661"/>
                  </a:lnTo>
                  <a:lnTo>
                    <a:pt x="532638" y="80137"/>
                  </a:lnTo>
                  <a:lnTo>
                    <a:pt x="533196" y="77978"/>
                  </a:lnTo>
                  <a:lnTo>
                    <a:pt x="533285" y="77673"/>
                  </a:lnTo>
                  <a:lnTo>
                    <a:pt x="533400" y="77216"/>
                  </a:lnTo>
                  <a:lnTo>
                    <a:pt x="532993" y="77673"/>
                  </a:lnTo>
                  <a:lnTo>
                    <a:pt x="533488" y="76885"/>
                  </a:lnTo>
                  <a:lnTo>
                    <a:pt x="534962" y="74549"/>
                  </a:lnTo>
                  <a:close/>
                </a:path>
              </a:pathLst>
            </a:custGeom>
            <a:solidFill>
              <a:srgbClr val="EC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5540" y="3481832"/>
              <a:ext cx="389936" cy="3801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32963" y="3500500"/>
              <a:ext cx="2979420" cy="1306830"/>
            </a:xfrm>
            <a:custGeom>
              <a:avLst/>
              <a:gdLst/>
              <a:ahLst/>
              <a:cxnLst/>
              <a:rect l="l" t="t" r="r" b="b"/>
              <a:pathLst>
                <a:path w="2979420" h="1306829">
                  <a:moveTo>
                    <a:pt x="147701" y="1228979"/>
                  </a:moveTo>
                  <a:lnTo>
                    <a:pt x="147510" y="1229106"/>
                  </a:lnTo>
                  <a:lnTo>
                    <a:pt x="147701" y="1229106"/>
                  </a:lnTo>
                  <a:lnTo>
                    <a:pt x="147701" y="1228979"/>
                  </a:lnTo>
                  <a:close/>
                </a:path>
                <a:path w="2979420" h="1306829">
                  <a:moveTo>
                    <a:pt x="303403" y="1004824"/>
                  </a:moveTo>
                  <a:lnTo>
                    <a:pt x="303085" y="1004443"/>
                  </a:lnTo>
                  <a:lnTo>
                    <a:pt x="302945" y="1004824"/>
                  </a:lnTo>
                  <a:lnTo>
                    <a:pt x="303022" y="1004443"/>
                  </a:lnTo>
                  <a:lnTo>
                    <a:pt x="303034" y="1003744"/>
                  </a:lnTo>
                  <a:lnTo>
                    <a:pt x="301815" y="1001585"/>
                  </a:lnTo>
                  <a:lnTo>
                    <a:pt x="301815" y="1009713"/>
                  </a:lnTo>
                  <a:lnTo>
                    <a:pt x="301625" y="1010539"/>
                  </a:lnTo>
                  <a:lnTo>
                    <a:pt x="268173" y="1010539"/>
                  </a:lnTo>
                  <a:lnTo>
                    <a:pt x="268173" y="1020229"/>
                  </a:lnTo>
                  <a:lnTo>
                    <a:pt x="267919" y="1020318"/>
                  </a:lnTo>
                  <a:lnTo>
                    <a:pt x="268173" y="1020229"/>
                  </a:lnTo>
                  <a:lnTo>
                    <a:pt x="268173" y="1010539"/>
                  </a:lnTo>
                  <a:lnTo>
                    <a:pt x="262534" y="1010539"/>
                  </a:lnTo>
                  <a:lnTo>
                    <a:pt x="262267" y="1010539"/>
                  </a:lnTo>
                  <a:lnTo>
                    <a:pt x="263194" y="1009713"/>
                  </a:lnTo>
                  <a:lnTo>
                    <a:pt x="263677" y="1009103"/>
                  </a:lnTo>
                  <a:lnTo>
                    <a:pt x="263398" y="1009523"/>
                  </a:lnTo>
                  <a:lnTo>
                    <a:pt x="263194" y="1009713"/>
                  </a:lnTo>
                  <a:lnTo>
                    <a:pt x="262699" y="1010335"/>
                  </a:lnTo>
                  <a:lnTo>
                    <a:pt x="263232" y="1009713"/>
                  </a:lnTo>
                  <a:lnTo>
                    <a:pt x="301815" y="1009713"/>
                  </a:lnTo>
                  <a:lnTo>
                    <a:pt x="301815" y="1001585"/>
                  </a:lnTo>
                  <a:lnTo>
                    <a:pt x="298704" y="996061"/>
                  </a:lnTo>
                  <a:lnTo>
                    <a:pt x="295363" y="995070"/>
                  </a:lnTo>
                  <a:lnTo>
                    <a:pt x="298323" y="998601"/>
                  </a:lnTo>
                  <a:lnTo>
                    <a:pt x="298602" y="998956"/>
                  </a:lnTo>
                  <a:lnTo>
                    <a:pt x="295363" y="995070"/>
                  </a:lnTo>
                  <a:lnTo>
                    <a:pt x="293243" y="992505"/>
                  </a:lnTo>
                  <a:lnTo>
                    <a:pt x="285115" y="991362"/>
                  </a:lnTo>
                  <a:lnTo>
                    <a:pt x="284048" y="991362"/>
                  </a:lnTo>
                  <a:lnTo>
                    <a:pt x="283870" y="991501"/>
                  </a:lnTo>
                  <a:lnTo>
                    <a:pt x="283464" y="991362"/>
                  </a:lnTo>
                  <a:lnTo>
                    <a:pt x="276009" y="994981"/>
                  </a:lnTo>
                  <a:lnTo>
                    <a:pt x="276009" y="998956"/>
                  </a:lnTo>
                  <a:lnTo>
                    <a:pt x="275386" y="999363"/>
                  </a:lnTo>
                  <a:lnTo>
                    <a:pt x="275945" y="998956"/>
                  </a:lnTo>
                  <a:lnTo>
                    <a:pt x="276009" y="994981"/>
                  </a:lnTo>
                  <a:lnTo>
                    <a:pt x="275336" y="995299"/>
                  </a:lnTo>
                  <a:lnTo>
                    <a:pt x="273875" y="998956"/>
                  </a:lnTo>
                  <a:lnTo>
                    <a:pt x="273431" y="999363"/>
                  </a:lnTo>
                  <a:lnTo>
                    <a:pt x="270332" y="1002665"/>
                  </a:lnTo>
                  <a:lnTo>
                    <a:pt x="269875" y="1003046"/>
                  </a:lnTo>
                  <a:lnTo>
                    <a:pt x="269646" y="1003388"/>
                  </a:lnTo>
                  <a:lnTo>
                    <a:pt x="269430" y="1003515"/>
                  </a:lnTo>
                  <a:lnTo>
                    <a:pt x="269036" y="1003935"/>
                  </a:lnTo>
                  <a:lnTo>
                    <a:pt x="268224" y="1004443"/>
                  </a:lnTo>
                  <a:lnTo>
                    <a:pt x="267195" y="1005205"/>
                  </a:lnTo>
                  <a:lnTo>
                    <a:pt x="265557" y="1006729"/>
                  </a:lnTo>
                  <a:lnTo>
                    <a:pt x="264198" y="1008443"/>
                  </a:lnTo>
                  <a:lnTo>
                    <a:pt x="264947" y="1007884"/>
                  </a:lnTo>
                  <a:lnTo>
                    <a:pt x="264350" y="1008443"/>
                  </a:lnTo>
                  <a:lnTo>
                    <a:pt x="264033" y="1008659"/>
                  </a:lnTo>
                  <a:lnTo>
                    <a:pt x="262737" y="1009713"/>
                  </a:lnTo>
                  <a:lnTo>
                    <a:pt x="261747" y="1010539"/>
                  </a:lnTo>
                  <a:lnTo>
                    <a:pt x="256159" y="1014730"/>
                  </a:lnTo>
                  <a:lnTo>
                    <a:pt x="256286" y="1014476"/>
                  </a:lnTo>
                  <a:lnTo>
                    <a:pt x="243205" y="1024128"/>
                  </a:lnTo>
                  <a:lnTo>
                    <a:pt x="242824" y="1024382"/>
                  </a:lnTo>
                  <a:lnTo>
                    <a:pt x="237070" y="1028827"/>
                  </a:lnTo>
                  <a:lnTo>
                    <a:pt x="234696" y="1030605"/>
                  </a:lnTo>
                  <a:lnTo>
                    <a:pt x="227215" y="1036574"/>
                  </a:lnTo>
                  <a:lnTo>
                    <a:pt x="217284" y="1044003"/>
                  </a:lnTo>
                  <a:lnTo>
                    <a:pt x="188976" y="1064768"/>
                  </a:lnTo>
                  <a:lnTo>
                    <a:pt x="136144" y="1104519"/>
                  </a:lnTo>
                  <a:lnTo>
                    <a:pt x="136004" y="1104646"/>
                  </a:lnTo>
                  <a:lnTo>
                    <a:pt x="117475" y="1118743"/>
                  </a:lnTo>
                  <a:lnTo>
                    <a:pt x="98044" y="1133729"/>
                  </a:lnTo>
                  <a:lnTo>
                    <a:pt x="80518" y="1147572"/>
                  </a:lnTo>
                  <a:lnTo>
                    <a:pt x="80264" y="1147826"/>
                  </a:lnTo>
                  <a:lnTo>
                    <a:pt x="67945" y="1157859"/>
                  </a:lnTo>
                  <a:lnTo>
                    <a:pt x="35433" y="1183551"/>
                  </a:lnTo>
                  <a:lnTo>
                    <a:pt x="12700" y="1197737"/>
                  </a:lnTo>
                  <a:lnTo>
                    <a:pt x="15354" y="1196594"/>
                  </a:lnTo>
                  <a:lnTo>
                    <a:pt x="7200" y="1196594"/>
                  </a:lnTo>
                  <a:lnTo>
                    <a:pt x="2667" y="1200150"/>
                  </a:lnTo>
                  <a:lnTo>
                    <a:pt x="1270" y="1205357"/>
                  </a:lnTo>
                  <a:lnTo>
                    <a:pt x="0" y="1210564"/>
                  </a:lnTo>
                  <a:lnTo>
                    <a:pt x="2298" y="1215771"/>
                  </a:lnTo>
                  <a:lnTo>
                    <a:pt x="2413" y="1216025"/>
                  </a:lnTo>
                  <a:lnTo>
                    <a:pt x="7112" y="1218565"/>
                  </a:lnTo>
                  <a:lnTo>
                    <a:pt x="11684" y="1221105"/>
                  </a:lnTo>
                  <a:lnTo>
                    <a:pt x="14605" y="1222629"/>
                  </a:lnTo>
                  <a:lnTo>
                    <a:pt x="18034" y="1223010"/>
                  </a:lnTo>
                  <a:lnTo>
                    <a:pt x="21209" y="1222248"/>
                  </a:lnTo>
                  <a:lnTo>
                    <a:pt x="28194" y="1220343"/>
                  </a:lnTo>
                  <a:lnTo>
                    <a:pt x="32004" y="1218819"/>
                  </a:lnTo>
                  <a:lnTo>
                    <a:pt x="33020" y="1218438"/>
                  </a:lnTo>
                  <a:lnTo>
                    <a:pt x="38735" y="1215771"/>
                  </a:lnTo>
                  <a:lnTo>
                    <a:pt x="39370" y="1215390"/>
                  </a:lnTo>
                  <a:lnTo>
                    <a:pt x="45974" y="1211834"/>
                  </a:lnTo>
                  <a:lnTo>
                    <a:pt x="54229" y="1206881"/>
                  </a:lnTo>
                  <a:lnTo>
                    <a:pt x="63627" y="1200531"/>
                  </a:lnTo>
                  <a:lnTo>
                    <a:pt x="67437" y="1197737"/>
                  </a:lnTo>
                  <a:lnTo>
                    <a:pt x="70561" y="1195451"/>
                  </a:lnTo>
                  <a:lnTo>
                    <a:pt x="74549" y="1192530"/>
                  </a:lnTo>
                  <a:lnTo>
                    <a:pt x="74930" y="1192276"/>
                  </a:lnTo>
                  <a:lnTo>
                    <a:pt x="87503" y="1182624"/>
                  </a:lnTo>
                  <a:lnTo>
                    <a:pt x="87376" y="1182624"/>
                  </a:lnTo>
                  <a:lnTo>
                    <a:pt x="97675" y="1174699"/>
                  </a:lnTo>
                  <a:lnTo>
                    <a:pt x="117729" y="1159510"/>
                  </a:lnTo>
                  <a:lnTo>
                    <a:pt x="175107" y="1116952"/>
                  </a:lnTo>
                  <a:lnTo>
                    <a:pt x="209042" y="1092200"/>
                  </a:lnTo>
                  <a:lnTo>
                    <a:pt x="234950" y="1073912"/>
                  </a:lnTo>
                  <a:lnTo>
                    <a:pt x="246888" y="1065276"/>
                  </a:lnTo>
                  <a:lnTo>
                    <a:pt x="247142" y="1065022"/>
                  </a:lnTo>
                  <a:lnTo>
                    <a:pt x="262509" y="1053274"/>
                  </a:lnTo>
                  <a:lnTo>
                    <a:pt x="276987" y="1042797"/>
                  </a:lnTo>
                  <a:lnTo>
                    <a:pt x="277368" y="1042543"/>
                  </a:lnTo>
                  <a:lnTo>
                    <a:pt x="282829" y="1038225"/>
                  </a:lnTo>
                  <a:lnTo>
                    <a:pt x="295402" y="1024890"/>
                  </a:lnTo>
                  <a:lnTo>
                    <a:pt x="295656" y="1024509"/>
                  </a:lnTo>
                  <a:lnTo>
                    <a:pt x="296418" y="1023493"/>
                  </a:lnTo>
                  <a:lnTo>
                    <a:pt x="298323" y="1020064"/>
                  </a:lnTo>
                  <a:lnTo>
                    <a:pt x="299593" y="1017524"/>
                  </a:lnTo>
                  <a:lnTo>
                    <a:pt x="299935" y="1016546"/>
                  </a:lnTo>
                  <a:lnTo>
                    <a:pt x="302501" y="1014095"/>
                  </a:lnTo>
                  <a:lnTo>
                    <a:pt x="302742" y="1014095"/>
                  </a:lnTo>
                  <a:lnTo>
                    <a:pt x="302971" y="1010920"/>
                  </a:lnTo>
                  <a:lnTo>
                    <a:pt x="303060" y="1009523"/>
                  </a:lnTo>
                  <a:lnTo>
                    <a:pt x="303136" y="1008443"/>
                  </a:lnTo>
                  <a:lnTo>
                    <a:pt x="303263" y="1006729"/>
                  </a:lnTo>
                  <a:lnTo>
                    <a:pt x="303364" y="1005205"/>
                  </a:lnTo>
                  <a:lnTo>
                    <a:pt x="303403" y="1004824"/>
                  </a:lnTo>
                  <a:close/>
                </a:path>
                <a:path w="2979420" h="1306829">
                  <a:moveTo>
                    <a:pt x="374065" y="1059294"/>
                  </a:moveTo>
                  <a:lnTo>
                    <a:pt x="371602" y="1052576"/>
                  </a:lnTo>
                  <a:lnTo>
                    <a:pt x="370332" y="1051179"/>
                  </a:lnTo>
                  <a:lnTo>
                    <a:pt x="366839" y="1047305"/>
                  </a:lnTo>
                  <a:lnTo>
                    <a:pt x="365950" y="1046861"/>
                  </a:lnTo>
                  <a:lnTo>
                    <a:pt x="365455" y="1046607"/>
                  </a:lnTo>
                  <a:lnTo>
                    <a:pt x="360641" y="1044194"/>
                  </a:lnTo>
                  <a:lnTo>
                    <a:pt x="353733" y="1043470"/>
                  </a:lnTo>
                  <a:lnTo>
                    <a:pt x="351917" y="1043965"/>
                  </a:lnTo>
                  <a:lnTo>
                    <a:pt x="351917" y="1051179"/>
                  </a:lnTo>
                  <a:lnTo>
                    <a:pt x="348780" y="1047927"/>
                  </a:lnTo>
                  <a:lnTo>
                    <a:pt x="349110" y="1048258"/>
                  </a:lnTo>
                  <a:lnTo>
                    <a:pt x="351917" y="1051179"/>
                  </a:lnTo>
                  <a:lnTo>
                    <a:pt x="351917" y="1043965"/>
                  </a:lnTo>
                  <a:lnTo>
                    <a:pt x="346837" y="1045337"/>
                  </a:lnTo>
                  <a:lnTo>
                    <a:pt x="340245" y="1048575"/>
                  </a:lnTo>
                  <a:lnTo>
                    <a:pt x="337769" y="1049274"/>
                  </a:lnTo>
                  <a:lnTo>
                    <a:pt x="338061" y="1049274"/>
                  </a:lnTo>
                  <a:lnTo>
                    <a:pt x="335534" y="1051433"/>
                  </a:lnTo>
                  <a:lnTo>
                    <a:pt x="334492" y="1053693"/>
                  </a:lnTo>
                  <a:lnTo>
                    <a:pt x="331851" y="1055624"/>
                  </a:lnTo>
                  <a:lnTo>
                    <a:pt x="327533" y="1058926"/>
                  </a:lnTo>
                  <a:lnTo>
                    <a:pt x="322961" y="1062355"/>
                  </a:lnTo>
                  <a:lnTo>
                    <a:pt x="318389" y="1065911"/>
                  </a:lnTo>
                  <a:lnTo>
                    <a:pt x="308102" y="1073785"/>
                  </a:lnTo>
                  <a:lnTo>
                    <a:pt x="308102" y="1073658"/>
                  </a:lnTo>
                  <a:lnTo>
                    <a:pt x="301625" y="1078738"/>
                  </a:lnTo>
                  <a:lnTo>
                    <a:pt x="294220" y="1084199"/>
                  </a:lnTo>
                  <a:lnTo>
                    <a:pt x="287147" y="1089660"/>
                  </a:lnTo>
                  <a:lnTo>
                    <a:pt x="282765" y="1092962"/>
                  </a:lnTo>
                  <a:lnTo>
                    <a:pt x="278968" y="1095883"/>
                  </a:lnTo>
                  <a:lnTo>
                    <a:pt x="273532" y="1099870"/>
                  </a:lnTo>
                  <a:lnTo>
                    <a:pt x="255092" y="1112977"/>
                  </a:lnTo>
                  <a:lnTo>
                    <a:pt x="239522" y="1123823"/>
                  </a:lnTo>
                  <a:lnTo>
                    <a:pt x="227838" y="1132205"/>
                  </a:lnTo>
                  <a:lnTo>
                    <a:pt x="214884" y="1141730"/>
                  </a:lnTo>
                  <a:lnTo>
                    <a:pt x="116840" y="1211707"/>
                  </a:lnTo>
                  <a:lnTo>
                    <a:pt x="116713" y="1211834"/>
                  </a:lnTo>
                  <a:lnTo>
                    <a:pt x="104394" y="1220736"/>
                  </a:lnTo>
                  <a:lnTo>
                    <a:pt x="92329" y="1229106"/>
                  </a:lnTo>
                  <a:lnTo>
                    <a:pt x="80391" y="1237107"/>
                  </a:lnTo>
                  <a:lnTo>
                    <a:pt x="80137" y="1237361"/>
                  </a:lnTo>
                  <a:lnTo>
                    <a:pt x="70485" y="1244219"/>
                  </a:lnTo>
                  <a:lnTo>
                    <a:pt x="60325" y="1252093"/>
                  </a:lnTo>
                  <a:lnTo>
                    <a:pt x="51689" y="1259078"/>
                  </a:lnTo>
                  <a:lnTo>
                    <a:pt x="45339" y="1264285"/>
                  </a:lnTo>
                  <a:lnTo>
                    <a:pt x="44958" y="1264539"/>
                  </a:lnTo>
                  <a:lnTo>
                    <a:pt x="21844" y="1292860"/>
                  </a:lnTo>
                  <a:lnTo>
                    <a:pt x="21247" y="1300099"/>
                  </a:lnTo>
                  <a:lnTo>
                    <a:pt x="25908" y="1306322"/>
                  </a:lnTo>
                  <a:lnTo>
                    <a:pt x="34925" y="1304290"/>
                  </a:lnTo>
                  <a:lnTo>
                    <a:pt x="39370" y="1302258"/>
                  </a:lnTo>
                  <a:lnTo>
                    <a:pt x="42037" y="1300099"/>
                  </a:lnTo>
                  <a:lnTo>
                    <a:pt x="44704" y="1298067"/>
                  </a:lnTo>
                  <a:lnTo>
                    <a:pt x="45085" y="1297813"/>
                  </a:lnTo>
                  <a:lnTo>
                    <a:pt x="50139" y="1293583"/>
                  </a:lnTo>
                  <a:lnTo>
                    <a:pt x="54991" y="1289939"/>
                  </a:lnTo>
                  <a:lnTo>
                    <a:pt x="55918" y="1289304"/>
                  </a:lnTo>
                  <a:lnTo>
                    <a:pt x="61239" y="1285570"/>
                  </a:lnTo>
                  <a:lnTo>
                    <a:pt x="68732" y="1280668"/>
                  </a:lnTo>
                  <a:lnTo>
                    <a:pt x="77216" y="1274699"/>
                  </a:lnTo>
                  <a:lnTo>
                    <a:pt x="88150" y="1267269"/>
                  </a:lnTo>
                  <a:lnTo>
                    <a:pt x="96431" y="1262126"/>
                  </a:lnTo>
                  <a:lnTo>
                    <a:pt x="108839" y="1254506"/>
                  </a:lnTo>
                  <a:lnTo>
                    <a:pt x="121780" y="1246251"/>
                  </a:lnTo>
                  <a:lnTo>
                    <a:pt x="122047" y="1245997"/>
                  </a:lnTo>
                  <a:lnTo>
                    <a:pt x="134747" y="1237615"/>
                  </a:lnTo>
                  <a:lnTo>
                    <a:pt x="147701" y="1228852"/>
                  </a:lnTo>
                  <a:lnTo>
                    <a:pt x="147878" y="1228852"/>
                  </a:lnTo>
                  <a:lnTo>
                    <a:pt x="200533" y="1193546"/>
                  </a:lnTo>
                  <a:lnTo>
                    <a:pt x="200660" y="1193419"/>
                  </a:lnTo>
                  <a:lnTo>
                    <a:pt x="219456" y="1180592"/>
                  </a:lnTo>
                  <a:lnTo>
                    <a:pt x="245452" y="1162570"/>
                  </a:lnTo>
                  <a:lnTo>
                    <a:pt x="270129" y="1145921"/>
                  </a:lnTo>
                  <a:lnTo>
                    <a:pt x="280162" y="1139317"/>
                  </a:lnTo>
                  <a:lnTo>
                    <a:pt x="291084" y="1131951"/>
                  </a:lnTo>
                  <a:lnTo>
                    <a:pt x="300355" y="1125474"/>
                  </a:lnTo>
                  <a:lnTo>
                    <a:pt x="302653" y="1123823"/>
                  </a:lnTo>
                  <a:lnTo>
                    <a:pt x="308991" y="1119378"/>
                  </a:lnTo>
                  <a:lnTo>
                    <a:pt x="316484" y="1114044"/>
                  </a:lnTo>
                  <a:lnTo>
                    <a:pt x="323850" y="1108583"/>
                  </a:lnTo>
                  <a:lnTo>
                    <a:pt x="345567" y="1092962"/>
                  </a:lnTo>
                  <a:lnTo>
                    <a:pt x="350139" y="1089533"/>
                  </a:lnTo>
                  <a:lnTo>
                    <a:pt x="354279" y="1086612"/>
                  </a:lnTo>
                  <a:lnTo>
                    <a:pt x="357632" y="1084199"/>
                  </a:lnTo>
                  <a:lnTo>
                    <a:pt x="361315" y="1081659"/>
                  </a:lnTo>
                  <a:lnTo>
                    <a:pt x="361442" y="1081532"/>
                  </a:lnTo>
                  <a:lnTo>
                    <a:pt x="363982" y="1079754"/>
                  </a:lnTo>
                  <a:lnTo>
                    <a:pt x="364109" y="1079627"/>
                  </a:lnTo>
                  <a:lnTo>
                    <a:pt x="366522" y="1077849"/>
                  </a:lnTo>
                  <a:lnTo>
                    <a:pt x="370319" y="1073785"/>
                  </a:lnTo>
                  <a:lnTo>
                    <a:pt x="371398" y="1072642"/>
                  </a:lnTo>
                  <a:lnTo>
                    <a:pt x="371856" y="1071499"/>
                  </a:lnTo>
                  <a:lnTo>
                    <a:pt x="373964" y="1066215"/>
                  </a:lnTo>
                  <a:lnTo>
                    <a:pt x="374065" y="1059294"/>
                  </a:lnTo>
                  <a:close/>
                </a:path>
                <a:path w="2979420" h="1306829">
                  <a:moveTo>
                    <a:pt x="1588389" y="1033272"/>
                  </a:moveTo>
                  <a:lnTo>
                    <a:pt x="1587754" y="1032002"/>
                  </a:lnTo>
                  <a:lnTo>
                    <a:pt x="1584325" y="1025017"/>
                  </a:lnTo>
                  <a:lnTo>
                    <a:pt x="1572768" y="1019429"/>
                  </a:lnTo>
                  <a:lnTo>
                    <a:pt x="1572133" y="1019175"/>
                  </a:lnTo>
                  <a:lnTo>
                    <a:pt x="1570736" y="1019175"/>
                  </a:lnTo>
                  <a:lnTo>
                    <a:pt x="1566037" y="1019937"/>
                  </a:lnTo>
                  <a:lnTo>
                    <a:pt x="1562100" y="1020699"/>
                  </a:lnTo>
                  <a:lnTo>
                    <a:pt x="1558417" y="1022731"/>
                  </a:lnTo>
                  <a:lnTo>
                    <a:pt x="1555750" y="1025906"/>
                  </a:lnTo>
                  <a:lnTo>
                    <a:pt x="1552829" y="1029335"/>
                  </a:lnTo>
                  <a:lnTo>
                    <a:pt x="1552511" y="1029639"/>
                  </a:lnTo>
                  <a:lnTo>
                    <a:pt x="1552409" y="1029766"/>
                  </a:lnTo>
                  <a:lnTo>
                    <a:pt x="1551851" y="1030274"/>
                  </a:lnTo>
                  <a:lnTo>
                    <a:pt x="1551495" y="1030795"/>
                  </a:lnTo>
                  <a:lnTo>
                    <a:pt x="1551724" y="1030478"/>
                  </a:lnTo>
                  <a:lnTo>
                    <a:pt x="1551851" y="1030389"/>
                  </a:lnTo>
                  <a:lnTo>
                    <a:pt x="1551266" y="1030795"/>
                  </a:lnTo>
                  <a:lnTo>
                    <a:pt x="1550720" y="1031316"/>
                  </a:lnTo>
                  <a:lnTo>
                    <a:pt x="1549400" y="1032383"/>
                  </a:lnTo>
                  <a:lnTo>
                    <a:pt x="1550035" y="1032002"/>
                  </a:lnTo>
                  <a:lnTo>
                    <a:pt x="1549527" y="1032383"/>
                  </a:lnTo>
                  <a:lnTo>
                    <a:pt x="1548257" y="1033272"/>
                  </a:lnTo>
                  <a:lnTo>
                    <a:pt x="1544320" y="1036320"/>
                  </a:lnTo>
                  <a:lnTo>
                    <a:pt x="1541907" y="1038225"/>
                  </a:lnTo>
                  <a:lnTo>
                    <a:pt x="1530083" y="1047318"/>
                  </a:lnTo>
                  <a:lnTo>
                    <a:pt x="1527937" y="1048893"/>
                  </a:lnTo>
                  <a:lnTo>
                    <a:pt x="1522857" y="1052576"/>
                  </a:lnTo>
                  <a:lnTo>
                    <a:pt x="1509903" y="1061466"/>
                  </a:lnTo>
                  <a:lnTo>
                    <a:pt x="1509395" y="1061720"/>
                  </a:lnTo>
                  <a:lnTo>
                    <a:pt x="1503172" y="1066292"/>
                  </a:lnTo>
                  <a:lnTo>
                    <a:pt x="1502791" y="1066673"/>
                  </a:lnTo>
                  <a:lnTo>
                    <a:pt x="1495298" y="1072515"/>
                  </a:lnTo>
                  <a:lnTo>
                    <a:pt x="1495044" y="1072769"/>
                  </a:lnTo>
                  <a:lnTo>
                    <a:pt x="1487347" y="1079119"/>
                  </a:lnTo>
                  <a:lnTo>
                    <a:pt x="1487030" y="1079360"/>
                  </a:lnTo>
                  <a:lnTo>
                    <a:pt x="1478508" y="1086205"/>
                  </a:lnTo>
                  <a:lnTo>
                    <a:pt x="1478330" y="1086358"/>
                  </a:lnTo>
                  <a:lnTo>
                    <a:pt x="1477035" y="1087374"/>
                  </a:lnTo>
                  <a:lnTo>
                    <a:pt x="1468970" y="1093558"/>
                  </a:lnTo>
                  <a:lnTo>
                    <a:pt x="1468780" y="1093774"/>
                  </a:lnTo>
                  <a:lnTo>
                    <a:pt x="1456563" y="1102868"/>
                  </a:lnTo>
                  <a:lnTo>
                    <a:pt x="1443736" y="1112139"/>
                  </a:lnTo>
                  <a:lnTo>
                    <a:pt x="1443609" y="1112266"/>
                  </a:lnTo>
                  <a:lnTo>
                    <a:pt x="1430832" y="1121791"/>
                  </a:lnTo>
                  <a:lnTo>
                    <a:pt x="1427861" y="1123950"/>
                  </a:lnTo>
                  <a:lnTo>
                    <a:pt x="1409954" y="1137666"/>
                  </a:lnTo>
                  <a:lnTo>
                    <a:pt x="1390142" y="1153287"/>
                  </a:lnTo>
                  <a:lnTo>
                    <a:pt x="1353693" y="1183132"/>
                  </a:lnTo>
                  <a:lnTo>
                    <a:pt x="1341069" y="1193965"/>
                  </a:lnTo>
                  <a:lnTo>
                    <a:pt x="1336421" y="1197864"/>
                  </a:lnTo>
                  <a:lnTo>
                    <a:pt x="1311402" y="1219581"/>
                  </a:lnTo>
                  <a:lnTo>
                    <a:pt x="1299591" y="1229614"/>
                  </a:lnTo>
                  <a:lnTo>
                    <a:pt x="1287653" y="1239393"/>
                  </a:lnTo>
                  <a:lnTo>
                    <a:pt x="1277112" y="1248283"/>
                  </a:lnTo>
                  <a:lnTo>
                    <a:pt x="1276985" y="1248410"/>
                  </a:lnTo>
                  <a:lnTo>
                    <a:pt x="1268730" y="1255522"/>
                  </a:lnTo>
                  <a:lnTo>
                    <a:pt x="1260856" y="1262507"/>
                  </a:lnTo>
                  <a:lnTo>
                    <a:pt x="1253998" y="1269111"/>
                  </a:lnTo>
                  <a:lnTo>
                    <a:pt x="1249680" y="1273556"/>
                  </a:lnTo>
                  <a:lnTo>
                    <a:pt x="1249553" y="1273556"/>
                  </a:lnTo>
                  <a:lnTo>
                    <a:pt x="1245616" y="1278001"/>
                  </a:lnTo>
                  <a:lnTo>
                    <a:pt x="1243965" y="1279652"/>
                  </a:lnTo>
                  <a:lnTo>
                    <a:pt x="1243076" y="1281684"/>
                  </a:lnTo>
                  <a:lnTo>
                    <a:pt x="1242695" y="1283970"/>
                  </a:lnTo>
                  <a:lnTo>
                    <a:pt x="1241831" y="1290828"/>
                  </a:lnTo>
                  <a:lnTo>
                    <a:pt x="1241552" y="1292479"/>
                  </a:lnTo>
                  <a:lnTo>
                    <a:pt x="1242060" y="1293876"/>
                  </a:lnTo>
                  <a:lnTo>
                    <a:pt x="1243965" y="1296035"/>
                  </a:lnTo>
                  <a:lnTo>
                    <a:pt x="1245235" y="1296543"/>
                  </a:lnTo>
                  <a:lnTo>
                    <a:pt x="1246759" y="1296543"/>
                  </a:lnTo>
                  <a:lnTo>
                    <a:pt x="1253871" y="1296289"/>
                  </a:lnTo>
                  <a:lnTo>
                    <a:pt x="1256030" y="1296289"/>
                  </a:lnTo>
                  <a:lnTo>
                    <a:pt x="1258189" y="1295527"/>
                  </a:lnTo>
                  <a:lnTo>
                    <a:pt x="1269746" y="1287272"/>
                  </a:lnTo>
                  <a:lnTo>
                    <a:pt x="1269873" y="1287145"/>
                  </a:lnTo>
                  <a:lnTo>
                    <a:pt x="1276731" y="1281938"/>
                  </a:lnTo>
                  <a:lnTo>
                    <a:pt x="1284986" y="1275842"/>
                  </a:lnTo>
                  <a:lnTo>
                    <a:pt x="1304798" y="1261491"/>
                  </a:lnTo>
                  <a:lnTo>
                    <a:pt x="1304925" y="1261364"/>
                  </a:lnTo>
                  <a:lnTo>
                    <a:pt x="1317498" y="1252093"/>
                  </a:lnTo>
                  <a:lnTo>
                    <a:pt x="1330071" y="1242441"/>
                  </a:lnTo>
                  <a:lnTo>
                    <a:pt x="1330198" y="1242314"/>
                  </a:lnTo>
                  <a:lnTo>
                    <a:pt x="1343152" y="1232154"/>
                  </a:lnTo>
                  <a:lnTo>
                    <a:pt x="1343152" y="1232027"/>
                  </a:lnTo>
                  <a:lnTo>
                    <a:pt x="1356360" y="1221613"/>
                  </a:lnTo>
                  <a:lnTo>
                    <a:pt x="1373886" y="1207516"/>
                  </a:lnTo>
                  <a:lnTo>
                    <a:pt x="1391031" y="1193965"/>
                  </a:lnTo>
                  <a:lnTo>
                    <a:pt x="1428953" y="1164767"/>
                  </a:lnTo>
                  <a:lnTo>
                    <a:pt x="1447825" y="1150924"/>
                  </a:lnTo>
                  <a:lnTo>
                    <a:pt x="1448028" y="1150721"/>
                  </a:lnTo>
                  <a:lnTo>
                    <a:pt x="1463548" y="1139698"/>
                  </a:lnTo>
                  <a:lnTo>
                    <a:pt x="1489329" y="1121791"/>
                  </a:lnTo>
                  <a:lnTo>
                    <a:pt x="1489456" y="1121664"/>
                  </a:lnTo>
                  <a:lnTo>
                    <a:pt x="1499489" y="1114425"/>
                  </a:lnTo>
                  <a:lnTo>
                    <a:pt x="1499870" y="1114171"/>
                  </a:lnTo>
                  <a:lnTo>
                    <a:pt x="1517218" y="1100963"/>
                  </a:lnTo>
                  <a:lnTo>
                    <a:pt x="1524762" y="1095375"/>
                  </a:lnTo>
                  <a:lnTo>
                    <a:pt x="1530362" y="1091387"/>
                  </a:lnTo>
                  <a:lnTo>
                    <a:pt x="1538097" y="1086358"/>
                  </a:lnTo>
                  <a:lnTo>
                    <a:pt x="1538401" y="1086205"/>
                  </a:lnTo>
                  <a:lnTo>
                    <a:pt x="1543431" y="1082929"/>
                  </a:lnTo>
                  <a:lnTo>
                    <a:pt x="1543558" y="1082802"/>
                  </a:lnTo>
                  <a:lnTo>
                    <a:pt x="1549146" y="1079119"/>
                  </a:lnTo>
                  <a:lnTo>
                    <a:pt x="1553464" y="1076198"/>
                  </a:lnTo>
                  <a:lnTo>
                    <a:pt x="1553718" y="1075944"/>
                  </a:lnTo>
                  <a:lnTo>
                    <a:pt x="1557655" y="1073023"/>
                  </a:lnTo>
                  <a:lnTo>
                    <a:pt x="1557782" y="1073023"/>
                  </a:lnTo>
                  <a:lnTo>
                    <a:pt x="1567040" y="1066292"/>
                  </a:lnTo>
                  <a:lnTo>
                    <a:pt x="1570736" y="1063752"/>
                  </a:lnTo>
                  <a:lnTo>
                    <a:pt x="1570990" y="1063498"/>
                  </a:lnTo>
                  <a:lnTo>
                    <a:pt x="1573022" y="1061974"/>
                  </a:lnTo>
                  <a:lnTo>
                    <a:pt x="1585417" y="1046264"/>
                  </a:lnTo>
                  <a:lnTo>
                    <a:pt x="1585506" y="1046060"/>
                  </a:lnTo>
                  <a:lnTo>
                    <a:pt x="1585595" y="1045845"/>
                  </a:lnTo>
                  <a:lnTo>
                    <a:pt x="1586103" y="1043940"/>
                  </a:lnTo>
                  <a:lnTo>
                    <a:pt x="1586611" y="1041273"/>
                  </a:lnTo>
                  <a:lnTo>
                    <a:pt x="1588325" y="1033526"/>
                  </a:lnTo>
                  <a:lnTo>
                    <a:pt x="1588389" y="1033272"/>
                  </a:lnTo>
                  <a:close/>
                </a:path>
                <a:path w="2979420" h="1306829">
                  <a:moveTo>
                    <a:pt x="2978696" y="77597"/>
                  </a:moveTo>
                  <a:lnTo>
                    <a:pt x="2978429" y="76746"/>
                  </a:lnTo>
                  <a:lnTo>
                    <a:pt x="2978277" y="75069"/>
                  </a:lnTo>
                  <a:lnTo>
                    <a:pt x="2977642" y="74295"/>
                  </a:lnTo>
                  <a:lnTo>
                    <a:pt x="2976753" y="71501"/>
                  </a:lnTo>
                  <a:lnTo>
                    <a:pt x="2973159" y="68795"/>
                  </a:lnTo>
                  <a:lnTo>
                    <a:pt x="2970276" y="65151"/>
                  </a:lnTo>
                  <a:lnTo>
                    <a:pt x="2967164" y="64262"/>
                  </a:lnTo>
                  <a:lnTo>
                    <a:pt x="2964980" y="63627"/>
                  </a:lnTo>
                  <a:lnTo>
                    <a:pt x="2967164" y="64262"/>
                  </a:lnTo>
                  <a:lnTo>
                    <a:pt x="2966339" y="63627"/>
                  </a:lnTo>
                  <a:lnTo>
                    <a:pt x="2964675" y="63550"/>
                  </a:lnTo>
                  <a:lnTo>
                    <a:pt x="2963672" y="63246"/>
                  </a:lnTo>
                  <a:lnTo>
                    <a:pt x="2962986" y="63449"/>
                  </a:lnTo>
                  <a:lnTo>
                    <a:pt x="2959227" y="63246"/>
                  </a:lnTo>
                  <a:lnTo>
                    <a:pt x="2955404" y="65684"/>
                  </a:lnTo>
                  <a:lnTo>
                    <a:pt x="2962364" y="63627"/>
                  </a:lnTo>
                  <a:lnTo>
                    <a:pt x="2955404" y="65684"/>
                  </a:lnTo>
                  <a:lnTo>
                    <a:pt x="2948305" y="67830"/>
                  </a:lnTo>
                  <a:lnTo>
                    <a:pt x="2947670" y="68072"/>
                  </a:lnTo>
                  <a:lnTo>
                    <a:pt x="2944469" y="69227"/>
                  </a:lnTo>
                  <a:lnTo>
                    <a:pt x="2944469" y="74295"/>
                  </a:lnTo>
                  <a:lnTo>
                    <a:pt x="2944114" y="74676"/>
                  </a:lnTo>
                  <a:lnTo>
                    <a:pt x="2943695" y="75018"/>
                  </a:lnTo>
                  <a:lnTo>
                    <a:pt x="2944037" y="74676"/>
                  </a:lnTo>
                  <a:lnTo>
                    <a:pt x="2944469" y="74295"/>
                  </a:lnTo>
                  <a:lnTo>
                    <a:pt x="2944469" y="69227"/>
                  </a:lnTo>
                  <a:lnTo>
                    <a:pt x="2941650" y="70243"/>
                  </a:lnTo>
                  <a:lnTo>
                    <a:pt x="2941650" y="76746"/>
                  </a:lnTo>
                  <a:lnTo>
                    <a:pt x="2936621" y="80657"/>
                  </a:lnTo>
                  <a:lnTo>
                    <a:pt x="2930906" y="84709"/>
                  </a:lnTo>
                  <a:lnTo>
                    <a:pt x="2930525" y="84963"/>
                  </a:lnTo>
                  <a:lnTo>
                    <a:pt x="2936252" y="80899"/>
                  </a:lnTo>
                  <a:lnTo>
                    <a:pt x="2941650" y="76746"/>
                  </a:lnTo>
                  <a:lnTo>
                    <a:pt x="2941650" y="70243"/>
                  </a:lnTo>
                  <a:lnTo>
                    <a:pt x="2939161" y="71132"/>
                  </a:lnTo>
                  <a:lnTo>
                    <a:pt x="2932176" y="74676"/>
                  </a:lnTo>
                  <a:lnTo>
                    <a:pt x="2926080" y="78244"/>
                  </a:lnTo>
                  <a:lnTo>
                    <a:pt x="2925572" y="78613"/>
                  </a:lnTo>
                  <a:lnTo>
                    <a:pt x="2924810" y="79108"/>
                  </a:lnTo>
                  <a:lnTo>
                    <a:pt x="2930106" y="72440"/>
                  </a:lnTo>
                  <a:lnTo>
                    <a:pt x="2936659" y="65366"/>
                  </a:lnTo>
                  <a:lnTo>
                    <a:pt x="2943390" y="58788"/>
                  </a:lnTo>
                  <a:lnTo>
                    <a:pt x="2948559" y="53975"/>
                  </a:lnTo>
                  <a:lnTo>
                    <a:pt x="2949194" y="53340"/>
                  </a:lnTo>
                  <a:lnTo>
                    <a:pt x="2955163" y="47117"/>
                  </a:lnTo>
                  <a:lnTo>
                    <a:pt x="2959747" y="42164"/>
                  </a:lnTo>
                  <a:lnTo>
                    <a:pt x="2959989" y="41910"/>
                  </a:lnTo>
                  <a:lnTo>
                    <a:pt x="2959608" y="42164"/>
                  </a:lnTo>
                  <a:lnTo>
                    <a:pt x="2963672" y="37973"/>
                  </a:lnTo>
                  <a:lnTo>
                    <a:pt x="2964053" y="37465"/>
                  </a:lnTo>
                  <a:lnTo>
                    <a:pt x="2968574" y="32423"/>
                  </a:lnTo>
                  <a:lnTo>
                    <a:pt x="2972054" y="30619"/>
                  </a:lnTo>
                  <a:lnTo>
                    <a:pt x="2974644" y="25514"/>
                  </a:lnTo>
                  <a:lnTo>
                    <a:pt x="2975737" y="24257"/>
                  </a:lnTo>
                  <a:lnTo>
                    <a:pt x="2976232" y="17526"/>
                  </a:lnTo>
                  <a:lnTo>
                    <a:pt x="2976257" y="17145"/>
                  </a:lnTo>
                  <a:lnTo>
                    <a:pt x="2976372" y="15748"/>
                  </a:lnTo>
                  <a:lnTo>
                    <a:pt x="2974200" y="12509"/>
                  </a:lnTo>
                  <a:lnTo>
                    <a:pt x="2973870" y="9906"/>
                  </a:lnTo>
                  <a:lnTo>
                    <a:pt x="2973832" y="9525"/>
                  </a:lnTo>
                  <a:lnTo>
                    <a:pt x="2968726" y="3810"/>
                  </a:lnTo>
                  <a:lnTo>
                    <a:pt x="2968510" y="3810"/>
                  </a:lnTo>
                  <a:lnTo>
                    <a:pt x="2968383" y="3632"/>
                  </a:lnTo>
                  <a:lnTo>
                    <a:pt x="2967863" y="2794"/>
                  </a:lnTo>
                  <a:lnTo>
                    <a:pt x="2959862" y="0"/>
                  </a:lnTo>
                  <a:lnTo>
                    <a:pt x="2957093" y="850"/>
                  </a:lnTo>
                  <a:lnTo>
                    <a:pt x="2954782" y="254"/>
                  </a:lnTo>
                  <a:lnTo>
                    <a:pt x="2947543" y="3048"/>
                  </a:lnTo>
                  <a:lnTo>
                    <a:pt x="2946616" y="4419"/>
                  </a:lnTo>
                  <a:lnTo>
                    <a:pt x="2945003" y="5080"/>
                  </a:lnTo>
                  <a:lnTo>
                    <a:pt x="2944622" y="5207"/>
                  </a:lnTo>
                  <a:lnTo>
                    <a:pt x="2941193" y="6731"/>
                  </a:lnTo>
                  <a:lnTo>
                    <a:pt x="2935478" y="9525"/>
                  </a:lnTo>
                  <a:lnTo>
                    <a:pt x="2934589" y="9906"/>
                  </a:lnTo>
                  <a:lnTo>
                    <a:pt x="2928493" y="13335"/>
                  </a:lnTo>
                  <a:lnTo>
                    <a:pt x="2927985" y="13589"/>
                  </a:lnTo>
                  <a:lnTo>
                    <a:pt x="2921381" y="17526"/>
                  </a:lnTo>
                  <a:lnTo>
                    <a:pt x="2919780" y="18453"/>
                  </a:lnTo>
                  <a:lnTo>
                    <a:pt x="2919780" y="100355"/>
                  </a:lnTo>
                  <a:lnTo>
                    <a:pt x="2911335" y="102590"/>
                  </a:lnTo>
                  <a:lnTo>
                    <a:pt x="2917152" y="101028"/>
                  </a:lnTo>
                  <a:lnTo>
                    <a:pt x="2919171" y="100495"/>
                  </a:lnTo>
                  <a:lnTo>
                    <a:pt x="2919780" y="100355"/>
                  </a:lnTo>
                  <a:lnTo>
                    <a:pt x="2919780" y="18453"/>
                  </a:lnTo>
                  <a:lnTo>
                    <a:pt x="2913888" y="21844"/>
                  </a:lnTo>
                  <a:lnTo>
                    <a:pt x="2863469" y="50292"/>
                  </a:lnTo>
                  <a:lnTo>
                    <a:pt x="2863088" y="50546"/>
                  </a:lnTo>
                  <a:lnTo>
                    <a:pt x="2842298" y="62992"/>
                  </a:lnTo>
                  <a:lnTo>
                    <a:pt x="2841625" y="63373"/>
                  </a:lnTo>
                  <a:lnTo>
                    <a:pt x="2795778" y="92329"/>
                  </a:lnTo>
                  <a:lnTo>
                    <a:pt x="2795651" y="92468"/>
                  </a:lnTo>
                  <a:lnTo>
                    <a:pt x="2772664" y="107569"/>
                  </a:lnTo>
                  <a:lnTo>
                    <a:pt x="2772410" y="107696"/>
                  </a:lnTo>
                  <a:lnTo>
                    <a:pt x="2748534" y="124079"/>
                  </a:lnTo>
                  <a:lnTo>
                    <a:pt x="2748280" y="124333"/>
                  </a:lnTo>
                  <a:lnTo>
                    <a:pt x="2724277" y="141605"/>
                  </a:lnTo>
                  <a:lnTo>
                    <a:pt x="2723896" y="141859"/>
                  </a:lnTo>
                  <a:lnTo>
                    <a:pt x="2701798" y="159004"/>
                  </a:lnTo>
                  <a:lnTo>
                    <a:pt x="2701417" y="159258"/>
                  </a:lnTo>
                  <a:lnTo>
                    <a:pt x="2682240" y="175006"/>
                  </a:lnTo>
                  <a:lnTo>
                    <a:pt x="2662555" y="191770"/>
                  </a:lnTo>
                  <a:lnTo>
                    <a:pt x="2662428" y="191897"/>
                  </a:lnTo>
                  <a:lnTo>
                    <a:pt x="2643886" y="207899"/>
                  </a:lnTo>
                  <a:lnTo>
                    <a:pt x="2625598" y="223901"/>
                  </a:lnTo>
                  <a:lnTo>
                    <a:pt x="2549525" y="289052"/>
                  </a:lnTo>
                  <a:lnTo>
                    <a:pt x="2549525" y="289179"/>
                  </a:lnTo>
                  <a:lnTo>
                    <a:pt x="2520061" y="315341"/>
                  </a:lnTo>
                  <a:lnTo>
                    <a:pt x="2511577" y="325501"/>
                  </a:lnTo>
                  <a:lnTo>
                    <a:pt x="2510155" y="327152"/>
                  </a:lnTo>
                  <a:lnTo>
                    <a:pt x="2510104" y="329946"/>
                  </a:lnTo>
                  <a:lnTo>
                    <a:pt x="2512822" y="333883"/>
                  </a:lnTo>
                  <a:lnTo>
                    <a:pt x="2515489" y="334645"/>
                  </a:lnTo>
                  <a:lnTo>
                    <a:pt x="2517775" y="333883"/>
                  </a:lnTo>
                  <a:lnTo>
                    <a:pt x="2528824" y="329946"/>
                  </a:lnTo>
                  <a:lnTo>
                    <a:pt x="2530348" y="329184"/>
                  </a:lnTo>
                  <a:lnTo>
                    <a:pt x="2536571" y="325501"/>
                  </a:lnTo>
                  <a:lnTo>
                    <a:pt x="2543429" y="321056"/>
                  </a:lnTo>
                  <a:lnTo>
                    <a:pt x="2543619" y="321056"/>
                  </a:lnTo>
                  <a:lnTo>
                    <a:pt x="2553462" y="314071"/>
                  </a:lnTo>
                  <a:lnTo>
                    <a:pt x="2553589" y="313944"/>
                  </a:lnTo>
                  <a:lnTo>
                    <a:pt x="2563495" y="306832"/>
                  </a:lnTo>
                  <a:lnTo>
                    <a:pt x="2607310" y="273304"/>
                  </a:lnTo>
                  <a:lnTo>
                    <a:pt x="2703487" y="196151"/>
                  </a:lnTo>
                  <a:lnTo>
                    <a:pt x="2721203" y="182435"/>
                  </a:lnTo>
                  <a:lnTo>
                    <a:pt x="2763863" y="151790"/>
                  </a:lnTo>
                  <a:lnTo>
                    <a:pt x="2813177" y="119634"/>
                  </a:lnTo>
                  <a:lnTo>
                    <a:pt x="2859875" y="91046"/>
                  </a:lnTo>
                  <a:lnTo>
                    <a:pt x="2879750" y="79451"/>
                  </a:lnTo>
                  <a:lnTo>
                    <a:pt x="2881820" y="78244"/>
                  </a:lnTo>
                  <a:lnTo>
                    <a:pt x="2917494" y="58788"/>
                  </a:lnTo>
                  <a:lnTo>
                    <a:pt x="2915793" y="62992"/>
                  </a:lnTo>
                  <a:lnTo>
                    <a:pt x="2911475" y="73025"/>
                  </a:lnTo>
                  <a:lnTo>
                    <a:pt x="2911475" y="73279"/>
                  </a:lnTo>
                  <a:lnTo>
                    <a:pt x="2907284" y="84328"/>
                  </a:lnTo>
                  <a:lnTo>
                    <a:pt x="2904591" y="92773"/>
                  </a:lnTo>
                  <a:lnTo>
                    <a:pt x="2904109" y="93091"/>
                  </a:lnTo>
                  <a:lnTo>
                    <a:pt x="2896362" y="98056"/>
                  </a:lnTo>
                  <a:lnTo>
                    <a:pt x="2896362" y="97917"/>
                  </a:lnTo>
                  <a:lnTo>
                    <a:pt x="2888107" y="102997"/>
                  </a:lnTo>
                  <a:lnTo>
                    <a:pt x="2886583" y="103886"/>
                  </a:lnTo>
                  <a:lnTo>
                    <a:pt x="2886075" y="105791"/>
                  </a:lnTo>
                  <a:lnTo>
                    <a:pt x="2886773" y="107442"/>
                  </a:lnTo>
                  <a:lnTo>
                    <a:pt x="2887472" y="108839"/>
                  </a:lnTo>
                  <a:lnTo>
                    <a:pt x="2889250" y="109601"/>
                  </a:lnTo>
                  <a:lnTo>
                    <a:pt x="2895879" y="107442"/>
                  </a:lnTo>
                  <a:lnTo>
                    <a:pt x="2896057" y="107442"/>
                  </a:lnTo>
                  <a:lnTo>
                    <a:pt x="2789085" y="177038"/>
                  </a:lnTo>
                  <a:lnTo>
                    <a:pt x="2735961" y="213233"/>
                  </a:lnTo>
                  <a:lnTo>
                    <a:pt x="2735834" y="213360"/>
                  </a:lnTo>
                  <a:lnTo>
                    <a:pt x="2712720" y="229743"/>
                  </a:lnTo>
                  <a:lnTo>
                    <a:pt x="2668651" y="261747"/>
                  </a:lnTo>
                  <a:lnTo>
                    <a:pt x="2592451" y="318643"/>
                  </a:lnTo>
                  <a:lnTo>
                    <a:pt x="2580373" y="328028"/>
                  </a:lnTo>
                  <a:lnTo>
                    <a:pt x="2559304" y="343662"/>
                  </a:lnTo>
                  <a:lnTo>
                    <a:pt x="2551176" y="349504"/>
                  </a:lnTo>
                  <a:lnTo>
                    <a:pt x="2550922" y="349758"/>
                  </a:lnTo>
                  <a:lnTo>
                    <a:pt x="2545334" y="354203"/>
                  </a:lnTo>
                  <a:lnTo>
                    <a:pt x="2544826" y="354584"/>
                  </a:lnTo>
                  <a:lnTo>
                    <a:pt x="2542032" y="356997"/>
                  </a:lnTo>
                  <a:lnTo>
                    <a:pt x="2540254" y="359029"/>
                  </a:lnTo>
                  <a:lnTo>
                    <a:pt x="2538857" y="361061"/>
                  </a:lnTo>
                  <a:lnTo>
                    <a:pt x="2536571" y="364236"/>
                  </a:lnTo>
                  <a:lnTo>
                    <a:pt x="2536317" y="368427"/>
                  </a:lnTo>
                  <a:lnTo>
                    <a:pt x="2538222" y="371729"/>
                  </a:lnTo>
                  <a:lnTo>
                    <a:pt x="2540254" y="375031"/>
                  </a:lnTo>
                  <a:lnTo>
                    <a:pt x="2543937" y="377063"/>
                  </a:lnTo>
                  <a:lnTo>
                    <a:pt x="2547747" y="376682"/>
                  </a:lnTo>
                  <a:lnTo>
                    <a:pt x="2549868" y="376682"/>
                  </a:lnTo>
                  <a:lnTo>
                    <a:pt x="2554478" y="375285"/>
                  </a:lnTo>
                  <a:lnTo>
                    <a:pt x="2557780" y="373507"/>
                  </a:lnTo>
                  <a:lnTo>
                    <a:pt x="2558542" y="373126"/>
                  </a:lnTo>
                  <a:lnTo>
                    <a:pt x="2564638" y="369443"/>
                  </a:lnTo>
                  <a:lnTo>
                    <a:pt x="2582545" y="358267"/>
                  </a:lnTo>
                  <a:lnTo>
                    <a:pt x="2582799" y="358013"/>
                  </a:lnTo>
                  <a:lnTo>
                    <a:pt x="2594737" y="350139"/>
                  </a:lnTo>
                  <a:lnTo>
                    <a:pt x="2594991" y="349885"/>
                  </a:lnTo>
                  <a:lnTo>
                    <a:pt x="2608326" y="340487"/>
                  </a:lnTo>
                  <a:lnTo>
                    <a:pt x="2707513" y="270129"/>
                  </a:lnTo>
                  <a:lnTo>
                    <a:pt x="2753207" y="238353"/>
                  </a:lnTo>
                  <a:lnTo>
                    <a:pt x="2823591" y="191643"/>
                  </a:lnTo>
                  <a:lnTo>
                    <a:pt x="2886976" y="150901"/>
                  </a:lnTo>
                  <a:lnTo>
                    <a:pt x="2923921" y="128270"/>
                  </a:lnTo>
                  <a:lnTo>
                    <a:pt x="2934081" y="121793"/>
                  </a:lnTo>
                  <a:lnTo>
                    <a:pt x="2934335" y="121793"/>
                  </a:lnTo>
                  <a:lnTo>
                    <a:pt x="2941955" y="116840"/>
                  </a:lnTo>
                  <a:lnTo>
                    <a:pt x="2942082" y="116713"/>
                  </a:lnTo>
                  <a:lnTo>
                    <a:pt x="2949575" y="111760"/>
                  </a:lnTo>
                  <a:lnTo>
                    <a:pt x="2955671" y="107442"/>
                  </a:lnTo>
                  <a:lnTo>
                    <a:pt x="2961030" y="103327"/>
                  </a:lnTo>
                  <a:lnTo>
                    <a:pt x="2965069" y="99949"/>
                  </a:lnTo>
                  <a:lnTo>
                    <a:pt x="2965704" y="99441"/>
                  </a:lnTo>
                  <a:lnTo>
                    <a:pt x="2968752" y="96647"/>
                  </a:lnTo>
                  <a:lnTo>
                    <a:pt x="2970784" y="94615"/>
                  </a:lnTo>
                  <a:lnTo>
                    <a:pt x="2971800" y="93408"/>
                  </a:lnTo>
                  <a:lnTo>
                    <a:pt x="2975229" y="90678"/>
                  </a:lnTo>
                  <a:lnTo>
                    <a:pt x="2976740" y="85737"/>
                  </a:lnTo>
                  <a:lnTo>
                    <a:pt x="2978645" y="79133"/>
                  </a:lnTo>
                  <a:lnTo>
                    <a:pt x="2978696" y="77597"/>
                  </a:lnTo>
                  <a:close/>
                </a:path>
                <a:path w="2979420" h="1306829">
                  <a:moveTo>
                    <a:pt x="2978912" y="81915"/>
                  </a:moveTo>
                  <a:lnTo>
                    <a:pt x="2978645" y="79133"/>
                  </a:lnTo>
                  <a:lnTo>
                    <a:pt x="2977134" y="84455"/>
                  </a:lnTo>
                  <a:lnTo>
                    <a:pt x="2976740" y="85737"/>
                  </a:lnTo>
                  <a:lnTo>
                    <a:pt x="2978912" y="81915"/>
                  </a:lnTo>
                  <a:close/>
                </a:path>
              </a:pathLst>
            </a:custGeom>
            <a:solidFill>
              <a:srgbClr val="EC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5917" y="4512436"/>
              <a:ext cx="213613" cy="1850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805" y="4503166"/>
              <a:ext cx="502173" cy="3107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3301" y="5781738"/>
              <a:ext cx="1552393" cy="883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73423" y="831341"/>
            <a:ext cx="4916805" cy="5829300"/>
            <a:chOff x="3773423" y="831341"/>
            <a:chExt cx="4916805" cy="5829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3423" y="831341"/>
              <a:ext cx="4916424" cy="5829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2223" y="3053080"/>
              <a:ext cx="920460" cy="132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8482" y="3019424"/>
              <a:ext cx="926089" cy="1225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3288" y="3059684"/>
              <a:ext cx="1023839" cy="1076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7146" y="3934587"/>
              <a:ext cx="476885" cy="3848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02578" y="3946652"/>
              <a:ext cx="499237" cy="4813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41514" y="3909682"/>
              <a:ext cx="549147" cy="44946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230882" y="5127497"/>
            <a:ext cx="1115060" cy="375285"/>
            <a:chOff x="2230882" y="5127497"/>
            <a:chExt cx="1115060" cy="375285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30882" y="5149214"/>
              <a:ext cx="177673" cy="2009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25192" y="5127497"/>
              <a:ext cx="920369" cy="37477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36111" y="5186298"/>
            <a:ext cx="501523" cy="1714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82760" y="6376022"/>
            <a:ext cx="1073991" cy="8314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63469" y="6054687"/>
            <a:ext cx="406012" cy="1906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18923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490"/>
              </a:spcBef>
            </a:pPr>
            <a:r>
              <a:rPr spc="229" dirty="0"/>
              <a:t>STEPS</a:t>
            </a:r>
            <a:r>
              <a:rPr spc="-80" dirty="0"/>
              <a:t> </a:t>
            </a:r>
            <a:r>
              <a:rPr spc="315" dirty="0"/>
              <a:t>IN</a:t>
            </a:r>
            <a:r>
              <a:rPr spc="-55" dirty="0"/>
              <a:t> </a:t>
            </a:r>
            <a:r>
              <a:rPr spc="390" dirty="0"/>
              <a:t>RANDOM</a:t>
            </a:r>
            <a:r>
              <a:rPr spc="-65" dirty="0"/>
              <a:t> </a:t>
            </a:r>
            <a:r>
              <a:rPr spc="215"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336" y="2187955"/>
            <a:ext cx="11057255" cy="436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Step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125" dirty="0">
                <a:solidFill>
                  <a:srgbClr val="3C3C3C"/>
                </a:solidFill>
                <a:latin typeface="Trebuchet MS"/>
                <a:cs typeface="Trebuchet MS"/>
              </a:rPr>
              <a:t>1: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Random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forest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number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random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records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taken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having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"n"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number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records.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marR="5080" indent="-306705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Step</a:t>
            </a:r>
            <a:r>
              <a:rPr sz="1800"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2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1800" b="1" spc="2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Train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Decision</a:t>
            </a:r>
            <a:r>
              <a:rPr sz="1800" spc="-2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Tree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with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bagged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datasets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input.</a:t>
            </a:r>
            <a:r>
              <a:rPr sz="1800" spc="-2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But,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when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doing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node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split,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don’t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explore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5" dirty="0">
                <a:solidFill>
                  <a:srgbClr val="3C3C3C"/>
                </a:solidFill>
                <a:latin typeface="Trebuchet MS"/>
                <a:cs typeface="Trebuchet MS"/>
              </a:rPr>
              <a:t>all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features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dataset.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Randomly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select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smaller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number,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features,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5" dirty="0">
                <a:solidFill>
                  <a:srgbClr val="3C3C3C"/>
                </a:solidFill>
                <a:latin typeface="Trebuchet MS"/>
                <a:cs typeface="Trebuchet MS"/>
              </a:rPr>
              <a:t>all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features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training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set.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Then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pick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best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split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using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impurity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measures,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like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Gini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Impurity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Entropy.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spcBef>
                <a:spcPts val="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Step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3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18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Individual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decision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trees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constructed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sample.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Step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4</a:t>
            </a:r>
            <a:r>
              <a:rPr sz="18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18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18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decision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tree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generate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an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output.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marR="916305" indent="-306705">
              <a:lnSpc>
                <a:spcPct val="100000"/>
              </a:lnSpc>
              <a:spcBef>
                <a:spcPts val="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Step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5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18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18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Final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output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considered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based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Majority</a:t>
            </a:r>
            <a:r>
              <a:rPr sz="1800" spc="-3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Voting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800" spc="-2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Averaging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Classification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regression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respectively.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18923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490"/>
              </a:spcBef>
            </a:pPr>
            <a:r>
              <a:rPr spc="505" dirty="0"/>
              <a:t>HOW</a:t>
            </a:r>
            <a:r>
              <a:rPr spc="-80" dirty="0"/>
              <a:t> </a:t>
            </a:r>
            <a:r>
              <a:rPr spc="340" dirty="0"/>
              <a:t>DOES</a:t>
            </a:r>
            <a:r>
              <a:rPr spc="-85" dirty="0"/>
              <a:t> </a:t>
            </a:r>
            <a:r>
              <a:rPr spc="220" dirty="0"/>
              <a:t>IT</a:t>
            </a:r>
            <a:r>
              <a:rPr spc="-415" dirty="0"/>
              <a:t> </a:t>
            </a:r>
            <a:r>
              <a:rPr spc="265" dirty="0"/>
              <a:t>WORK?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405" indent="-306070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pc="-60" dirty="0"/>
              <a:t>In</a:t>
            </a:r>
            <a:r>
              <a:rPr spc="-40" dirty="0"/>
              <a:t> </a:t>
            </a:r>
            <a:r>
              <a:rPr spc="-80" dirty="0"/>
              <a:t>Random</a:t>
            </a:r>
            <a:r>
              <a:rPr spc="-50" dirty="0"/>
              <a:t> </a:t>
            </a:r>
            <a:r>
              <a:rPr spc="-110" dirty="0"/>
              <a:t>Forest,</a:t>
            </a:r>
            <a:r>
              <a:rPr spc="-220" dirty="0"/>
              <a:t> </a:t>
            </a:r>
            <a:r>
              <a:rPr spc="-114" dirty="0"/>
              <a:t>we</a:t>
            </a:r>
            <a:r>
              <a:rPr spc="-30" dirty="0"/>
              <a:t> </a:t>
            </a:r>
            <a:r>
              <a:rPr spc="-50" dirty="0"/>
              <a:t>grow</a:t>
            </a:r>
            <a:r>
              <a:rPr spc="-40" dirty="0"/>
              <a:t> </a:t>
            </a:r>
            <a:r>
              <a:rPr spc="-130" dirty="0"/>
              <a:t>multiple</a:t>
            </a:r>
            <a:r>
              <a:rPr spc="-20" dirty="0"/>
              <a:t> </a:t>
            </a:r>
            <a:r>
              <a:rPr spc="-95" dirty="0"/>
              <a:t>trees</a:t>
            </a:r>
            <a:r>
              <a:rPr spc="-40" dirty="0"/>
              <a:t> </a:t>
            </a:r>
            <a:r>
              <a:rPr spc="-110" dirty="0"/>
              <a:t>as</a:t>
            </a:r>
            <a:r>
              <a:rPr spc="-50" dirty="0"/>
              <a:t> </a:t>
            </a:r>
            <a:r>
              <a:rPr spc="-55" dirty="0"/>
              <a:t>opposed </a:t>
            </a:r>
            <a:r>
              <a:rPr dirty="0"/>
              <a:t>to</a:t>
            </a:r>
            <a:r>
              <a:rPr spc="-40" dirty="0"/>
              <a:t> </a:t>
            </a:r>
            <a:r>
              <a:rPr spc="-190" dirty="0"/>
              <a:t>a</a:t>
            </a:r>
            <a:r>
              <a:rPr spc="-50" dirty="0"/>
              <a:t> </a:t>
            </a:r>
            <a:r>
              <a:rPr spc="-114" dirty="0"/>
              <a:t>single</a:t>
            </a:r>
            <a:r>
              <a:rPr spc="-35" dirty="0"/>
              <a:t> </a:t>
            </a:r>
            <a:r>
              <a:rPr spc="-105" dirty="0"/>
              <a:t>tree</a:t>
            </a:r>
            <a:r>
              <a:rPr spc="-35" dirty="0"/>
              <a:t> </a:t>
            </a:r>
            <a:r>
              <a:rPr spc="-110" dirty="0"/>
              <a:t>in</a:t>
            </a:r>
            <a:r>
              <a:rPr spc="-30" dirty="0"/>
              <a:t> </a:t>
            </a:r>
            <a:r>
              <a:rPr spc="60" dirty="0"/>
              <a:t>CART</a:t>
            </a:r>
            <a:r>
              <a:rPr spc="-40" dirty="0"/>
              <a:t> </a:t>
            </a:r>
            <a:r>
              <a:rPr spc="-10" dirty="0"/>
              <a:t>model</a:t>
            </a:r>
          </a:p>
          <a:p>
            <a:pPr marL="635"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pc="-10" dirty="0"/>
          </a:p>
          <a:p>
            <a:pPr marL="635">
              <a:lnSpc>
                <a:spcPct val="100000"/>
              </a:lnSpc>
              <a:spcBef>
                <a:spcPts val="40"/>
              </a:spcBef>
              <a:buClr>
                <a:srgbClr val="8BB649"/>
              </a:buClr>
              <a:buFont typeface="Cambria"/>
              <a:buChar char="◾"/>
            </a:pPr>
            <a:endParaRPr spc="-10" dirty="0"/>
          </a:p>
          <a:p>
            <a:pPr marL="319405" indent="-306070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pc="-114" dirty="0"/>
              <a:t>To</a:t>
            </a:r>
            <a:r>
              <a:rPr spc="-25" dirty="0"/>
              <a:t> </a:t>
            </a:r>
            <a:r>
              <a:rPr spc="-125" dirty="0"/>
              <a:t>classify</a:t>
            </a:r>
            <a:r>
              <a:rPr spc="-20" dirty="0"/>
              <a:t> </a:t>
            </a:r>
            <a:r>
              <a:rPr spc="-190" dirty="0"/>
              <a:t>a</a:t>
            </a:r>
            <a:r>
              <a:rPr spc="-25" dirty="0"/>
              <a:t> </a:t>
            </a:r>
            <a:r>
              <a:rPr spc="-110" dirty="0"/>
              <a:t>new</a:t>
            </a:r>
            <a:r>
              <a:rPr spc="-15" dirty="0"/>
              <a:t> </a:t>
            </a:r>
            <a:r>
              <a:rPr spc="-125" dirty="0"/>
              <a:t>object</a:t>
            </a:r>
            <a:r>
              <a:rPr spc="-20" dirty="0"/>
              <a:t> </a:t>
            </a:r>
            <a:r>
              <a:rPr spc="-114"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spc="-120" dirty="0"/>
              <a:t>attributes,</a:t>
            </a:r>
            <a:r>
              <a:rPr spc="-215" dirty="0"/>
              <a:t> </a:t>
            </a:r>
            <a:r>
              <a:rPr spc="-130" dirty="0"/>
              <a:t>each</a:t>
            </a:r>
            <a:r>
              <a:rPr spc="-20" dirty="0"/>
              <a:t> </a:t>
            </a:r>
            <a:r>
              <a:rPr spc="-110" dirty="0"/>
              <a:t>tree</a:t>
            </a:r>
            <a:r>
              <a:rPr spc="-20" dirty="0"/>
              <a:t> </a:t>
            </a:r>
            <a:r>
              <a:rPr spc="-125" dirty="0"/>
              <a:t>gives</a:t>
            </a:r>
            <a:r>
              <a:rPr spc="-20" dirty="0"/>
              <a:t> </a:t>
            </a:r>
            <a:r>
              <a:rPr spc="-190" dirty="0"/>
              <a:t>a</a:t>
            </a:r>
            <a:r>
              <a:rPr spc="-25" dirty="0"/>
              <a:t> </a:t>
            </a:r>
            <a:r>
              <a:rPr spc="-114" dirty="0"/>
              <a:t>classification</a:t>
            </a:r>
            <a:r>
              <a:rPr spc="-20" dirty="0"/>
              <a:t> </a:t>
            </a:r>
            <a:r>
              <a:rPr spc="-125" dirty="0"/>
              <a:t>and</a:t>
            </a:r>
            <a:r>
              <a:rPr spc="-35" dirty="0"/>
              <a:t> </a:t>
            </a:r>
            <a:r>
              <a:rPr spc="-114" dirty="0"/>
              <a:t>we</a:t>
            </a:r>
            <a:r>
              <a:rPr spc="-10" dirty="0"/>
              <a:t> </a:t>
            </a:r>
            <a:r>
              <a:rPr spc="-140" dirty="0"/>
              <a:t>say</a:t>
            </a:r>
            <a:r>
              <a:rPr spc="-30" dirty="0"/>
              <a:t> </a:t>
            </a:r>
            <a:r>
              <a:rPr spc="-120" dirty="0"/>
              <a:t>the</a:t>
            </a:r>
            <a:r>
              <a:rPr spc="-15" dirty="0"/>
              <a:t> </a:t>
            </a:r>
            <a:r>
              <a:rPr spc="-110" dirty="0"/>
              <a:t>tree</a:t>
            </a:r>
            <a:r>
              <a:rPr spc="-215" dirty="0"/>
              <a:t> </a:t>
            </a:r>
            <a:r>
              <a:rPr spc="-114" dirty="0"/>
              <a:t>“votes”</a:t>
            </a:r>
            <a:r>
              <a:rPr spc="-25" dirty="0"/>
              <a:t> </a:t>
            </a:r>
            <a:r>
              <a:rPr spc="-75" dirty="0"/>
              <a:t>for</a:t>
            </a:r>
            <a:r>
              <a:rPr spc="-35" dirty="0"/>
              <a:t> </a:t>
            </a:r>
            <a:r>
              <a:rPr spc="-135" dirty="0"/>
              <a:t>that</a:t>
            </a:r>
            <a:r>
              <a:rPr spc="-25" dirty="0"/>
              <a:t> </a:t>
            </a:r>
            <a:r>
              <a:rPr spc="-10" dirty="0"/>
              <a:t>class.</a:t>
            </a:r>
          </a:p>
          <a:p>
            <a:pPr marL="635"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pc="-10" dirty="0"/>
          </a:p>
          <a:p>
            <a:pPr marL="635">
              <a:lnSpc>
                <a:spcPct val="100000"/>
              </a:lnSpc>
              <a:spcBef>
                <a:spcPts val="45"/>
              </a:spcBef>
              <a:buClr>
                <a:srgbClr val="8BB649"/>
              </a:buClr>
              <a:buFont typeface="Cambria"/>
              <a:buChar char="◾"/>
            </a:pPr>
            <a:endParaRPr spc="-10" dirty="0"/>
          </a:p>
          <a:p>
            <a:pPr marL="319405" marR="5080" indent="-306705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pc="-50" dirty="0"/>
              <a:t>The</a:t>
            </a:r>
            <a:r>
              <a:rPr spc="-30" dirty="0"/>
              <a:t> </a:t>
            </a:r>
            <a:r>
              <a:rPr spc="-95" dirty="0"/>
              <a:t>forest</a:t>
            </a:r>
            <a:r>
              <a:rPr spc="-40" dirty="0"/>
              <a:t> </a:t>
            </a:r>
            <a:r>
              <a:rPr spc="-60" dirty="0"/>
              <a:t>chooses</a:t>
            </a:r>
            <a:r>
              <a:rPr spc="-45" dirty="0"/>
              <a:t> </a:t>
            </a:r>
            <a:r>
              <a:rPr spc="-125" dirty="0"/>
              <a:t>the</a:t>
            </a:r>
            <a:r>
              <a:rPr spc="-25" dirty="0"/>
              <a:t> </a:t>
            </a:r>
            <a:r>
              <a:rPr spc="-114" dirty="0"/>
              <a:t>classification</a:t>
            </a:r>
            <a:r>
              <a:rPr spc="-25" dirty="0"/>
              <a:t> </a:t>
            </a:r>
            <a:r>
              <a:rPr spc="-140" dirty="0"/>
              <a:t>having</a:t>
            </a:r>
            <a:r>
              <a:rPr spc="-40" dirty="0"/>
              <a:t> </a:t>
            </a:r>
            <a:r>
              <a:rPr spc="-120" dirty="0"/>
              <a:t>the</a:t>
            </a:r>
            <a:r>
              <a:rPr spc="-20" dirty="0"/>
              <a:t> </a:t>
            </a:r>
            <a:r>
              <a:rPr spc="-55" dirty="0"/>
              <a:t>most</a:t>
            </a:r>
            <a:r>
              <a:rPr spc="-40" dirty="0"/>
              <a:t> </a:t>
            </a:r>
            <a:r>
              <a:rPr spc="-85" dirty="0"/>
              <a:t>votes</a:t>
            </a:r>
            <a:r>
              <a:rPr spc="-30" dirty="0"/>
              <a:t> </a:t>
            </a:r>
            <a:r>
              <a:rPr spc="-70" dirty="0"/>
              <a:t>(over</a:t>
            </a:r>
            <a:r>
              <a:rPr spc="-30" dirty="0"/>
              <a:t> </a:t>
            </a:r>
            <a:r>
              <a:rPr spc="-165" dirty="0"/>
              <a:t>all</a:t>
            </a:r>
            <a:r>
              <a:rPr spc="-20" dirty="0"/>
              <a:t> </a:t>
            </a:r>
            <a:r>
              <a:rPr spc="-125" dirty="0"/>
              <a:t>the</a:t>
            </a:r>
            <a:r>
              <a:rPr spc="-25" dirty="0"/>
              <a:t> </a:t>
            </a:r>
            <a:r>
              <a:rPr spc="-95" dirty="0"/>
              <a:t>trees</a:t>
            </a:r>
            <a:r>
              <a:rPr spc="-30" dirty="0"/>
              <a:t> </a:t>
            </a:r>
            <a:r>
              <a:rPr spc="-110" dirty="0"/>
              <a:t>in</a:t>
            </a:r>
            <a:r>
              <a:rPr spc="-25" dirty="0"/>
              <a:t> </a:t>
            </a:r>
            <a:r>
              <a:rPr spc="-120" dirty="0"/>
              <a:t>the</a:t>
            </a:r>
            <a:r>
              <a:rPr spc="-20" dirty="0"/>
              <a:t> </a:t>
            </a:r>
            <a:r>
              <a:rPr spc="-95" dirty="0"/>
              <a:t>forest)</a:t>
            </a:r>
            <a:r>
              <a:rPr spc="-35" dirty="0"/>
              <a:t> </a:t>
            </a:r>
            <a:r>
              <a:rPr spc="-125" dirty="0"/>
              <a:t>and</a:t>
            </a:r>
            <a:r>
              <a:rPr spc="-40" dirty="0"/>
              <a:t> </a:t>
            </a:r>
            <a:r>
              <a:rPr spc="-110" dirty="0"/>
              <a:t>in</a:t>
            </a:r>
            <a:r>
              <a:rPr spc="-20" dirty="0"/>
              <a:t> </a:t>
            </a:r>
            <a:r>
              <a:rPr spc="-125" dirty="0"/>
              <a:t>case</a:t>
            </a:r>
            <a:r>
              <a:rPr spc="-30" dirty="0"/>
              <a:t> </a:t>
            </a:r>
            <a:r>
              <a:rPr spc="-105" dirty="0"/>
              <a:t>of</a:t>
            </a:r>
            <a:r>
              <a:rPr spc="-30" dirty="0"/>
              <a:t> </a:t>
            </a:r>
            <a:r>
              <a:rPr spc="-35" dirty="0"/>
              <a:t>regression, </a:t>
            </a:r>
            <a:r>
              <a:rPr spc="-125" dirty="0"/>
              <a:t>it</a:t>
            </a:r>
            <a:r>
              <a:rPr spc="-5" dirty="0"/>
              <a:t> </a:t>
            </a:r>
            <a:r>
              <a:rPr spc="-125" dirty="0"/>
              <a:t>takes</a:t>
            </a:r>
            <a:r>
              <a:rPr spc="-20" dirty="0"/>
              <a:t> </a:t>
            </a:r>
            <a:r>
              <a:rPr spc="-125" dirty="0"/>
              <a:t>the</a:t>
            </a:r>
            <a:r>
              <a:rPr spc="-10" dirty="0"/>
              <a:t> </a:t>
            </a:r>
            <a:r>
              <a:rPr spc="-150" dirty="0"/>
              <a:t>average</a:t>
            </a:r>
            <a:r>
              <a:rPr spc="-20" dirty="0"/>
              <a:t> </a:t>
            </a:r>
            <a:r>
              <a:rPr spc="-105" dirty="0"/>
              <a:t>of</a:t>
            </a:r>
            <a:r>
              <a:rPr spc="-15" dirty="0"/>
              <a:t> </a:t>
            </a:r>
            <a:r>
              <a:rPr spc="-85" dirty="0"/>
              <a:t>outputs</a:t>
            </a:r>
            <a:r>
              <a:rPr spc="-15" dirty="0"/>
              <a:t> </a:t>
            </a:r>
            <a:r>
              <a:rPr spc="-120" dirty="0"/>
              <a:t>by</a:t>
            </a:r>
            <a:r>
              <a:rPr spc="-5" dirty="0"/>
              <a:t> </a:t>
            </a:r>
            <a:r>
              <a:rPr spc="-140" dirty="0"/>
              <a:t>different</a:t>
            </a:r>
            <a:r>
              <a:rPr spc="-10" dirty="0"/>
              <a:t> trees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18923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490"/>
              </a:spcBef>
            </a:pPr>
            <a:r>
              <a:rPr spc="385" dirty="0"/>
              <a:t>OUT</a:t>
            </a:r>
            <a:r>
              <a:rPr spc="-75" dirty="0"/>
              <a:t> </a:t>
            </a:r>
            <a:r>
              <a:rPr spc="250" dirty="0"/>
              <a:t>OF</a:t>
            </a:r>
            <a:r>
              <a:rPr spc="-65" dirty="0"/>
              <a:t> </a:t>
            </a:r>
            <a:r>
              <a:rPr spc="320" dirty="0"/>
              <a:t>BAG</a:t>
            </a:r>
            <a:r>
              <a:rPr spc="-75" dirty="0"/>
              <a:t> </a:t>
            </a:r>
            <a:r>
              <a:rPr spc="215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54553"/>
            <a:ext cx="11012805" cy="328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Random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Forest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involves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sampling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input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with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replacement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called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bootstrap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sampling.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Here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one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third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not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used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training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can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be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used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testing.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These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called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out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bag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samples.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marR="5080" indent="-306705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Error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estimated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these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out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bag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samples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known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i="1" spc="-195" dirty="0">
                <a:solidFill>
                  <a:srgbClr val="3C3C3C"/>
                </a:solidFill>
                <a:latin typeface="Trebuchet MS"/>
                <a:cs typeface="Trebuchet MS"/>
              </a:rPr>
              <a:t>out</a:t>
            </a:r>
            <a:r>
              <a:rPr sz="1800" i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i="1" spc="-21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i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i="1" spc="-140" dirty="0">
                <a:solidFill>
                  <a:srgbClr val="3C3C3C"/>
                </a:solidFill>
                <a:latin typeface="Trebuchet MS"/>
                <a:cs typeface="Trebuchet MS"/>
              </a:rPr>
              <a:t>bag</a:t>
            </a:r>
            <a:r>
              <a:rPr sz="1800" i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i="1" spc="-210" dirty="0">
                <a:solidFill>
                  <a:srgbClr val="3C3C3C"/>
                </a:solidFill>
                <a:latin typeface="Trebuchet MS"/>
                <a:cs typeface="Trebuchet MS"/>
              </a:rPr>
              <a:t>error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Study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error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estimates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Out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bag,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gives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evidence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show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out-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of-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bag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estimate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accurate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using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test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same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size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as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training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set.Therefore,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using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out-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of-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bag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error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estimate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removes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need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aside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test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set.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350" cy="1189990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18923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490"/>
              </a:spcBef>
            </a:pPr>
            <a:r>
              <a:rPr spc="505" dirty="0"/>
              <a:t>HOW</a:t>
            </a:r>
            <a:r>
              <a:rPr spc="-80" dirty="0"/>
              <a:t> </a:t>
            </a:r>
            <a:r>
              <a:rPr spc="340" dirty="0"/>
              <a:t>DOES</a:t>
            </a:r>
            <a:r>
              <a:rPr spc="-85" dirty="0"/>
              <a:t> </a:t>
            </a:r>
            <a:r>
              <a:rPr spc="220" dirty="0"/>
              <a:t>IT</a:t>
            </a:r>
            <a:r>
              <a:rPr spc="-415" dirty="0"/>
              <a:t> </a:t>
            </a:r>
            <a:r>
              <a:rPr spc="265" dirty="0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336" y="2380996"/>
            <a:ext cx="11064240" cy="35553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8770" marR="884555" indent="-306705">
              <a:lnSpc>
                <a:spcPts val="1939"/>
              </a:lnSpc>
              <a:spcBef>
                <a:spcPts val="34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Assume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number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cases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training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N.Then,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sample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these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cases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taken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at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random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but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i="1" spc="-95" dirty="0">
                <a:solidFill>
                  <a:srgbClr val="3C3C3C"/>
                </a:solidFill>
                <a:latin typeface="Trebuchet MS"/>
                <a:cs typeface="Trebuchet MS"/>
              </a:rPr>
              <a:t>with </a:t>
            </a:r>
            <a:r>
              <a:rPr sz="1800" i="1" spc="-145" dirty="0">
                <a:solidFill>
                  <a:srgbClr val="3C3C3C"/>
                </a:solidFill>
                <a:latin typeface="Trebuchet MS"/>
                <a:cs typeface="Trebuchet MS"/>
              </a:rPr>
              <a:t>replacement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.This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sample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will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be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training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growing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tree.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25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marR="5080" indent="-306705">
              <a:lnSpc>
                <a:spcPts val="1939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If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there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input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variables,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number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m&lt;M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specified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such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at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node,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variables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are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selected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3C3C3C"/>
                </a:solidFill>
                <a:latin typeface="Trebuchet MS"/>
                <a:cs typeface="Trebuchet MS"/>
              </a:rPr>
              <a:t>at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random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out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M.The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best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split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these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used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split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node.The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value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held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constant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while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we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grow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the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forest.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indent="-306070">
              <a:lnSpc>
                <a:spcPct val="1000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tree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grown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largest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extent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possible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3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there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no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pruning.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0"/>
              </a:spcBef>
              <a:buClr>
                <a:srgbClr val="8BB649"/>
              </a:buClr>
              <a:buFont typeface="Cambria"/>
              <a:buChar char="◾"/>
            </a:pPr>
            <a:endParaRPr sz="1800">
              <a:latin typeface="Trebuchet MS"/>
              <a:cs typeface="Trebuchet MS"/>
            </a:endParaRPr>
          </a:p>
          <a:p>
            <a:pPr marL="318770" marR="193040" indent="-306705">
              <a:lnSpc>
                <a:spcPts val="1939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</a:tabLst>
            </a:pP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Predict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new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aggregating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predictions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ntree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trees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(i.e.,</a:t>
            </a:r>
            <a:r>
              <a:rPr sz="1800" spc="-1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majority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votes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classification,</a:t>
            </a:r>
            <a:r>
              <a:rPr sz="1800" spc="-1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average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for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regression).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780</Words>
  <Application>Microsoft Office PowerPoint</Application>
  <PresentationFormat>Widescreen</PresentationFormat>
  <Paragraphs>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Microsoft JhengHei</vt:lpstr>
      <vt:lpstr>Arial</vt:lpstr>
      <vt:lpstr>Cambria</vt:lpstr>
      <vt:lpstr>Trebuchet MS</vt:lpstr>
      <vt:lpstr>Office Theme</vt:lpstr>
      <vt:lpstr>RANDOM FOREST PUNEET PANDEY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ENSEMBLE METHODS IN TREE BASED MODELING ?</vt:lpstr>
      <vt:lpstr>WHY ENSEMBLE MODELS ARE NEEDED?</vt:lpstr>
      <vt:lpstr>PowerPoint Presentation</vt:lpstr>
      <vt:lpstr>WHAT IS BAGGING? HOW DOES IT WORK?</vt:lpstr>
      <vt:lpstr>WHAT IS BAGGING? HOW DOES IT WORK?</vt:lpstr>
      <vt:lpstr>PowerPoint Presentation</vt:lpstr>
      <vt:lpstr>STEPS IN RANDOM FOREST</vt:lpstr>
      <vt:lpstr>HOW DOES IT WORK?</vt:lpstr>
      <vt:lpstr>OUT OF BAG ERROR</vt:lpstr>
      <vt:lpstr>HOW DOES IT WORK?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creator>Puneet Pandey</dc:creator>
  <cp:lastModifiedBy>Rehan Qureshi</cp:lastModifiedBy>
  <cp:revision>15</cp:revision>
  <dcterms:created xsi:type="dcterms:W3CDTF">2026-02-19T09:18:54Z</dcterms:created>
  <dcterms:modified xsi:type="dcterms:W3CDTF">2026-02-19T12:13:03Z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2026-02-19T00:00:00Z</vt:filetime>
  </property>
  <property fmtid="{D5CDD505-2E9C-101B-9397-08002B2CF9AE}" pid="5" name="Producer">
    <vt:lpwstr>Adobe PDF Services</vt:lpwstr>
  </property>
  <property fmtid="{D5CDD505-2E9C-101B-9397-08002B2CF9AE}" pid="6" name="MSIP_Label_bbedcbcb-ab54-401f-bf77-cdeb80bf94b4_Enabled">
    <vt:lpwstr>true</vt:lpwstr>
  </property>
  <property fmtid="{D5CDD505-2E9C-101B-9397-08002B2CF9AE}" pid="7" name="MSIP_Label_bbedcbcb-ab54-401f-bf77-cdeb80bf94b4_SetDate">
    <vt:lpwstr>2026-02-19T09:21:48Z</vt:lpwstr>
  </property>
  <property fmtid="{D5CDD505-2E9C-101B-9397-08002B2CF9AE}" pid="8" name="MSIP_Label_bbedcbcb-ab54-401f-bf77-cdeb80bf94b4_Method">
    <vt:lpwstr>Standard</vt:lpwstr>
  </property>
  <property fmtid="{D5CDD505-2E9C-101B-9397-08002B2CF9AE}" pid="9" name="MSIP_Label_bbedcbcb-ab54-401f-bf77-cdeb80bf94b4_Name">
    <vt:lpwstr>Confidential</vt:lpwstr>
  </property>
  <property fmtid="{D5CDD505-2E9C-101B-9397-08002B2CF9AE}" pid="10" name="MSIP_Label_bbedcbcb-ab54-401f-bf77-cdeb80bf94b4_SiteId">
    <vt:lpwstr>d3f34466-54cf-46df-aedc-78d165d9fd31</vt:lpwstr>
  </property>
  <property fmtid="{D5CDD505-2E9C-101B-9397-08002B2CF9AE}" pid="11" name="MSIP_Label_bbedcbcb-ab54-401f-bf77-cdeb80bf94b4_ActionId">
    <vt:lpwstr>7ac58107-7782-4338-b730-e4cd7357b479</vt:lpwstr>
  </property>
  <property fmtid="{D5CDD505-2E9C-101B-9397-08002B2CF9AE}" pid="12" name="MSIP_Label_bbedcbcb-ab54-401f-bf77-cdeb80bf94b4_ContentBits">
    <vt:lpwstr>2</vt:lpwstr>
  </property>
  <property fmtid="{D5CDD505-2E9C-101B-9397-08002B2CF9AE}" pid="13" name="MSIP_Label_bbedcbcb-ab54-401f-bf77-cdeb80bf94b4_Tag">
    <vt:lpwstr>10, 3, 0, 1</vt:lpwstr>
  </property>
  <property fmtid="{D5CDD505-2E9C-101B-9397-08002B2CF9AE}" pid="14" name="ClassificationContentMarkingFooterLocations">
    <vt:lpwstr>Office Theme:8</vt:lpwstr>
  </property>
  <property fmtid="{D5CDD505-2E9C-101B-9397-08002B2CF9AE}" pid="15" name="ClassificationContentMarkingFooterText">
    <vt:lpwstr>Confidential</vt:lpwstr>
  </property>
</Properties>
</file>